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6" r:id="rId5"/>
    <p:sldMasterId id="214748371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Fira Sans Condensed ExtraBold"/>
      <p:bold r:id="rId35"/>
      <p:boldItalic r:id="rId36"/>
    </p:embeddedFont>
    <p:embeddedFont>
      <p:font typeface="Bebas Neue"/>
      <p:regular r:id="rId37"/>
    </p:embeddedFont>
    <p:embeddedFont>
      <p:font typeface="Albert Sans Light"/>
      <p:regular r:id="rId38"/>
      <p:bold r:id="rId39"/>
      <p:italic r:id="rId40"/>
      <p:boldItalic r:id="rId41"/>
    </p:embeddedFont>
    <p:embeddedFont>
      <p:font typeface="Albert Sans ExtraLight"/>
      <p:regular r:id="rId42"/>
      <p:bold r:id="rId43"/>
      <p:italic r:id="rId44"/>
      <p:boldItalic r:id="rId45"/>
    </p:embeddedFont>
    <p:embeddedFont>
      <p:font typeface="Albert Sans SemiBold"/>
      <p:regular r:id="rId46"/>
      <p:bold r:id="rId47"/>
      <p:italic r:id="rId48"/>
      <p:boldItalic r:id="rId49"/>
    </p:embeddedFont>
    <p:embeddedFont>
      <p:font typeface="Fira Sans Condensed"/>
      <p:regular r:id="rId50"/>
      <p:bold r:id="rId51"/>
      <p:italic r:id="rId52"/>
      <p:boldItalic r:id="rId53"/>
    </p:embeddedFont>
    <p:embeddedFont>
      <p:font typeface="Albert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41">
          <p15:clr>
            <a:srgbClr val="9AA0A6"/>
          </p15:clr>
        </p15:guide>
        <p15:guide id="2" pos="5311">
          <p15:clr>
            <a:srgbClr val="9AA0A6"/>
          </p15:clr>
        </p15:guide>
        <p15:guide id="3" orient="horz" pos="2899">
          <p15:clr>
            <a:srgbClr val="9AA0A6"/>
          </p15:clr>
        </p15:guide>
        <p15:guide id="4" pos="45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D91C83-5C06-48FC-BFA2-74F5C8E401EC}">
  <a:tblStyle styleId="{3DD91C83-5C06-48FC-BFA2-74F5C8E401E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1" orient="horz"/>
        <p:guide pos="5311"/>
        <p:guide pos="2899" orient="horz"/>
        <p:guide pos="45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lbertSansLight-italic.fntdata"/><Relationship Id="rId42" Type="http://schemas.openxmlformats.org/officeDocument/2006/relationships/font" Target="fonts/AlbertSansExtraLight-regular.fntdata"/><Relationship Id="rId41" Type="http://schemas.openxmlformats.org/officeDocument/2006/relationships/font" Target="fonts/AlbertSansLight-boldItalic.fntdata"/><Relationship Id="rId44" Type="http://schemas.openxmlformats.org/officeDocument/2006/relationships/font" Target="fonts/AlbertSansExtraLight-italic.fntdata"/><Relationship Id="rId43" Type="http://schemas.openxmlformats.org/officeDocument/2006/relationships/font" Target="fonts/AlbertSansExtraLight-bold.fntdata"/><Relationship Id="rId46" Type="http://schemas.openxmlformats.org/officeDocument/2006/relationships/font" Target="fonts/AlbertSansSemiBold-regular.fntdata"/><Relationship Id="rId45" Type="http://schemas.openxmlformats.org/officeDocument/2006/relationships/font" Target="fonts/AlbertSansExtra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AlbertSansSemiBold-italic.fntdata"/><Relationship Id="rId47" Type="http://schemas.openxmlformats.org/officeDocument/2006/relationships/font" Target="fonts/AlbertSansSemiBold-bold.fntdata"/><Relationship Id="rId49" Type="http://schemas.openxmlformats.org/officeDocument/2006/relationships/font" Target="fonts/AlbertSansSemiBold-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font" Target="fonts/FiraSansCondensedExtraBold-bold.fntdata"/><Relationship Id="rId34" Type="http://schemas.openxmlformats.org/officeDocument/2006/relationships/slide" Target="slides/slide27.xml"/><Relationship Id="rId37" Type="http://schemas.openxmlformats.org/officeDocument/2006/relationships/font" Target="fonts/BebasNeue-regular.fntdata"/><Relationship Id="rId36" Type="http://schemas.openxmlformats.org/officeDocument/2006/relationships/font" Target="fonts/FiraSansCondensedExtraBold-boldItalic.fntdata"/><Relationship Id="rId39" Type="http://schemas.openxmlformats.org/officeDocument/2006/relationships/font" Target="fonts/AlbertSansLight-bold.fntdata"/><Relationship Id="rId38" Type="http://schemas.openxmlformats.org/officeDocument/2006/relationships/font" Target="fonts/AlbertSansLight-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FiraSansCondensed-bold.fntdata"/><Relationship Id="rId50" Type="http://schemas.openxmlformats.org/officeDocument/2006/relationships/font" Target="fonts/FiraSansCondensed-regular.fntdata"/><Relationship Id="rId53" Type="http://schemas.openxmlformats.org/officeDocument/2006/relationships/font" Target="fonts/FiraSansCondensed-boldItalic.fntdata"/><Relationship Id="rId52" Type="http://schemas.openxmlformats.org/officeDocument/2006/relationships/font" Target="fonts/FiraSansCondensed-italic.fntdata"/><Relationship Id="rId11" Type="http://schemas.openxmlformats.org/officeDocument/2006/relationships/slide" Target="slides/slide4.xml"/><Relationship Id="rId55" Type="http://schemas.openxmlformats.org/officeDocument/2006/relationships/font" Target="fonts/AlbertSans-bold.fntdata"/><Relationship Id="rId10" Type="http://schemas.openxmlformats.org/officeDocument/2006/relationships/slide" Target="slides/slide3.xml"/><Relationship Id="rId54" Type="http://schemas.openxmlformats.org/officeDocument/2006/relationships/font" Target="fonts/AlbertSans-regular.fntdata"/><Relationship Id="rId13" Type="http://schemas.openxmlformats.org/officeDocument/2006/relationships/slide" Target="slides/slide6.xml"/><Relationship Id="rId57" Type="http://schemas.openxmlformats.org/officeDocument/2006/relationships/font" Target="fonts/AlbertSans-boldItalic.fntdata"/><Relationship Id="rId12" Type="http://schemas.openxmlformats.org/officeDocument/2006/relationships/slide" Target="slides/slide5.xml"/><Relationship Id="rId56" Type="http://schemas.openxmlformats.org/officeDocument/2006/relationships/font" Target="fonts/AlbertSans-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93" name="Google Shape;179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g31382230553_0_1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4" name="Google Shape;1864;g31382230553_0_1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gdd0c7d16c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8" name="Google Shape;2028;gdd0c7d16c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7" name="Shape 2037"/>
        <p:cNvGrpSpPr/>
        <p:nvPr/>
      </p:nvGrpSpPr>
      <p:grpSpPr>
        <a:xfrm>
          <a:off x="0" y="0"/>
          <a:ext cx="0" cy="0"/>
          <a:chOff x="0" y="0"/>
          <a:chExt cx="0" cy="0"/>
        </a:xfrm>
      </p:grpSpPr>
      <p:sp>
        <p:nvSpPr>
          <p:cNvPr id="2038" name="Google Shape;2038;gdd0c7d16c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9" name="Google Shape;2039;gdd0c7d16c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5" name="Shape 2145"/>
        <p:cNvGrpSpPr/>
        <p:nvPr/>
      </p:nvGrpSpPr>
      <p:grpSpPr>
        <a:xfrm>
          <a:off x="0" y="0"/>
          <a:ext cx="0" cy="0"/>
          <a:chOff x="0" y="0"/>
          <a:chExt cx="0" cy="0"/>
        </a:xfrm>
      </p:grpSpPr>
      <p:sp>
        <p:nvSpPr>
          <p:cNvPr id="2146" name="Google Shape;2146;g1de045886f1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7" name="Google Shape;2147;g1de045886f1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2" name="Shape 2152"/>
        <p:cNvGrpSpPr/>
        <p:nvPr/>
      </p:nvGrpSpPr>
      <p:grpSpPr>
        <a:xfrm>
          <a:off x="0" y="0"/>
          <a:ext cx="0" cy="0"/>
          <a:chOff x="0" y="0"/>
          <a:chExt cx="0" cy="0"/>
        </a:xfrm>
      </p:grpSpPr>
      <p:sp>
        <p:nvSpPr>
          <p:cNvPr id="2153" name="Google Shape;2153;g3147c18184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4" name="Google Shape;2154;g3147c18184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9" name="Shape 2159"/>
        <p:cNvGrpSpPr/>
        <p:nvPr/>
      </p:nvGrpSpPr>
      <p:grpSpPr>
        <a:xfrm>
          <a:off x="0" y="0"/>
          <a:ext cx="0" cy="0"/>
          <a:chOff x="0" y="0"/>
          <a:chExt cx="0" cy="0"/>
        </a:xfrm>
      </p:grpSpPr>
      <p:sp>
        <p:nvSpPr>
          <p:cNvPr id="2160" name="Google Shape;2160;g3147c18184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1" name="Google Shape;2161;g3147c18184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6" name="Shape 2166"/>
        <p:cNvGrpSpPr/>
        <p:nvPr/>
      </p:nvGrpSpPr>
      <p:grpSpPr>
        <a:xfrm>
          <a:off x="0" y="0"/>
          <a:ext cx="0" cy="0"/>
          <a:chOff x="0" y="0"/>
          <a:chExt cx="0" cy="0"/>
        </a:xfrm>
      </p:grpSpPr>
      <p:sp>
        <p:nvSpPr>
          <p:cNvPr id="2167" name="Google Shape;2167;g3147c18184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8" name="Google Shape;2168;g3147c18184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1de045886f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0" name="Google Shape;2190;g1de045886f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g31451c0f8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6" name="Google Shape;2196;g31451c0f8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g31382230553_0_2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5" name="Google Shape;2205;g31382230553_0_2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g3147c181849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5" name="Google Shape;2275;g3147c181849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0" name="Shape 2280"/>
        <p:cNvGrpSpPr/>
        <p:nvPr/>
      </p:nvGrpSpPr>
      <p:grpSpPr>
        <a:xfrm>
          <a:off x="0" y="0"/>
          <a:ext cx="0" cy="0"/>
          <a:chOff x="0" y="0"/>
          <a:chExt cx="0" cy="0"/>
        </a:xfrm>
      </p:grpSpPr>
      <p:sp>
        <p:nvSpPr>
          <p:cNvPr id="2281" name="Google Shape;2281;g3147c18184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2" name="Google Shape;2282;g3147c18184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8" name="Shape 2288"/>
        <p:cNvGrpSpPr/>
        <p:nvPr/>
      </p:nvGrpSpPr>
      <p:grpSpPr>
        <a:xfrm>
          <a:off x="0" y="0"/>
          <a:ext cx="0" cy="0"/>
          <a:chOff x="0" y="0"/>
          <a:chExt cx="0" cy="0"/>
        </a:xfrm>
      </p:grpSpPr>
      <p:sp>
        <p:nvSpPr>
          <p:cNvPr id="2289" name="Google Shape;2289;g3147c181849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0" name="Google Shape;2290;g3147c181849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6" name="Shape 2296"/>
        <p:cNvGrpSpPr/>
        <p:nvPr/>
      </p:nvGrpSpPr>
      <p:grpSpPr>
        <a:xfrm>
          <a:off x="0" y="0"/>
          <a:ext cx="0" cy="0"/>
          <a:chOff x="0" y="0"/>
          <a:chExt cx="0" cy="0"/>
        </a:xfrm>
      </p:grpSpPr>
      <p:sp>
        <p:nvSpPr>
          <p:cNvPr id="2297" name="Google Shape;2297;g3147c181849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8" name="Google Shape;2298;g3147c181849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g3147c181849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8" name="Google Shape;2308;g3147c181849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g3147c181849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6" name="Google Shape;2316;g3147c181849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4" name="Shape 2324"/>
        <p:cNvGrpSpPr/>
        <p:nvPr/>
      </p:nvGrpSpPr>
      <p:grpSpPr>
        <a:xfrm>
          <a:off x="0" y="0"/>
          <a:ext cx="0" cy="0"/>
          <a:chOff x="0" y="0"/>
          <a:chExt cx="0" cy="0"/>
        </a:xfrm>
      </p:grpSpPr>
      <p:sp>
        <p:nvSpPr>
          <p:cNvPr id="2325" name="Google Shape;2325;g3147c181849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6" name="Google Shape;2326;g3147c181849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2" name="Shape 2332"/>
        <p:cNvGrpSpPr/>
        <p:nvPr/>
      </p:nvGrpSpPr>
      <p:grpSpPr>
        <a:xfrm>
          <a:off x="0" y="0"/>
          <a:ext cx="0" cy="0"/>
          <a:chOff x="0" y="0"/>
          <a:chExt cx="0" cy="0"/>
        </a:xfrm>
      </p:grpSpPr>
      <p:sp>
        <p:nvSpPr>
          <p:cNvPr id="2333" name="Google Shape;2333;g3147c181849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4" name="Google Shape;2334;g3147c181849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2" name="Shape 2342"/>
        <p:cNvGrpSpPr/>
        <p:nvPr/>
      </p:nvGrpSpPr>
      <p:grpSpPr>
        <a:xfrm>
          <a:off x="0" y="0"/>
          <a:ext cx="0" cy="0"/>
          <a:chOff x="0" y="0"/>
          <a:chExt cx="0" cy="0"/>
        </a:xfrm>
      </p:grpSpPr>
      <p:sp>
        <p:nvSpPr>
          <p:cNvPr id="2343" name="Google Shape;2343;g3147c181849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4" name="Google Shape;2344;g3147c181849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g3147c181849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2" name="Google Shape;2352;g3147c181849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0" name="Shape 2360"/>
        <p:cNvGrpSpPr/>
        <p:nvPr/>
      </p:nvGrpSpPr>
      <p:grpSpPr>
        <a:xfrm>
          <a:off x="0" y="0"/>
          <a:ext cx="0" cy="0"/>
          <a:chOff x="0" y="0"/>
          <a:chExt cx="0" cy="0"/>
        </a:xfrm>
      </p:grpSpPr>
      <p:sp>
        <p:nvSpPr>
          <p:cNvPr id="2361" name="Google Shape;2361;g3147c181849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2" name="Google Shape;2362;g3147c181849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8" name="Shape 2368"/>
        <p:cNvGrpSpPr/>
        <p:nvPr/>
      </p:nvGrpSpPr>
      <p:grpSpPr>
        <a:xfrm>
          <a:off x="0" y="0"/>
          <a:ext cx="0" cy="0"/>
          <a:chOff x="0" y="0"/>
          <a:chExt cx="0" cy="0"/>
        </a:xfrm>
      </p:grpSpPr>
      <p:sp>
        <p:nvSpPr>
          <p:cNvPr id="2369" name="Google Shape;2369;g3147c181849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0" name="Google Shape;2370;g3147c181849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g314c875b4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7" name="Google Shape;2377;g314c875b4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1" name="Shape 2381"/>
        <p:cNvGrpSpPr/>
        <p:nvPr/>
      </p:nvGrpSpPr>
      <p:grpSpPr>
        <a:xfrm>
          <a:off x="0" y="0"/>
          <a:ext cx="0" cy="0"/>
          <a:chOff x="0" y="0"/>
          <a:chExt cx="0" cy="0"/>
        </a:xfrm>
      </p:grpSpPr>
      <p:sp>
        <p:nvSpPr>
          <p:cNvPr id="2382" name="Google Shape;2382;g31495f4dc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3" name="Google Shape;2383;g31495f4dc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7" name="Shape 2387"/>
        <p:cNvGrpSpPr/>
        <p:nvPr/>
      </p:nvGrpSpPr>
      <p:grpSpPr>
        <a:xfrm>
          <a:off x="0" y="0"/>
          <a:ext cx="0" cy="0"/>
          <a:chOff x="0" y="0"/>
          <a:chExt cx="0" cy="0"/>
        </a:xfrm>
      </p:grpSpPr>
      <p:sp>
        <p:nvSpPr>
          <p:cNvPr id="2388" name="Google Shape;2388;g3147c181849_2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9" name="Google Shape;2389;g3147c181849_2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4" name="Shape 2394"/>
        <p:cNvGrpSpPr/>
        <p:nvPr/>
      </p:nvGrpSpPr>
      <p:grpSpPr>
        <a:xfrm>
          <a:off x="0" y="0"/>
          <a:ext cx="0" cy="0"/>
          <a:chOff x="0" y="0"/>
          <a:chExt cx="0" cy="0"/>
        </a:xfrm>
      </p:grpSpPr>
      <p:sp>
        <p:nvSpPr>
          <p:cNvPr id="2395" name="Google Shape;2395;g1de045886f1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6" name="Google Shape;2396;g1de045886f1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244" y="24"/>
            <a:ext cx="9144155" cy="5165694"/>
            <a:chOff x="-244" y="24"/>
            <a:chExt cx="9144155" cy="5165694"/>
          </a:xfrm>
        </p:grpSpPr>
        <p:sp>
          <p:nvSpPr>
            <p:cNvPr id="10" name="Google Shape;10;p2"/>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 name="Google Shape;12;p2"/>
          <p:cNvGrpSpPr/>
          <p:nvPr/>
        </p:nvGrpSpPr>
        <p:grpSpPr>
          <a:xfrm>
            <a:off x="303630" y="306525"/>
            <a:ext cx="8536741" cy="4552701"/>
            <a:chOff x="2434200" y="841500"/>
            <a:chExt cx="4622450" cy="3053250"/>
          </a:xfrm>
        </p:grpSpPr>
        <p:sp>
          <p:nvSpPr>
            <p:cNvPr id="13" name="Google Shape;13;p2"/>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txBox="1"/>
          <p:nvPr>
            <p:ph type="ctrTitle"/>
          </p:nvPr>
        </p:nvSpPr>
        <p:spPr>
          <a:xfrm>
            <a:off x="3134050" y="966200"/>
            <a:ext cx="5170500" cy="1988400"/>
          </a:xfrm>
          <a:prstGeom prst="rect">
            <a:avLst/>
          </a:prstGeom>
        </p:spPr>
        <p:txBody>
          <a:bodyPr anchorCtr="0" anchor="ctr" bIns="91425" lIns="91425" spcFirstLastPara="1" rIns="91425" wrap="square" tIns="91425">
            <a:noAutofit/>
          </a:bodyPr>
          <a:lstStyle>
            <a:lvl1pPr lvl="0" rtl="0">
              <a:spcBef>
                <a:spcPts val="0"/>
              </a:spcBef>
              <a:spcAft>
                <a:spcPts val="0"/>
              </a:spcAft>
              <a:buSzPts val="8500"/>
              <a:buNone/>
              <a:defRPr sz="4800">
                <a:latin typeface="Fira Sans Condensed ExtraBold"/>
                <a:ea typeface="Fira Sans Condensed ExtraBold"/>
                <a:cs typeface="Fira Sans Condensed ExtraBold"/>
                <a:sym typeface="Fira Sans Condensed ExtraBold"/>
              </a:defRPr>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6" name="Google Shape;16;p2"/>
          <p:cNvSpPr txBox="1"/>
          <p:nvPr>
            <p:ph idx="1" type="subTitle"/>
          </p:nvPr>
        </p:nvSpPr>
        <p:spPr>
          <a:xfrm>
            <a:off x="3134050" y="2814150"/>
            <a:ext cx="5170500" cy="46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244" y="24"/>
            <a:ext cx="9144155" cy="5165694"/>
            <a:chOff x="-244" y="24"/>
            <a:chExt cx="9144155" cy="5165694"/>
          </a:xfrm>
        </p:grpSpPr>
        <p:sp>
          <p:nvSpPr>
            <p:cNvPr id="19" name="Google Shape;19;p3"/>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3"/>
          <p:cNvGrpSpPr/>
          <p:nvPr/>
        </p:nvGrpSpPr>
        <p:grpSpPr>
          <a:xfrm>
            <a:off x="303630" y="306525"/>
            <a:ext cx="8536741" cy="4552701"/>
            <a:chOff x="2434200" y="841500"/>
            <a:chExt cx="4622450" cy="3053250"/>
          </a:xfrm>
        </p:grpSpPr>
        <p:sp>
          <p:nvSpPr>
            <p:cNvPr id="22" name="Google Shape;22;p3"/>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txBox="1"/>
          <p:nvPr>
            <p:ph type="title"/>
          </p:nvPr>
        </p:nvSpPr>
        <p:spPr>
          <a:xfrm>
            <a:off x="2566775" y="2554200"/>
            <a:ext cx="58641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 name="Google Shape;25;p3"/>
          <p:cNvSpPr txBox="1"/>
          <p:nvPr>
            <p:ph hasCustomPrompt="1" idx="2" type="title"/>
          </p:nvPr>
        </p:nvSpPr>
        <p:spPr>
          <a:xfrm>
            <a:off x="4887075"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10000"/>
              <a:buNone/>
              <a:defRPr sz="6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26" name="Google Shape;26;p3"/>
          <p:cNvSpPr txBox="1"/>
          <p:nvPr>
            <p:ph idx="1" type="subTitle"/>
          </p:nvPr>
        </p:nvSpPr>
        <p:spPr>
          <a:xfrm>
            <a:off x="3071325" y="3396000"/>
            <a:ext cx="4854600" cy="598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 name="Google Shape;27;p3"/>
          <p:cNvSpPr/>
          <p:nvPr/>
        </p:nvSpPr>
        <p:spPr>
          <a:xfrm rot="-5400000">
            <a:off x="8000234" y="877971"/>
            <a:ext cx="1372494" cy="915118"/>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244" y="24"/>
            <a:ext cx="9144155" cy="5165694"/>
            <a:chOff x="-244" y="24"/>
            <a:chExt cx="9144155" cy="5165694"/>
          </a:xfrm>
        </p:grpSpPr>
        <p:sp>
          <p:nvSpPr>
            <p:cNvPr id="30" name="Google Shape;30;p4"/>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 name="Google Shape;32;p4"/>
          <p:cNvGrpSpPr/>
          <p:nvPr/>
        </p:nvGrpSpPr>
        <p:grpSpPr>
          <a:xfrm>
            <a:off x="303630" y="306525"/>
            <a:ext cx="8536741" cy="4552701"/>
            <a:chOff x="2434200" y="841500"/>
            <a:chExt cx="4622450" cy="3053250"/>
          </a:xfrm>
        </p:grpSpPr>
        <p:sp>
          <p:nvSpPr>
            <p:cNvPr id="33" name="Google Shape;33;p4"/>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720000" y="1203200"/>
            <a:ext cx="7704000" cy="3678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434343"/>
              </a:buClr>
              <a:buSzPts val="1200"/>
              <a:buAutoNum type="arabicPeriod"/>
              <a:defRPr sz="1200"/>
            </a:lvl1pPr>
            <a:lvl2pPr indent="-304800" lvl="1" marL="914400">
              <a:spcBef>
                <a:spcPts val="0"/>
              </a:spcBef>
              <a:spcAft>
                <a:spcPts val="0"/>
              </a:spcAft>
              <a:buClr>
                <a:srgbClr val="434343"/>
              </a:buClr>
              <a:buSzPts val="1200"/>
              <a:buFont typeface="Roboto Condensed Light"/>
              <a:buAutoNum type="alphaLcPeriod"/>
              <a:defRPr/>
            </a:lvl2pPr>
            <a:lvl3pPr indent="-304800" lvl="2" marL="1371600">
              <a:spcBef>
                <a:spcPts val="0"/>
              </a:spcBef>
              <a:spcAft>
                <a:spcPts val="0"/>
              </a:spcAft>
              <a:buClr>
                <a:srgbClr val="434343"/>
              </a:buClr>
              <a:buSzPts val="1200"/>
              <a:buFont typeface="Roboto Condensed Light"/>
              <a:buAutoNum type="romanLcPeriod"/>
              <a:defRPr/>
            </a:lvl3pPr>
            <a:lvl4pPr indent="-304800" lvl="3" marL="1828800">
              <a:spcBef>
                <a:spcPts val="0"/>
              </a:spcBef>
              <a:spcAft>
                <a:spcPts val="0"/>
              </a:spcAft>
              <a:buClr>
                <a:srgbClr val="434343"/>
              </a:buClr>
              <a:buSzPts val="1200"/>
              <a:buFont typeface="Roboto Condensed Light"/>
              <a:buAutoNum type="arabicPeriod"/>
              <a:defRPr/>
            </a:lvl4pPr>
            <a:lvl5pPr indent="-304800" lvl="4" marL="2286000">
              <a:spcBef>
                <a:spcPts val="0"/>
              </a:spcBef>
              <a:spcAft>
                <a:spcPts val="0"/>
              </a:spcAft>
              <a:buClr>
                <a:srgbClr val="434343"/>
              </a:buClr>
              <a:buSzPts val="1200"/>
              <a:buFont typeface="Roboto Condensed Light"/>
              <a:buAutoNum type="alphaLcPeriod"/>
              <a:defRPr/>
            </a:lvl5pPr>
            <a:lvl6pPr indent="-304800" lvl="5" marL="2743200">
              <a:spcBef>
                <a:spcPts val="0"/>
              </a:spcBef>
              <a:spcAft>
                <a:spcPts val="0"/>
              </a:spcAft>
              <a:buClr>
                <a:srgbClr val="434343"/>
              </a:buClr>
              <a:buSzPts val="1200"/>
              <a:buFont typeface="Roboto Condensed Light"/>
              <a:buAutoNum type="romanLcPeriod"/>
              <a:defRPr/>
            </a:lvl6pPr>
            <a:lvl7pPr indent="-304800" lvl="6" marL="3200400">
              <a:spcBef>
                <a:spcPts val="0"/>
              </a:spcBef>
              <a:spcAft>
                <a:spcPts val="0"/>
              </a:spcAft>
              <a:buClr>
                <a:srgbClr val="434343"/>
              </a:buClr>
              <a:buSzPts val="1200"/>
              <a:buFont typeface="Roboto Condensed Light"/>
              <a:buAutoNum type="arabicPeriod"/>
              <a:defRPr/>
            </a:lvl7pPr>
            <a:lvl8pPr indent="-304800" lvl="7" marL="3657600">
              <a:spcBef>
                <a:spcPts val="0"/>
              </a:spcBef>
              <a:spcAft>
                <a:spcPts val="0"/>
              </a:spcAft>
              <a:buClr>
                <a:srgbClr val="434343"/>
              </a:buClr>
              <a:buSzPts val="1200"/>
              <a:buFont typeface="Roboto Condensed Light"/>
              <a:buAutoNum type="alphaLcPeriod"/>
              <a:defRPr/>
            </a:lvl8pPr>
            <a:lvl9pPr indent="-304800" lvl="8" marL="4114800">
              <a:spcBef>
                <a:spcPts val="0"/>
              </a:spcBef>
              <a:spcAft>
                <a:spcPts val="0"/>
              </a:spcAft>
              <a:buClr>
                <a:srgbClr val="434343"/>
              </a:buClr>
              <a:buSzPts val="1200"/>
              <a:buFont typeface="Roboto Condensed Light"/>
              <a:buAutoNum type="romanLcPeriod"/>
              <a:defRPr/>
            </a:lvl9pPr>
          </a:lstStyle>
          <a:p/>
        </p:txBody>
      </p:sp>
      <p:sp>
        <p:nvSpPr>
          <p:cNvPr id="37" name="Google Shape;3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38" name="Google Shape;38;p4"/>
          <p:cNvGrpSpPr/>
          <p:nvPr/>
        </p:nvGrpSpPr>
        <p:grpSpPr>
          <a:xfrm>
            <a:off x="8066919" y="92141"/>
            <a:ext cx="972630" cy="1011658"/>
            <a:chOff x="512425" y="919675"/>
            <a:chExt cx="1712075" cy="1780775"/>
          </a:xfrm>
        </p:grpSpPr>
        <p:sp>
          <p:nvSpPr>
            <p:cNvPr id="39" name="Google Shape;39;p4"/>
            <p:cNvSpPr/>
            <p:nvPr/>
          </p:nvSpPr>
          <p:spPr>
            <a:xfrm>
              <a:off x="512425" y="919675"/>
              <a:ext cx="1712075" cy="1780775"/>
            </a:xfrm>
            <a:custGeom>
              <a:rect b="b" l="l" r="r" t="t"/>
              <a:pathLst>
                <a:path extrusionOk="0" h="71231" w="68483">
                  <a:moveTo>
                    <a:pt x="48511" y="1"/>
                  </a:moveTo>
                  <a:cubicBezTo>
                    <a:pt x="43851" y="1"/>
                    <a:pt x="1284" y="13886"/>
                    <a:pt x="670" y="16022"/>
                  </a:cubicBezTo>
                  <a:cubicBezTo>
                    <a:pt x="1" y="18211"/>
                    <a:pt x="16263" y="69154"/>
                    <a:pt x="18846" y="71069"/>
                  </a:cubicBezTo>
                  <a:cubicBezTo>
                    <a:pt x="19003" y="71179"/>
                    <a:pt x="19306" y="71231"/>
                    <a:pt x="19738" y="71231"/>
                  </a:cubicBezTo>
                  <a:cubicBezTo>
                    <a:pt x="26583" y="71231"/>
                    <a:pt x="65740" y="58142"/>
                    <a:pt x="67084" y="55111"/>
                  </a:cubicBezTo>
                  <a:cubicBezTo>
                    <a:pt x="68482" y="51889"/>
                    <a:pt x="50519" y="1189"/>
                    <a:pt x="48877" y="65"/>
                  </a:cubicBezTo>
                  <a:cubicBezTo>
                    <a:pt x="48815" y="22"/>
                    <a:pt x="48691" y="1"/>
                    <a:pt x="485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666700" y="1096725"/>
              <a:ext cx="1075275" cy="488075"/>
            </a:xfrm>
            <a:custGeom>
              <a:rect b="b" l="l" r="r" t="t"/>
              <a:pathLst>
                <a:path extrusionOk="0" h="19523" w="43011">
                  <a:moveTo>
                    <a:pt x="39810" y="0"/>
                  </a:moveTo>
                  <a:cubicBezTo>
                    <a:pt x="38152" y="0"/>
                    <a:pt x="2087" y="11928"/>
                    <a:pt x="1064" y="12831"/>
                  </a:cubicBezTo>
                  <a:cubicBezTo>
                    <a:pt x="0" y="13743"/>
                    <a:pt x="1976" y="19214"/>
                    <a:pt x="3253" y="19518"/>
                  </a:cubicBezTo>
                  <a:cubicBezTo>
                    <a:pt x="3265" y="19521"/>
                    <a:pt x="3282" y="19522"/>
                    <a:pt x="3303" y="19522"/>
                  </a:cubicBezTo>
                  <a:cubicBezTo>
                    <a:pt x="5211" y="19522"/>
                    <a:pt x="41256" y="7443"/>
                    <a:pt x="42068" y="6691"/>
                  </a:cubicBezTo>
                  <a:cubicBezTo>
                    <a:pt x="43010" y="5779"/>
                    <a:pt x="41065" y="247"/>
                    <a:pt x="39849" y="4"/>
                  </a:cubicBezTo>
                  <a:cubicBezTo>
                    <a:pt x="39839" y="2"/>
                    <a:pt x="39826" y="0"/>
                    <a:pt x="398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831600" y="1775475"/>
              <a:ext cx="215825" cy="203450"/>
            </a:xfrm>
            <a:custGeom>
              <a:rect b="b" l="l" r="r" t="t"/>
              <a:pathLst>
                <a:path extrusionOk="0" h="8138" w="8633">
                  <a:moveTo>
                    <a:pt x="6431" y="1"/>
                  </a:moveTo>
                  <a:cubicBezTo>
                    <a:pt x="5256" y="1"/>
                    <a:pt x="119" y="1747"/>
                    <a:pt x="91" y="2216"/>
                  </a:cubicBezTo>
                  <a:cubicBezTo>
                    <a:pt x="0" y="2702"/>
                    <a:pt x="1641" y="7566"/>
                    <a:pt x="2037" y="8082"/>
                  </a:cubicBezTo>
                  <a:cubicBezTo>
                    <a:pt x="2066" y="8120"/>
                    <a:pt x="2141" y="8137"/>
                    <a:pt x="2252" y="8137"/>
                  </a:cubicBezTo>
                  <a:cubicBezTo>
                    <a:pt x="3413" y="8137"/>
                    <a:pt x="8574" y="6282"/>
                    <a:pt x="8602" y="5894"/>
                  </a:cubicBezTo>
                  <a:cubicBezTo>
                    <a:pt x="8632" y="5377"/>
                    <a:pt x="6991" y="544"/>
                    <a:pt x="6657" y="58"/>
                  </a:cubicBezTo>
                  <a:cubicBezTo>
                    <a:pt x="6629" y="19"/>
                    <a:pt x="6550" y="1"/>
                    <a:pt x="6431" y="1"/>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1093000" y="1688850"/>
              <a:ext cx="215825" cy="203600"/>
            </a:xfrm>
            <a:custGeom>
              <a:rect b="b" l="l" r="r" t="t"/>
              <a:pathLst>
                <a:path extrusionOk="0" h="8144" w="8633">
                  <a:moveTo>
                    <a:pt x="6432" y="1"/>
                  </a:moveTo>
                  <a:cubicBezTo>
                    <a:pt x="5261" y="1"/>
                    <a:pt x="147" y="1747"/>
                    <a:pt x="91" y="2216"/>
                  </a:cubicBezTo>
                  <a:cubicBezTo>
                    <a:pt x="0" y="2733"/>
                    <a:pt x="1642" y="7566"/>
                    <a:pt x="2006" y="8082"/>
                  </a:cubicBezTo>
                  <a:cubicBezTo>
                    <a:pt x="2040" y="8124"/>
                    <a:pt x="2123" y="8144"/>
                    <a:pt x="2247" y="8144"/>
                  </a:cubicBezTo>
                  <a:cubicBezTo>
                    <a:pt x="3459" y="8144"/>
                    <a:pt x="8547" y="6283"/>
                    <a:pt x="8602" y="5924"/>
                  </a:cubicBezTo>
                  <a:cubicBezTo>
                    <a:pt x="8633" y="5377"/>
                    <a:pt x="6991" y="544"/>
                    <a:pt x="6657" y="58"/>
                  </a:cubicBezTo>
                  <a:cubicBezTo>
                    <a:pt x="6629" y="19"/>
                    <a:pt x="6551" y="1"/>
                    <a:pt x="6432" y="1"/>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1354400" y="1602400"/>
              <a:ext cx="215075" cy="203450"/>
            </a:xfrm>
            <a:custGeom>
              <a:rect b="b" l="l" r="r" t="t"/>
              <a:pathLst>
                <a:path extrusionOk="0" h="8138" w="8603">
                  <a:moveTo>
                    <a:pt x="6443" y="0"/>
                  </a:moveTo>
                  <a:cubicBezTo>
                    <a:pt x="5290" y="0"/>
                    <a:pt x="144" y="1740"/>
                    <a:pt x="61" y="2239"/>
                  </a:cubicBezTo>
                  <a:cubicBezTo>
                    <a:pt x="0" y="2726"/>
                    <a:pt x="1642" y="7589"/>
                    <a:pt x="2006" y="8075"/>
                  </a:cubicBezTo>
                  <a:cubicBezTo>
                    <a:pt x="2038" y="8118"/>
                    <a:pt x="2120" y="8137"/>
                    <a:pt x="2244" y="8137"/>
                  </a:cubicBezTo>
                  <a:cubicBezTo>
                    <a:pt x="3446" y="8137"/>
                    <a:pt x="8544" y="6303"/>
                    <a:pt x="8572" y="5917"/>
                  </a:cubicBezTo>
                  <a:cubicBezTo>
                    <a:pt x="8602" y="5370"/>
                    <a:pt x="6991" y="568"/>
                    <a:pt x="6657" y="51"/>
                  </a:cubicBezTo>
                  <a:cubicBezTo>
                    <a:pt x="6628" y="16"/>
                    <a:pt x="6554" y="0"/>
                    <a:pt x="6443"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1615800" y="1516550"/>
              <a:ext cx="215075" cy="202675"/>
            </a:xfrm>
            <a:custGeom>
              <a:rect b="b" l="l" r="r" t="t"/>
              <a:pathLst>
                <a:path extrusionOk="0" h="8107" w="8603">
                  <a:moveTo>
                    <a:pt x="6437" y="0"/>
                  </a:moveTo>
                  <a:cubicBezTo>
                    <a:pt x="5353" y="0"/>
                    <a:pt x="145" y="1764"/>
                    <a:pt x="61" y="2208"/>
                  </a:cubicBezTo>
                  <a:cubicBezTo>
                    <a:pt x="0" y="2695"/>
                    <a:pt x="1611" y="7558"/>
                    <a:pt x="2007" y="8044"/>
                  </a:cubicBezTo>
                  <a:cubicBezTo>
                    <a:pt x="2038" y="8087"/>
                    <a:pt x="2120" y="8106"/>
                    <a:pt x="2244" y="8106"/>
                  </a:cubicBezTo>
                  <a:cubicBezTo>
                    <a:pt x="3446" y="8106"/>
                    <a:pt x="8544" y="6272"/>
                    <a:pt x="8572" y="5886"/>
                  </a:cubicBezTo>
                  <a:cubicBezTo>
                    <a:pt x="8602" y="5369"/>
                    <a:pt x="6991" y="536"/>
                    <a:pt x="6627" y="50"/>
                  </a:cubicBezTo>
                  <a:cubicBezTo>
                    <a:pt x="6606" y="16"/>
                    <a:pt x="6540" y="0"/>
                    <a:pt x="6437"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922775" y="2050150"/>
              <a:ext cx="215825" cy="203250"/>
            </a:xfrm>
            <a:custGeom>
              <a:rect b="b" l="l" r="r" t="t"/>
              <a:pathLst>
                <a:path extrusionOk="0" h="8130" w="8633">
                  <a:moveTo>
                    <a:pt x="6472" y="0"/>
                  </a:moveTo>
                  <a:cubicBezTo>
                    <a:pt x="5380" y="0"/>
                    <a:pt x="120" y="1755"/>
                    <a:pt x="92" y="2202"/>
                  </a:cubicBezTo>
                  <a:cubicBezTo>
                    <a:pt x="1" y="2719"/>
                    <a:pt x="1642" y="7582"/>
                    <a:pt x="2007" y="8068"/>
                  </a:cubicBezTo>
                  <a:cubicBezTo>
                    <a:pt x="2040" y="8110"/>
                    <a:pt x="2124" y="8130"/>
                    <a:pt x="2248" y="8130"/>
                  </a:cubicBezTo>
                  <a:cubicBezTo>
                    <a:pt x="3465" y="8130"/>
                    <a:pt x="8575" y="6269"/>
                    <a:pt x="8603" y="5910"/>
                  </a:cubicBezTo>
                  <a:cubicBezTo>
                    <a:pt x="8633" y="5363"/>
                    <a:pt x="6992" y="530"/>
                    <a:pt x="6657" y="44"/>
                  </a:cubicBezTo>
                  <a:cubicBezTo>
                    <a:pt x="6632" y="14"/>
                    <a:pt x="6568" y="0"/>
                    <a:pt x="6472"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1184175" y="1963525"/>
              <a:ext cx="215850" cy="203275"/>
            </a:xfrm>
            <a:custGeom>
              <a:rect b="b" l="l" r="r" t="t"/>
              <a:pathLst>
                <a:path extrusionOk="0" h="8131" w="8634">
                  <a:moveTo>
                    <a:pt x="6472" y="0"/>
                  </a:moveTo>
                  <a:cubicBezTo>
                    <a:pt x="5381" y="0"/>
                    <a:pt x="120" y="1757"/>
                    <a:pt x="92" y="2232"/>
                  </a:cubicBezTo>
                  <a:cubicBezTo>
                    <a:pt x="1" y="2719"/>
                    <a:pt x="1642" y="7582"/>
                    <a:pt x="2007" y="8068"/>
                  </a:cubicBezTo>
                  <a:cubicBezTo>
                    <a:pt x="2041" y="8111"/>
                    <a:pt x="2126" y="8130"/>
                    <a:pt x="2252" y="8130"/>
                  </a:cubicBezTo>
                  <a:cubicBezTo>
                    <a:pt x="3472" y="8130"/>
                    <a:pt x="8545" y="6296"/>
                    <a:pt x="8572" y="5910"/>
                  </a:cubicBezTo>
                  <a:cubicBezTo>
                    <a:pt x="8633" y="5363"/>
                    <a:pt x="6992" y="560"/>
                    <a:pt x="6657" y="44"/>
                  </a:cubicBezTo>
                  <a:cubicBezTo>
                    <a:pt x="6633" y="14"/>
                    <a:pt x="6569" y="0"/>
                    <a:pt x="6472"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1445575" y="1877500"/>
              <a:ext cx="215850" cy="202675"/>
            </a:xfrm>
            <a:custGeom>
              <a:rect b="b" l="l" r="r" t="t"/>
              <a:pathLst>
                <a:path extrusionOk="0" h="8107" w="8634">
                  <a:moveTo>
                    <a:pt x="6454" y="0"/>
                  </a:moveTo>
                  <a:cubicBezTo>
                    <a:pt x="5323" y="0"/>
                    <a:pt x="117"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1" y="16"/>
                    <a:pt x="6561" y="0"/>
                    <a:pt x="6454"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1009400" y="2313075"/>
              <a:ext cx="215850" cy="203275"/>
            </a:xfrm>
            <a:custGeom>
              <a:rect b="b" l="l" r="r" t="t"/>
              <a:pathLst>
                <a:path extrusionOk="0" h="8131" w="8634">
                  <a:moveTo>
                    <a:pt x="6473" y="0"/>
                  </a:moveTo>
                  <a:cubicBezTo>
                    <a:pt x="5385" y="0"/>
                    <a:pt x="148" y="1757"/>
                    <a:pt x="92" y="2232"/>
                  </a:cubicBezTo>
                  <a:cubicBezTo>
                    <a:pt x="1" y="2718"/>
                    <a:pt x="1642" y="7582"/>
                    <a:pt x="2007" y="8068"/>
                  </a:cubicBezTo>
                  <a:cubicBezTo>
                    <a:pt x="2041" y="8111"/>
                    <a:pt x="2126" y="8130"/>
                    <a:pt x="2252" y="8130"/>
                  </a:cubicBezTo>
                  <a:cubicBezTo>
                    <a:pt x="3472" y="8130"/>
                    <a:pt x="8548" y="6296"/>
                    <a:pt x="8603" y="5910"/>
                  </a:cubicBezTo>
                  <a:cubicBezTo>
                    <a:pt x="8633" y="5363"/>
                    <a:pt x="6992" y="560"/>
                    <a:pt x="6657" y="44"/>
                  </a:cubicBezTo>
                  <a:cubicBezTo>
                    <a:pt x="6633" y="14"/>
                    <a:pt x="6569" y="0"/>
                    <a:pt x="6473"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1270800" y="2227050"/>
              <a:ext cx="215850" cy="202675"/>
            </a:xfrm>
            <a:custGeom>
              <a:rect b="b" l="l" r="r" t="t"/>
              <a:pathLst>
                <a:path extrusionOk="0" h="8107" w="8634">
                  <a:moveTo>
                    <a:pt x="6461" y="0"/>
                  </a:moveTo>
                  <a:cubicBezTo>
                    <a:pt x="5353" y="0"/>
                    <a:pt x="145"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4" y="16"/>
                    <a:pt x="6566" y="0"/>
                    <a:pt x="6461"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1532975" y="2140400"/>
              <a:ext cx="215825" cy="203425"/>
            </a:xfrm>
            <a:custGeom>
              <a:rect b="b" l="l" r="r" t="t"/>
              <a:pathLst>
                <a:path extrusionOk="0" h="8137" w="8633">
                  <a:moveTo>
                    <a:pt x="6453" y="1"/>
                  </a:moveTo>
                  <a:cubicBezTo>
                    <a:pt x="5323" y="1"/>
                    <a:pt x="117" y="1765"/>
                    <a:pt x="61" y="2209"/>
                  </a:cubicBezTo>
                  <a:cubicBezTo>
                    <a:pt x="0" y="2695"/>
                    <a:pt x="1642" y="7559"/>
                    <a:pt x="2006" y="8075"/>
                  </a:cubicBezTo>
                  <a:cubicBezTo>
                    <a:pt x="2037" y="8117"/>
                    <a:pt x="2118" y="8137"/>
                    <a:pt x="2240" y="8137"/>
                  </a:cubicBezTo>
                  <a:cubicBezTo>
                    <a:pt x="3433" y="8137"/>
                    <a:pt x="8544" y="6273"/>
                    <a:pt x="8572" y="5887"/>
                  </a:cubicBezTo>
                  <a:cubicBezTo>
                    <a:pt x="8633" y="5370"/>
                    <a:pt x="6991" y="537"/>
                    <a:pt x="6657" y="51"/>
                  </a:cubicBezTo>
                  <a:cubicBezTo>
                    <a:pt x="6631" y="17"/>
                    <a:pt x="6560" y="1"/>
                    <a:pt x="6453" y="1"/>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707750" y="1790875"/>
              <a:ext cx="300925" cy="466325"/>
            </a:xfrm>
            <a:custGeom>
              <a:rect b="b" l="l" r="r" t="t"/>
              <a:pathLst>
                <a:path extrusionOk="0" h="18653" w="12037">
                  <a:moveTo>
                    <a:pt x="6407" y="0"/>
                  </a:moveTo>
                  <a:cubicBezTo>
                    <a:pt x="5322" y="0"/>
                    <a:pt x="114" y="1764"/>
                    <a:pt x="31" y="2208"/>
                  </a:cubicBezTo>
                  <a:cubicBezTo>
                    <a:pt x="0" y="2634"/>
                    <a:pt x="5076" y="18074"/>
                    <a:pt x="5472" y="18591"/>
                  </a:cubicBezTo>
                  <a:cubicBezTo>
                    <a:pt x="5502" y="18633"/>
                    <a:pt x="5583" y="18653"/>
                    <a:pt x="5705" y="18653"/>
                  </a:cubicBezTo>
                  <a:cubicBezTo>
                    <a:pt x="6899" y="18653"/>
                    <a:pt x="12009" y="16792"/>
                    <a:pt x="12037" y="16433"/>
                  </a:cubicBezTo>
                  <a:cubicBezTo>
                    <a:pt x="12037" y="15916"/>
                    <a:pt x="6870" y="445"/>
                    <a:pt x="6596" y="50"/>
                  </a:cubicBezTo>
                  <a:cubicBezTo>
                    <a:pt x="6575" y="16"/>
                    <a:pt x="6509" y="0"/>
                    <a:pt x="6407"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644650" y="1059325"/>
              <a:ext cx="1120875" cy="562600"/>
            </a:xfrm>
            <a:custGeom>
              <a:rect b="b" l="l" r="r" t="t"/>
              <a:pathLst>
                <a:path extrusionOk="0" h="22504" w="44835">
                  <a:moveTo>
                    <a:pt x="41278" y="315"/>
                  </a:moveTo>
                  <a:cubicBezTo>
                    <a:pt x="41947" y="527"/>
                    <a:pt x="43163" y="3050"/>
                    <a:pt x="43862" y="5603"/>
                  </a:cubicBezTo>
                  <a:cubicBezTo>
                    <a:pt x="44348" y="7488"/>
                    <a:pt x="44318" y="8430"/>
                    <a:pt x="44074" y="8704"/>
                  </a:cubicBezTo>
                  <a:cubicBezTo>
                    <a:pt x="43619" y="9160"/>
                    <a:pt x="34804" y="12290"/>
                    <a:pt x="24013" y="15877"/>
                  </a:cubicBezTo>
                  <a:cubicBezTo>
                    <a:pt x="12876" y="19590"/>
                    <a:pt x="4640" y="22112"/>
                    <a:pt x="3674" y="22112"/>
                  </a:cubicBezTo>
                  <a:cubicBezTo>
                    <a:pt x="3651" y="22112"/>
                    <a:pt x="3632" y="22111"/>
                    <a:pt x="3618" y="22108"/>
                  </a:cubicBezTo>
                  <a:cubicBezTo>
                    <a:pt x="2858" y="21895"/>
                    <a:pt x="1490" y="19069"/>
                    <a:pt x="882" y="16515"/>
                  </a:cubicBezTo>
                  <a:cubicBezTo>
                    <a:pt x="548" y="15087"/>
                    <a:pt x="487" y="14053"/>
                    <a:pt x="791" y="13749"/>
                  </a:cubicBezTo>
                  <a:cubicBezTo>
                    <a:pt x="1916" y="12655"/>
                    <a:pt x="39090" y="345"/>
                    <a:pt x="41278" y="345"/>
                  </a:cubicBezTo>
                  <a:lnTo>
                    <a:pt x="41278" y="315"/>
                  </a:lnTo>
                  <a:close/>
                  <a:moveTo>
                    <a:pt x="41283" y="0"/>
                  </a:moveTo>
                  <a:cubicBezTo>
                    <a:pt x="38961" y="0"/>
                    <a:pt x="1623" y="12370"/>
                    <a:pt x="487" y="13506"/>
                  </a:cubicBezTo>
                  <a:cubicBezTo>
                    <a:pt x="1" y="14023"/>
                    <a:pt x="244" y="15482"/>
                    <a:pt x="487" y="16607"/>
                  </a:cubicBezTo>
                  <a:cubicBezTo>
                    <a:pt x="1034" y="18795"/>
                    <a:pt x="2402" y="22139"/>
                    <a:pt x="3466" y="22503"/>
                  </a:cubicBezTo>
                  <a:lnTo>
                    <a:pt x="3587" y="22503"/>
                  </a:lnTo>
                  <a:cubicBezTo>
                    <a:pt x="5198" y="22503"/>
                    <a:pt x="19636" y="17762"/>
                    <a:pt x="24044" y="16272"/>
                  </a:cubicBezTo>
                  <a:cubicBezTo>
                    <a:pt x="30822" y="14023"/>
                    <a:pt x="43771" y="9585"/>
                    <a:pt x="44318" y="9008"/>
                  </a:cubicBezTo>
                  <a:cubicBezTo>
                    <a:pt x="44834" y="8430"/>
                    <a:pt x="44530" y="6819"/>
                    <a:pt x="44196" y="5543"/>
                  </a:cubicBezTo>
                  <a:cubicBezTo>
                    <a:pt x="43649" y="3536"/>
                    <a:pt x="42403" y="345"/>
                    <a:pt x="41369" y="11"/>
                  </a:cubicBezTo>
                  <a:cubicBezTo>
                    <a:pt x="41350" y="4"/>
                    <a:pt x="41321" y="0"/>
                    <a:pt x="41283" y="0"/>
                  </a:cubicBezTo>
                  <a:close/>
                </a:path>
              </a:pathLst>
            </a:custGeom>
            <a:solidFill>
              <a:srgbClr val="486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46925" y="1344525"/>
              <a:ext cx="1260700" cy="425575"/>
            </a:xfrm>
            <a:custGeom>
              <a:rect b="b" l="l" r="r" t="t"/>
              <a:pathLst>
                <a:path extrusionOk="0" h="17023" w="50428">
                  <a:moveTo>
                    <a:pt x="50306" y="1"/>
                  </a:moveTo>
                  <a:lnTo>
                    <a:pt x="1" y="16658"/>
                  </a:lnTo>
                  <a:lnTo>
                    <a:pt x="122" y="17022"/>
                  </a:lnTo>
                  <a:lnTo>
                    <a:pt x="50427" y="366"/>
                  </a:lnTo>
                  <a:lnTo>
                    <a:pt x="50306" y="1"/>
                  </a:lnTo>
                  <a:close/>
                </a:path>
              </a:pathLst>
            </a:custGeom>
            <a:solidFill>
              <a:srgbClr val="486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1819450" y="2009450"/>
              <a:ext cx="98050" cy="54725"/>
            </a:xfrm>
            <a:custGeom>
              <a:rect b="b" l="l" r="r" t="t"/>
              <a:pathLst>
                <a:path extrusionOk="0" h="2189" w="3922">
                  <a:moveTo>
                    <a:pt x="3587" y="0"/>
                  </a:moveTo>
                  <a:lnTo>
                    <a:pt x="0" y="1185"/>
                  </a:lnTo>
                  <a:lnTo>
                    <a:pt x="335" y="2189"/>
                  </a:lnTo>
                  <a:lnTo>
                    <a:pt x="3922" y="1003"/>
                  </a:lnTo>
                  <a:lnTo>
                    <a:pt x="35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1840725" y="1987400"/>
              <a:ext cx="54750" cy="98050"/>
            </a:xfrm>
            <a:custGeom>
              <a:rect b="b" l="l" r="r" t="t"/>
              <a:pathLst>
                <a:path extrusionOk="0" h="3922" w="2190">
                  <a:moveTo>
                    <a:pt x="1004" y="1"/>
                  </a:moveTo>
                  <a:lnTo>
                    <a:pt x="1" y="335"/>
                  </a:lnTo>
                  <a:lnTo>
                    <a:pt x="1186" y="3922"/>
                  </a:lnTo>
                  <a:lnTo>
                    <a:pt x="2189" y="3587"/>
                  </a:lnTo>
                  <a:lnTo>
                    <a:pt x="100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6" name="Shape 56"/>
        <p:cNvGrpSpPr/>
        <p:nvPr/>
      </p:nvGrpSpPr>
      <p:grpSpPr>
        <a:xfrm>
          <a:off x="0" y="0"/>
          <a:ext cx="0" cy="0"/>
          <a:chOff x="0" y="0"/>
          <a:chExt cx="0" cy="0"/>
        </a:xfrm>
      </p:grpSpPr>
      <p:grpSp>
        <p:nvGrpSpPr>
          <p:cNvPr id="57" name="Google Shape;57;p5"/>
          <p:cNvGrpSpPr/>
          <p:nvPr/>
        </p:nvGrpSpPr>
        <p:grpSpPr>
          <a:xfrm>
            <a:off x="-244" y="24"/>
            <a:ext cx="9144155" cy="5165694"/>
            <a:chOff x="-244" y="24"/>
            <a:chExt cx="9144155" cy="5165694"/>
          </a:xfrm>
        </p:grpSpPr>
        <p:sp>
          <p:nvSpPr>
            <p:cNvPr id="58" name="Google Shape;58;p5"/>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5"/>
          <p:cNvGrpSpPr/>
          <p:nvPr/>
        </p:nvGrpSpPr>
        <p:grpSpPr>
          <a:xfrm>
            <a:off x="303630" y="306525"/>
            <a:ext cx="8536741" cy="4552701"/>
            <a:chOff x="2434200" y="841500"/>
            <a:chExt cx="4622450" cy="3053250"/>
          </a:xfrm>
        </p:grpSpPr>
        <p:sp>
          <p:nvSpPr>
            <p:cNvPr id="61" name="Google Shape;61;p5"/>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 name="Google Shape;64;p5"/>
          <p:cNvSpPr txBox="1"/>
          <p:nvPr>
            <p:ph idx="2" type="title"/>
          </p:nvPr>
        </p:nvSpPr>
        <p:spPr>
          <a:xfrm>
            <a:off x="720000" y="2487375"/>
            <a:ext cx="35223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65" name="Google Shape;65;p5"/>
          <p:cNvSpPr txBox="1"/>
          <p:nvPr>
            <p:ph idx="3" type="title"/>
          </p:nvPr>
        </p:nvSpPr>
        <p:spPr>
          <a:xfrm>
            <a:off x="4901688" y="2487375"/>
            <a:ext cx="35223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6" name="Google Shape;66;p5"/>
          <p:cNvSpPr txBox="1"/>
          <p:nvPr>
            <p:ph idx="1" type="subTitle"/>
          </p:nvPr>
        </p:nvSpPr>
        <p:spPr>
          <a:xfrm>
            <a:off x="720000" y="2630625"/>
            <a:ext cx="3522300" cy="1873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67" name="Google Shape;67;p5"/>
          <p:cNvSpPr txBox="1"/>
          <p:nvPr>
            <p:ph idx="4" type="subTitle"/>
          </p:nvPr>
        </p:nvSpPr>
        <p:spPr>
          <a:xfrm>
            <a:off x="4901700" y="2630625"/>
            <a:ext cx="3522300" cy="1873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Arial"/>
              <a:buChar char="•"/>
              <a:defRPr/>
            </a:lvl1pPr>
            <a:lvl2pPr lvl="1" rtl="0" algn="ctr">
              <a:spcBef>
                <a:spcPts val="0"/>
              </a:spcBef>
              <a:spcAft>
                <a:spcPts val="0"/>
              </a:spcAft>
              <a:buClr>
                <a:schemeClr val="dk1"/>
              </a:buClr>
              <a:buSzPts val="1200"/>
              <a:buFont typeface="Arial"/>
              <a:buChar char="○"/>
              <a:defRPr/>
            </a:lvl2pPr>
            <a:lvl3pPr lvl="2" rtl="0" algn="ctr">
              <a:spcBef>
                <a:spcPts val="0"/>
              </a:spcBef>
              <a:spcAft>
                <a:spcPts val="0"/>
              </a:spcAft>
              <a:buClr>
                <a:schemeClr val="dk1"/>
              </a:buClr>
              <a:buSzPts val="1200"/>
              <a:buFont typeface="Arial"/>
              <a:buChar char="■"/>
              <a:defRPr/>
            </a:lvl3pPr>
            <a:lvl4pPr lvl="3" rtl="0" algn="ctr">
              <a:spcBef>
                <a:spcPts val="0"/>
              </a:spcBef>
              <a:spcAft>
                <a:spcPts val="0"/>
              </a:spcAft>
              <a:buClr>
                <a:schemeClr val="dk1"/>
              </a:buClr>
              <a:buSzPts val="1200"/>
              <a:buFont typeface="Arial"/>
              <a:buChar char="●"/>
              <a:defRPr/>
            </a:lvl4pPr>
            <a:lvl5pPr lvl="4" rtl="0" algn="ctr">
              <a:spcBef>
                <a:spcPts val="0"/>
              </a:spcBef>
              <a:spcAft>
                <a:spcPts val="0"/>
              </a:spcAft>
              <a:buClr>
                <a:schemeClr val="dk1"/>
              </a:buClr>
              <a:buSzPts val="1200"/>
              <a:buFont typeface="Arial"/>
              <a:buChar char="○"/>
              <a:defRPr/>
            </a:lvl5pPr>
            <a:lvl6pPr lvl="5" rtl="0" algn="ctr">
              <a:spcBef>
                <a:spcPts val="0"/>
              </a:spcBef>
              <a:spcAft>
                <a:spcPts val="0"/>
              </a:spcAft>
              <a:buClr>
                <a:schemeClr val="dk1"/>
              </a:buClr>
              <a:buSzPts val="1200"/>
              <a:buFont typeface="Arial"/>
              <a:buChar char="■"/>
              <a:defRPr/>
            </a:lvl6pPr>
            <a:lvl7pPr lvl="6" rtl="0" algn="ctr">
              <a:spcBef>
                <a:spcPts val="0"/>
              </a:spcBef>
              <a:spcAft>
                <a:spcPts val="0"/>
              </a:spcAft>
              <a:buClr>
                <a:schemeClr val="dk1"/>
              </a:buClr>
              <a:buSzPts val="1200"/>
              <a:buFont typeface="Arial"/>
              <a:buChar char="●"/>
              <a:defRPr/>
            </a:lvl7pPr>
            <a:lvl8pPr lvl="7" rtl="0" algn="ctr">
              <a:spcBef>
                <a:spcPts val="0"/>
              </a:spcBef>
              <a:spcAft>
                <a:spcPts val="0"/>
              </a:spcAft>
              <a:buClr>
                <a:schemeClr val="dk1"/>
              </a:buClr>
              <a:buSzPts val="1200"/>
              <a:buFont typeface="Arial"/>
              <a:buChar char="○"/>
              <a:defRPr/>
            </a:lvl8pPr>
            <a:lvl9pPr lvl="8" rtl="0" algn="ctr">
              <a:spcBef>
                <a:spcPts val="0"/>
              </a:spcBef>
              <a:spcAft>
                <a:spcPts val="0"/>
              </a:spcAft>
              <a:buClr>
                <a:schemeClr val="dk1"/>
              </a:buClr>
              <a:buSzPts val="1200"/>
              <a:buFont typeface="Arial"/>
              <a:buChar char="■"/>
              <a:defRPr/>
            </a:lvl9pPr>
          </a:lstStyle>
          <a:p/>
        </p:txBody>
      </p:sp>
      <p:sp>
        <p:nvSpPr>
          <p:cNvPr id="68" name="Google Shape;6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69" name="Google Shape;69;p5"/>
          <p:cNvGrpSpPr/>
          <p:nvPr/>
        </p:nvGrpSpPr>
        <p:grpSpPr>
          <a:xfrm flipH="1" rot="10800000">
            <a:off x="7505003" y="256"/>
            <a:ext cx="1638701" cy="2363711"/>
            <a:chOff x="3924650" y="1876400"/>
            <a:chExt cx="2477625" cy="3573800"/>
          </a:xfrm>
        </p:grpSpPr>
        <p:sp>
          <p:nvSpPr>
            <p:cNvPr id="70" name="Google Shape;70;p5"/>
            <p:cNvSpPr/>
            <p:nvPr/>
          </p:nvSpPr>
          <p:spPr>
            <a:xfrm>
              <a:off x="5496625" y="3541525"/>
              <a:ext cx="497850" cy="465100"/>
            </a:xfrm>
            <a:custGeom>
              <a:rect b="b" l="l" r="r" t="t"/>
              <a:pathLst>
                <a:path extrusionOk="0" h="18604" w="19914">
                  <a:moveTo>
                    <a:pt x="19419" y="1"/>
                  </a:moveTo>
                  <a:cubicBezTo>
                    <a:pt x="17328" y="1"/>
                    <a:pt x="0" y="15847"/>
                    <a:pt x="1000" y="18072"/>
                  </a:cubicBezTo>
                  <a:cubicBezTo>
                    <a:pt x="1219" y="18370"/>
                    <a:pt x="2039" y="18604"/>
                    <a:pt x="3224" y="18604"/>
                  </a:cubicBezTo>
                  <a:cubicBezTo>
                    <a:pt x="6007" y="18604"/>
                    <a:pt x="10800" y="17317"/>
                    <a:pt x="14543" y="12568"/>
                  </a:cubicBezTo>
                  <a:cubicBezTo>
                    <a:pt x="19747" y="5896"/>
                    <a:pt x="19914" y="159"/>
                    <a:pt x="19580" y="59"/>
                  </a:cubicBezTo>
                  <a:cubicBezTo>
                    <a:pt x="19546" y="20"/>
                    <a:pt x="19492" y="1"/>
                    <a:pt x="19419" y="1"/>
                  </a:cubicBezTo>
                  <a:close/>
                </a:path>
              </a:pathLst>
            </a:custGeom>
            <a:solidFill>
              <a:srgbClr val="D9E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785250" y="2718225"/>
              <a:ext cx="778075" cy="675450"/>
            </a:xfrm>
            <a:custGeom>
              <a:rect b="b" l="l" r="r" t="t"/>
              <a:pathLst>
                <a:path extrusionOk="0" h="27018" w="31123">
                  <a:moveTo>
                    <a:pt x="18747" y="0"/>
                  </a:moveTo>
                  <a:lnTo>
                    <a:pt x="14644" y="367"/>
                  </a:lnTo>
                  <a:lnTo>
                    <a:pt x="7973" y="7873"/>
                  </a:lnTo>
                  <a:cubicBezTo>
                    <a:pt x="7940" y="7873"/>
                    <a:pt x="6272" y="9140"/>
                    <a:pt x="5004" y="10074"/>
                  </a:cubicBezTo>
                  <a:cubicBezTo>
                    <a:pt x="3770" y="11042"/>
                    <a:pt x="1" y="17646"/>
                    <a:pt x="1" y="17646"/>
                  </a:cubicBezTo>
                  <a:cubicBezTo>
                    <a:pt x="1" y="17646"/>
                    <a:pt x="352" y="19592"/>
                    <a:pt x="2732" y="19592"/>
                  </a:cubicBezTo>
                  <a:cubicBezTo>
                    <a:pt x="2997" y="19592"/>
                    <a:pt x="3286" y="19568"/>
                    <a:pt x="3603" y="19514"/>
                  </a:cubicBezTo>
                  <a:cubicBezTo>
                    <a:pt x="6005" y="19014"/>
                    <a:pt x="7106" y="17313"/>
                    <a:pt x="7106" y="17313"/>
                  </a:cubicBezTo>
                  <a:lnTo>
                    <a:pt x="7106" y="17313"/>
                  </a:lnTo>
                  <a:cubicBezTo>
                    <a:pt x="7106" y="17313"/>
                    <a:pt x="5071" y="25352"/>
                    <a:pt x="5271" y="26052"/>
                  </a:cubicBezTo>
                  <a:cubicBezTo>
                    <a:pt x="5443" y="26616"/>
                    <a:pt x="6240" y="27017"/>
                    <a:pt x="7236" y="27017"/>
                  </a:cubicBezTo>
                  <a:cubicBezTo>
                    <a:pt x="8951" y="27017"/>
                    <a:pt x="11258" y="25825"/>
                    <a:pt x="11976" y="22216"/>
                  </a:cubicBezTo>
                  <a:cubicBezTo>
                    <a:pt x="12076" y="23150"/>
                    <a:pt x="12176" y="24184"/>
                    <a:pt x="12643" y="25018"/>
                  </a:cubicBezTo>
                  <a:cubicBezTo>
                    <a:pt x="12943" y="25552"/>
                    <a:pt x="13344" y="25919"/>
                    <a:pt x="13977" y="25986"/>
                  </a:cubicBezTo>
                  <a:cubicBezTo>
                    <a:pt x="14009" y="25987"/>
                    <a:pt x="14040" y="25987"/>
                    <a:pt x="14071" y="25987"/>
                  </a:cubicBezTo>
                  <a:cubicBezTo>
                    <a:pt x="14911" y="25987"/>
                    <a:pt x="15797" y="25560"/>
                    <a:pt x="16279" y="24885"/>
                  </a:cubicBezTo>
                  <a:cubicBezTo>
                    <a:pt x="16813" y="24151"/>
                    <a:pt x="16946" y="23150"/>
                    <a:pt x="17013" y="22250"/>
                  </a:cubicBezTo>
                  <a:cubicBezTo>
                    <a:pt x="17080" y="21683"/>
                    <a:pt x="17080" y="21049"/>
                    <a:pt x="17013" y="20482"/>
                  </a:cubicBezTo>
                  <a:cubicBezTo>
                    <a:pt x="17013" y="20081"/>
                    <a:pt x="16979" y="19748"/>
                    <a:pt x="16946" y="19381"/>
                  </a:cubicBezTo>
                  <a:cubicBezTo>
                    <a:pt x="16946" y="19247"/>
                    <a:pt x="16746" y="18213"/>
                    <a:pt x="16813" y="18180"/>
                  </a:cubicBezTo>
                  <a:cubicBezTo>
                    <a:pt x="17580" y="17746"/>
                    <a:pt x="17913" y="17179"/>
                    <a:pt x="17913" y="17179"/>
                  </a:cubicBezTo>
                  <a:lnTo>
                    <a:pt x="18514" y="11876"/>
                  </a:lnTo>
                  <a:lnTo>
                    <a:pt x="31123" y="8206"/>
                  </a:lnTo>
                  <a:lnTo>
                    <a:pt x="28955" y="834"/>
                  </a:lnTo>
                  <a:lnTo>
                    <a:pt x="24185" y="134"/>
                  </a:lnTo>
                  <a:lnTo>
                    <a:pt x="18747" y="0"/>
                  </a:lnTo>
                  <a:close/>
                </a:path>
              </a:pathLst>
            </a:custGeom>
            <a:solidFill>
              <a:srgbClr val="DD8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3924650" y="1876400"/>
              <a:ext cx="1400175" cy="1140875"/>
            </a:xfrm>
            <a:custGeom>
              <a:rect b="b" l="l" r="r" t="t"/>
              <a:pathLst>
                <a:path extrusionOk="0" h="45635" w="56007">
                  <a:moveTo>
                    <a:pt x="13012" y="0"/>
                  </a:moveTo>
                  <a:cubicBezTo>
                    <a:pt x="11594" y="0"/>
                    <a:pt x="10254" y="878"/>
                    <a:pt x="9707" y="2284"/>
                  </a:cubicBezTo>
                  <a:lnTo>
                    <a:pt x="667" y="26035"/>
                  </a:lnTo>
                  <a:cubicBezTo>
                    <a:pt x="0" y="27836"/>
                    <a:pt x="901" y="29837"/>
                    <a:pt x="2702" y="30538"/>
                  </a:cubicBezTo>
                  <a:lnTo>
                    <a:pt x="41763" y="45415"/>
                  </a:lnTo>
                  <a:cubicBezTo>
                    <a:pt x="42166" y="45564"/>
                    <a:pt x="42580" y="45635"/>
                    <a:pt x="42988" y="45635"/>
                  </a:cubicBezTo>
                  <a:cubicBezTo>
                    <a:pt x="44405" y="45635"/>
                    <a:pt x="45748" y="44779"/>
                    <a:pt x="46266" y="43380"/>
                  </a:cubicBezTo>
                  <a:lnTo>
                    <a:pt x="55340" y="19630"/>
                  </a:lnTo>
                  <a:cubicBezTo>
                    <a:pt x="56007" y="17829"/>
                    <a:pt x="55073" y="15827"/>
                    <a:pt x="53271" y="15127"/>
                  </a:cubicBezTo>
                  <a:lnTo>
                    <a:pt x="14210" y="216"/>
                  </a:lnTo>
                  <a:cubicBezTo>
                    <a:pt x="13815" y="70"/>
                    <a:pt x="13410" y="0"/>
                    <a:pt x="130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4905350" y="2811625"/>
              <a:ext cx="45875" cy="83425"/>
            </a:xfrm>
            <a:custGeom>
              <a:rect b="b" l="l" r="r" t="t"/>
              <a:pathLst>
                <a:path extrusionOk="0" h="3337" w="1835">
                  <a:moveTo>
                    <a:pt x="1535" y="0"/>
                  </a:moveTo>
                  <a:cubicBezTo>
                    <a:pt x="967" y="301"/>
                    <a:pt x="500" y="801"/>
                    <a:pt x="267" y="1435"/>
                  </a:cubicBezTo>
                  <a:cubicBezTo>
                    <a:pt x="0" y="2102"/>
                    <a:pt x="33" y="2769"/>
                    <a:pt x="267" y="3336"/>
                  </a:cubicBezTo>
                  <a:cubicBezTo>
                    <a:pt x="834" y="3069"/>
                    <a:pt x="1301" y="2569"/>
                    <a:pt x="1535" y="1935"/>
                  </a:cubicBezTo>
                  <a:cubicBezTo>
                    <a:pt x="1835" y="1301"/>
                    <a:pt x="1801" y="634"/>
                    <a:pt x="15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4801925" y="2765575"/>
              <a:ext cx="149300" cy="143650"/>
            </a:xfrm>
            <a:custGeom>
              <a:rect b="b" l="l" r="r" t="t"/>
              <a:pathLst>
                <a:path extrusionOk="0" h="5746" w="5972">
                  <a:moveTo>
                    <a:pt x="3236" y="408"/>
                  </a:moveTo>
                  <a:cubicBezTo>
                    <a:pt x="3503" y="408"/>
                    <a:pt x="3804" y="441"/>
                    <a:pt x="4070" y="508"/>
                  </a:cubicBezTo>
                  <a:cubicBezTo>
                    <a:pt x="4637" y="742"/>
                    <a:pt x="5104" y="1175"/>
                    <a:pt x="5405" y="1742"/>
                  </a:cubicBezTo>
                  <a:cubicBezTo>
                    <a:pt x="4838" y="2076"/>
                    <a:pt x="4437" y="2576"/>
                    <a:pt x="4170" y="3177"/>
                  </a:cubicBezTo>
                  <a:cubicBezTo>
                    <a:pt x="3970" y="3810"/>
                    <a:pt x="3937" y="4478"/>
                    <a:pt x="4137" y="5111"/>
                  </a:cubicBezTo>
                  <a:cubicBezTo>
                    <a:pt x="3825" y="5233"/>
                    <a:pt x="3514" y="5291"/>
                    <a:pt x="3202" y="5291"/>
                  </a:cubicBezTo>
                  <a:cubicBezTo>
                    <a:pt x="2913" y="5291"/>
                    <a:pt x="2624" y="5241"/>
                    <a:pt x="2336" y="5145"/>
                  </a:cubicBezTo>
                  <a:cubicBezTo>
                    <a:pt x="1102" y="4644"/>
                    <a:pt x="434" y="3243"/>
                    <a:pt x="935" y="1976"/>
                  </a:cubicBezTo>
                  <a:cubicBezTo>
                    <a:pt x="1302" y="975"/>
                    <a:pt x="2236" y="408"/>
                    <a:pt x="3236" y="408"/>
                  </a:cubicBezTo>
                  <a:close/>
                  <a:moveTo>
                    <a:pt x="3270" y="1"/>
                  </a:moveTo>
                  <a:cubicBezTo>
                    <a:pt x="2100" y="1"/>
                    <a:pt x="1010" y="699"/>
                    <a:pt x="568" y="1842"/>
                  </a:cubicBezTo>
                  <a:cubicBezTo>
                    <a:pt x="1" y="3343"/>
                    <a:pt x="768" y="4978"/>
                    <a:pt x="2236" y="5578"/>
                  </a:cubicBezTo>
                  <a:cubicBezTo>
                    <a:pt x="2503" y="5678"/>
                    <a:pt x="2903" y="5745"/>
                    <a:pt x="3236" y="5745"/>
                  </a:cubicBezTo>
                  <a:cubicBezTo>
                    <a:pt x="3670" y="5745"/>
                    <a:pt x="4104" y="5612"/>
                    <a:pt x="4504" y="5445"/>
                  </a:cubicBezTo>
                  <a:lnTo>
                    <a:pt x="4671" y="5345"/>
                  </a:lnTo>
                  <a:lnTo>
                    <a:pt x="4604" y="5178"/>
                  </a:lnTo>
                  <a:cubicBezTo>
                    <a:pt x="4404" y="4611"/>
                    <a:pt x="4404" y="3977"/>
                    <a:pt x="4604" y="3377"/>
                  </a:cubicBezTo>
                  <a:cubicBezTo>
                    <a:pt x="4804" y="2810"/>
                    <a:pt x="5271" y="2343"/>
                    <a:pt x="5805" y="2043"/>
                  </a:cubicBezTo>
                  <a:lnTo>
                    <a:pt x="5972" y="1976"/>
                  </a:lnTo>
                  <a:lnTo>
                    <a:pt x="5905" y="1809"/>
                  </a:lnTo>
                  <a:cubicBezTo>
                    <a:pt x="5605" y="1042"/>
                    <a:pt x="5004" y="475"/>
                    <a:pt x="4271" y="174"/>
                  </a:cubicBezTo>
                  <a:cubicBezTo>
                    <a:pt x="3939" y="57"/>
                    <a:pt x="3601" y="1"/>
                    <a:pt x="327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4153975" y="2104025"/>
              <a:ext cx="172650" cy="165050"/>
            </a:xfrm>
            <a:custGeom>
              <a:rect b="b" l="l" r="r" t="t"/>
              <a:pathLst>
                <a:path extrusionOk="0" h="6602" w="6906">
                  <a:moveTo>
                    <a:pt x="2496" y="1"/>
                  </a:moveTo>
                  <a:cubicBezTo>
                    <a:pt x="2037" y="1"/>
                    <a:pt x="1604" y="270"/>
                    <a:pt x="1401" y="751"/>
                  </a:cubicBezTo>
                  <a:lnTo>
                    <a:pt x="234" y="3787"/>
                  </a:lnTo>
                  <a:cubicBezTo>
                    <a:pt x="0" y="4421"/>
                    <a:pt x="301" y="5088"/>
                    <a:pt x="901" y="5355"/>
                  </a:cubicBezTo>
                  <a:lnTo>
                    <a:pt x="3970" y="6522"/>
                  </a:lnTo>
                  <a:cubicBezTo>
                    <a:pt x="4100" y="6576"/>
                    <a:pt x="4238" y="6601"/>
                    <a:pt x="4376" y="6601"/>
                  </a:cubicBezTo>
                  <a:cubicBezTo>
                    <a:pt x="4837" y="6601"/>
                    <a:pt x="5299" y="6317"/>
                    <a:pt x="5504" y="5855"/>
                  </a:cubicBezTo>
                  <a:lnTo>
                    <a:pt x="6672" y="2786"/>
                  </a:lnTo>
                  <a:cubicBezTo>
                    <a:pt x="6905" y="2186"/>
                    <a:pt x="6638" y="1519"/>
                    <a:pt x="6005" y="1252"/>
                  </a:cubicBezTo>
                  <a:lnTo>
                    <a:pt x="2936" y="84"/>
                  </a:lnTo>
                  <a:cubicBezTo>
                    <a:pt x="2791" y="28"/>
                    <a:pt x="2642" y="1"/>
                    <a:pt x="24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4225700" y="2110275"/>
              <a:ext cx="20850" cy="31725"/>
            </a:xfrm>
            <a:custGeom>
              <a:rect b="b" l="l" r="r" t="t"/>
              <a:pathLst>
                <a:path extrusionOk="0" h="1269" w="834">
                  <a:moveTo>
                    <a:pt x="434" y="1"/>
                  </a:moveTo>
                  <a:lnTo>
                    <a:pt x="0" y="1135"/>
                  </a:lnTo>
                  <a:lnTo>
                    <a:pt x="400" y="1269"/>
                  </a:lnTo>
                  <a:lnTo>
                    <a:pt x="834" y="134"/>
                  </a:lnTo>
                  <a:lnTo>
                    <a:pt x="4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4271550" y="2126975"/>
              <a:ext cx="20875" cy="32550"/>
            </a:xfrm>
            <a:custGeom>
              <a:rect b="b" l="l" r="r" t="t"/>
              <a:pathLst>
                <a:path extrusionOk="0" h="1302" w="835">
                  <a:moveTo>
                    <a:pt x="434" y="0"/>
                  </a:moveTo>
                  <a:lnTo>
                    <a:pt x="1" y="1134"/>
                  </a:lnTo>
                  <a:lnTo>
                    <a:pt x="401" y="1301"/>
                  </a:lnTo>
                  <a:lnTo>
                    <a:pt x="835" y="167"/>
                  </a:lnTo>
                  <a:lnTo>
                    <a:pt x="4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4186500" y="2213700"/>
              <a:ext cx="20875" cy="32550"/>
            </a:xfrm>
            <a:custGeom>
              <a:rect b="b" l="l" r="r" t="t"/>
              <a:pathLst>
                <a:path extrusionOk="0" h="1302" w="835">
                  <a:moveTo>
                    <a:pt x="434" y="0"/>
                  </a:moveTo>
                  <a:lnTo>
                    <a:pt x="0" y="1134"/>
                  </a:lnTo>
                  <a:lnTo>
                    <a:pt x="401" y="1301"/>
                  </a:lnTo>
                  <a:lnTo>
                    <a:pt x="834" y="167"/>
                  </a:lnTo>
                  <a:lnTo>
                    <a:pt x="4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4231525" y="2231200"/>
              <a:ext cx="20875" cy="31725"/>
            </a:xfrm>
            <a:custGeom>
              <a:rect b="b" l="l" r="r" t="t"/>
              <a:pathLst>
                <a:path extrusionOk="0" h="1269" w="835">
                  <a:moveTo>
                    <a:pt x="434" y="1"/>
                  </a:moveTo>
                  <a:lnTo>
                    <a:pt x="1" y="1135"/>
                  </a:lnTo>
                  <a:lnTo>
                    <a:pt x="401" y="1268"/>
                  </a:lnTo>
                  <a:lnTo>
                    <a:pt x="834" y="134"/>
                  </a:lnTo>
                  <a:lnTo>
                    <a:pt x="4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4284075" y="2172000"/>
              <a:ext cx="32525" cy="20875"/>
            </a:xfrm>
            <a:custGeom>
              <a:rect b="b" l="l" r="r" t="t"/>
              <a:pathLst>
                <a:path extrusionOk="0" h="835" w="1301">
                  <a:moveTo>
                    <a:pt x="167" y="0"/>
                  </a:moveTo>
                  <a:lnTo>
                    <a:pt x="0" y="401"/>
                  </a:lnTo>
                  <a:lnTo>
                    <a:pt x="1134" y="834"/>
                  </a:lnTo>
                  <a:lnTo>
                    <a:pt x="1301" y="434"/>
                  </a:lnTo>
                  <a:lnTo>
                    <a:pt x="167"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4266550" y="2220375"/>
              <a:ext cx="31725" cy="20875"/>
            </a:xfrm>
            <a:custGeom>
              <a:rect b="b" l="l" r="r" t="t"/>
              <a:pathLst>
                <a:path extrusionOk="0" h="835" w="1269">
                  <a:moveTo>
                    <a:pt x="167" y="0"/>
                  </a:moveTo>
                  <a:lnTo>
                    <a:pt x="1" y="400"/>
                  </a:lnTo>
                  <a:lnTo>
                    <a:pt x="1135" y="834"/>
                  </a:lnTo>
                  <a:lnTo>
                    <a:pt x="1268" y="434"/>
                  </a:lnTo>
                  <a:lnTo>
                    <a:pt x="167"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4180650" y="2133625"/>
              <a:ext cx="31725" cy="20050"/>
            </a:xfrm>
            <a:custGeom>
              <a:rect b="b" l="l" r="r" t="t"/>
              <a:pathLst>
                <a:path extrusionOk="0" h="802" w="1269">
                  <a:moveTo>
                    <a:pt x="134" y="1"/>
                  </a:moveTo>
                  <a:lnTo>
                    <a:pt x="1" y="368"/>
                  </a:lnTo>
                  <a:lnTo>
                    <a:pt x="1135" y="802"/>
                  </a:lnTo>
                  <a:lnTo>
                    <a:pt x="1268" y="401"/>
                  </a:lnTo>
                  <a:lnTo>
                    <a:pt x="1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4163150" y="2181175"/>
              <a:ext cx="31700" cy="20025"/>
            </a:xfrm>
            <a:custGeom>
              <a:rect b="b" l="l" r="r" t="t"/>
              <a:pathLst>
                <a:path extrusionOk="0" h="801" w="1268">
                  <a:moveTo>
                    <a:pt x="134" y="0"/>
                  </a:moveTo>
                  <a:lnTo>
                    <a:pt x="0" y="367"/>
                  </a:lnTo>
                  <a:lnTo>
                    <a:pt x="1134" y="801"/>
                  </a:lnTo>
                  <a:lnTo>
                    <a:pt x="1268" y="401"/>
                  </a:lnTo>
                  <a:lnTo>
                    <a:pt x="1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224025" y="1978275"/>
              <a:ext cx="336100" cy="178725"/>
            </a:xfrm>
            <a:custGeom>
              <a:rect b="b" l="l" r="r" t="t"/>
              <a:pathLst>
                <a:path extrusionOk="0" h="7149" w="13444">
                  <a:moveTo>
                    <a:pt x="1668" y="478"/>
                  </a:moveTo>
                  <a:cubicBezTo>
                    <a:pt x="1802" y="478"/>
                    <a:pt x="1935" y="478"/>
                    <a:pt x="2068" y="578"/>
                  </a:cubicBezTo>
                  <a:lnTo>
                    <a:pt x="12109" y="4414"/>
                  </a:lnTo>
                  <a:cubicBezTo>
                    <a:pt x="12409" y="4480"/>
                    <a:pt x="12676" y="4747"/>
                    <a:pt x="12776" y="5047"/>
                  </a:cubicBezTo>
                  <a:cubicBezTo>
                    <a:pt x="12943" y="5314"/>
                    <a:pt x="12943" y="5648"/>
                    <a:pt x="12843" y="5948"/>
                  </a:cubicBezTo>
                  <a:cubicBezTo>
                    <a:pt x="12743" y="6248"/>
                    <a:pt x="12509" y="6482"/>
                    <a:pt x="12209" y="6615"/>
                  </a:cubicBezTo>
                  <a:cubicBezTo>
                    <a:pt x="12051" y="6703"/>
                    <a:pt x="11883" y="6745"/>
                    <a:pt x="11716" y="6745"/>
                  </a:cubicBezTo>
                  <a:cubicBezTo>
                    <a:pt x="11566" y="6745"/>
                    <a:pt x="11417" y="6712"/>
                    <a:pt x="11275" y="6649"/>
                  </a:cubicBezTo>
                  <a:lnTo>
                    <a:pt x="1235" y="2813"/>
                  </a:lnTo>
                  <a:cubicBezTo>
                    <a:pt x="934" y="2746"/>
                    <a:pt x="701" y="2479"/>
                    <a:pt x="567" y="2212"/>
                  </a:cubicBezTo>
                  <a:cubicBezTo>
                    <a:pt x="401" y="1912"/>
                    <a:pt x="401" y="1578"/>
                    <a:pt x="534" y="1278"/>
                  </a:cubicBezTo>
                  <a:cubicBezTo>
                    <a:pt x="601" y="978"/>
                    <a:pt x="868" y="744"/>
                    <a:pt x="1168" y="611"/>
                  </a:cubicBezTo>
                  <a:cubicBezTo>
                    <a:pt x="1335" y="544"/>
                    <a:pt x="1501" y="478"/>
                    <a:pt x="1668" y="478"/>
                  </a:cubicBezTo>
                  <a:close/>
                  <a:moveTo>
                    <a:pt x="1713" y="1"/>
                  </a:moveTo>
                  <a:cubicBezTo>
                    <a:pt x="1484" y="1"/>
                    <a:pt x="1254" y="52"/>
                    <a:pt x="1034" y="144"/>
                  </a:cubicBezTo>
                  <a:cubicBezTo>
                    <a:pt x="601" y="311"/>
                    <a:pt x="301" y="644"/>
                    <a:pt x="134" y="1078"/>
                  </a:cubicBezTo>
                  <a:cubicBezTo>
                    <a:pt x="0" y="1478"/>
                    <a:pt x="34" y="1912"/>
                    <a:pt x="200" y="2312"/>
                  </a:cubicBezTo>
                  <a:cubicBezTo>
                    <a:pt x="367" y="2746"/>
                    <a:pt x="701" y="3046"/>
                    <a:pt x="1101" y="3213"/>
                  </a:cubicBezTo>
                  <a:lnTo>
                    <a:pt x="11175" y="7049"/>
                  </a:lnTo>
                  <a:cubicBezTo>
                    <a:pt x="11375" y="7116"/>
                    <a:pt x="11542" y="7149"/>
                    <a:pt x="11742" y="7149"/>
                  </a:cubicBezTo>
                  <a:cubicBezTo>
                    <a:pt x="11942" y="7149"/>
                    <a:pt x="12209" y="7116"/>
                    <a:pt x="12409" y="6982"/>
                  </a:cubicBezTo>
                  <a:cubicBezTo>
                    <a:pt x="12843" y="6815"/>
                    <a:pt x="13110" y="6482"/>
                    <a:pt x="13276" y="6082"/>
                  </a:cubicBezTo>
                  <a:cubicBezTo>
                    <a:pt x="13443" y="5648"/>
                    <a:pt x="13410" y="5248"/>
                    <a:pt x="13243" y="4814"/>
                  </a:cubicBezTo>
                  <a:cubicBezTo>
                    <a:pt x="13076" y="4414"/>
                    <a:pt x="12743" y="4113"/>
                    <a:pt x="12342" y="3947"/>
                  </a:cubicBezTo>
                  <a:lnTo>
                    <a:pt x="2269" y="111"/>
                  </a:lnTo>
                  <a:cubicBezTo>
                    <a:pt x="2088" y="35"/>
                    <a:pt x="1901" y="1"/>
                    <a:pt x="171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4063900" y="2296725"/>
              <a:ext cx="60900" cy="80500"/>
            </a:xfrm>
            <a:custGeom>
              <a:rect b="b" l="l" r="r" t="t"/>
              <a:pathLst>
                <a:path extrusionOk="0" h="3220" w="2436">
                  <a:moveTo>
                    <a:pt x="1197" y="1"/>
                  </a:moveTo>
                  <a:cubicBezTo>
                    <a:pt x="1169" y="1"/>
                    <a:pt x="1148" y="5"/>
                    <a:pt x="1135" y="15"/>
                  </a:cubicBezTo>
                  <a:cubicBezTo>
                    <a:pt x="1001" y="82"/>
                    <a:pt x="1" y="2650"/>
                    <a:pt x="101" y="2750"/>
                  </a:cubicBezTo>
                  <a:cubicBezTo>
                    <a:pt x="165" y="2878"/>
                    <a:pt x="1084" y="3219"/>
                    <a:pt x="1309" y="3219"/>
                  </a:cubicBezTo>
                  <a:cubicBezTo>
                    <a:pt x="1319" y="3219"/>
                    <a:pt x="1328" y="3219"/>
                    <a:pt x="1335" y="3217"/>
                  </a:cubicBezTo>
                  <a:cubicBezTo>
                    <a:pt x="1502" y="3151"/>
                    <a:pt x="2436" y="582"/>
                    <a:pt x="2369" y="482"/>
                  </a:cubicBezTo>
                  <a:cubicBezTo>
                    <a:pt x="2339" y="391"/>
                    <a:pt x="1463"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4113100" y="2314425"/>
              <a:ext cx="60900" cy="80450"/>
            </a:xfrm>
            <a:custGeom>
              <a:rect b="b" l="l" r="r" t="t"/>
              <a:pathLst>
                <a:path extrusionOk="0" h="3218" w="2436">
                  <a:moveTo>
                    <a:pt x="1177" y="1"/>
                  </a:moveTo>
                  <a:cubicBezTo>
                    <a:pt x="1159" y="1"/>
                    <a:pt x="1144" y="3"/>
                    <a:pt x="1135" y="7"/>
                  </a:cubicBezTo>
                  <a:cubicBezTo>
                    <a:pt x="1002" y="108"/>
                    <a:pt x="1" y="2643"/>
                    <a:pt x="101" y="2776"/>
                  </a:cubicBezTo>
                  <a:cubicBezTo>
                    <a:pt x="163" y="2869"/>
                    <a:pt x="1021" y="3217"/>
                    <a:pt x="1283" y="3217"/>
                  </a:cubicBezTo>
                  <a:cubicBezTo>
                    <a:pt x="1305" y="3217"/>
                    <a:pt x="1322" y="3215"/>
                    <a:pt x="1335" y="3210"/>
                  </a:cubicBezTo>
                  <a:cubicBezTo>
                    <a:pt x="1502" y="3176"/>
                    <a:pt x="2436" y="608"/>
                    <a:pt x="2369" y="474"/>
                  </a:cubicBezTo>
                  <a:cubicBezTo>
                    <a:pt x="2338" y="381"/>
                    <a:pt x="1414" y="1"/>
                    <a:pt x="117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4162300" y="2333425"/>
              <a:ext cx="60075" cy="80500"/>
            </a:xfrm>
            <a:custGeom>
              <a:rect b="b" l="l" r="r" t="t"/>
              <a:pathLst>
                <a:path extrusionOk="0" h="3220" w="2403">
                  <a:moveTo>
                    <a:pt x="1190" y="1"/>
                  </a:moveTo>
                  <a:cubicBezTo>
                    <a:pt x="1164" y="1"/>
                    <a:pt x="1145" y="5"/>
                    <a:pt x="1135" y="15"/>
                  </a:cubicBezTo>
                  <a:cubicBezTo>
                    <a:pt x="1002" y="81"/>
                    <a:pt x="1" y="2617"/>
                    <a:pt x="68" y="2750"/>
                  </a:cubicBezTo>
                  <a:cubicBezTo>
                    <a:pt x="163" y="2878"/>
                    <a:pt x="1084" y="3219"/>
                    <a:pt x="1309" y="3219"/>
                  </a:cubicBezTo>
                  <a:cubicBezTo>
                    <a:pt x="1319" y="3219"/>
                    <a:pt x="1328" y="3218"/>
                    <a:pt x="1335" y="3217"/>
                  </a:cubicBezTo>
                  <a:cubicBezTo>
                    <a:pt x="1502" y="3184"/>
                    <a:pt x="2403" y="582"/>
                    <a:pt x="2369" y="448"/>
                  </a:cubicBezTo>
                  <a:cubicBezTo>
                    <a:pt x="2339" y="388"/>
                    <a:pt x="1437" y="1"/>
                    <a:pt x="119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4211500" y="2351950"/>
              <a:ext cx="60075" cy="80450"/>
            </a:xfrm>
            <a:custGeom>
              <a:rect b="b" l="l" r="r" t="t"/>
              <a:pathLst>
                <a:path extrusionOk="0" h="3218" w="2403">
                  <a:moveTo>
                    <a:pt x="1144" y="1"/>
                  </a:moveTo>
                  <a:cubicBezTo>
                    <a:pt x="1125" y="1"/>
                    <a:pt x="1111" y="3"/>
                    <a:pt x="1102" y="8"/>
                  </a:cubicBezTo>
                  <a:cubicBezTo>
                    <a:pt x="1002" y="108"/>
                    <a:pt x="1" y="2643"/>
                    <a:pt x="68" y="2776"/>
                  </a:cubicBezTo>
                  <a:cubicBezTo>
                    <a:pt x="160" y="2869"/>
                    <a:pt x="1021" y="3217"/>
                    <a:pt x="1283" y="3217"/>
                  </a:cubicBezTo>
                  <a:cubicBezTo>
                    <a:pt x="1305" y="3217"/>
                    <a:pt x="1323" y="3215"/>
                    <a:pt x="1335" y="3210"/>
                  </a:cubicBezTo>
                  <a:cubicBezTo>
                    <a:pt x="1469" y="3176"/>
                    <a:pt x="2403" y="608"/>
                    <a:pt x="2369" y="475"/>
                  </a:cubicBezTo>
                  <a:cubicBezTo>
                    <a:pt x="2307" y="382"/>
                    <a:pt x="1381" y="1"/>
                    <a:pt x="1144"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4345775" y="2402825"/>
              <a:ext cx="59225" cy="81150"/>
            </a:xfrm>
            <a:custGeom>
              <a:rect b="b" l="l" r="r" t="t"/>
              <a:pathLst>
                <a:path extrusionOk="0" h="3246" w="2369">
                  <a:moveTo>
                    <a:pt x="1140" y="1"/>
                  </a:moveTo>
                  <a:cubicBezTo>
                    <a:pt x="1123" y="1"/>
                    <a:pt x="1110" y="3"/>
                    <a:pt x="1101" y="7"/>
                  </a:cubicBezTo>
                  <a:cubicBezTo>
                    <a:pt x="1001" y="107"/>
                    <a:pt x="0" y="2643"/>
                    <a:pt x="67" y="2776"/>
                  </a:cubicBezTo>
                  <a:cubicBezTo>
                    <a:pt x="163" y="2904"/>
                    <a:pt x="1083" y="3245"/>
                    <a:pt x="1309" y="3245"/>
                  </a:cubicBezTo>
                  <a:cubicBezTo>
                    <a:pt x="1319" y="3245"/>
                    <a:pt x="1328" y="3244"/>
                    <a:pt x="1335" y="3243"/>
                  </a:cubicBezTo>
                  <a:cubicBezTo>
                    <a:pt x="1502" y="3176"/>
                    <a:pt x="2369" y="608"/>
                    <a:pt x="2369" y="474"/>
                  </a:cubicBezTo>
                  <a:cubicBezTo>
                    <a:pt x="2338" y="412"/>
                    <a:pt x="1376" y="1"/>
                    <a:pt x="114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4394975" y="2421825"/>
              <a:ext cx="59225" cy="80475"/>
            </a:xfrm>
            <a:custGeom>
              <a:rect b="b" l="l" r="r" t="t"/>
              <a:pathLst>
                <a:path extrusionOk="0" h="3219" w="2369">
                  <a:moveTo>
                    <a:pt x="1165" y="1"/>
                  </a:moveTo>
                  <a:cubicBezTo>
                    <a:pt x="1136" y="1"/>
                    <a:pt x="1114" y="5"/>
                    <a:pt x="1101" y="15"/>
                  </a:cubicBezTo>
                  <a:cubicBezTo>
                    <a:pt x="1001" y="81"/>
                    <a:pt x="1" y="2650"/>
                    <a:pt x="67" y="2750"/>
                  </a:cubicBezTo>
                  <a:cubicBezTo>
                    <a:pt x="163" y="2878"/>
                    <a:pt x="1083" y="3219"/>
                    <a:pt x="1309" y="3219"/>
                  </a:cubicBezTo>
                  <a:cubicBezTo>
                    <a:pt x="1319" y="3219"/>
                    <a:pt x="1328" y="3218"/>
                    <a:pt x="1335" y="3217"/>
                  </a:cubicBezTo>
                  <a:cubicBezTo>
                    <a:pt x="1502" y="3183"/>
                    <a:pt x="2369" y="582"/>
                    <a:pt x="2369" y="482"/>
                  </a:cubicBezTo>
                  <a:cubicBezTo>
                    <a:pt x="2339" y="391"/>
                    <a:pt x="1436" y="1"/>
                    <a:pt x="116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4443350" y="2440350"/>
              <a:ext cx="60050" cy="81150"/>
            </a:xfrm>
            <a:custGeom>
              <a:rect b="b" l="l" r="r" t="t"/>
              <a:pathLst>
                <a:path extrusionOk="0" h="3246" w="2402">
                  <a:moveTo>
                    <a:pt x="1173" y="1"/>
                  </a:moveTo>
                  <a:cubicBezTo>
                    <a:pt x="1156" y="1"/>
                    <a:pt x="1143" y="3"/>
                    <a:pt x="1134" y="7"/>
                  </a:cubicBezTo>
                  <a:cubicBezTo>
                    <a:pt x="1001" y="107"/>
                    <a:pt x="0" y="2643"/>
                    <a:pt x="100" y="2776"/>
                  </a:cubicBezTo>
                  <a:cubicBezTo>
                    <a:pt x="164" y="2904"/>
                    <a:pt x="1083" y="3245"/>
                    <a:pt x="1308" y="3245"/>
                  </a:cubicBezTo>
                  <a:cubicBezTo>
                    <a:pt x="1319" y="3245"/>
                    <a:pt x="1327" y="3244"/>
                    <a:pt x="1335" y="3243"/>
                  </a:cubicBezTo>
                  <a:cubicBezTo>
                    <a:pt x="1501" y="3176"/>
                    <a:pt x="2402" y="608"/>
                    <a:pt x="2402" y="474"/>
                  </a:cubicBezTo>
                  <a:cubicBezTo>
                    <a:pt x="2340" y="412"/>
                    <a:pt x="1405" y="1"/>
                    <a:pt x="117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4492550" y="2459350"/>
              <a:ext cx="59225" cy="80500"/>
            </a:xfrm>
            <a:custGeom>
              <a:rect b="b" l="l" r="r" t="t"/>
              <a:pathLst>
                <a:path extrusionOk="0" h="3220" w="2369">
                  <a:moveTo>
                    <a:pt x="1197" y="1"/>
                  </a:moveTo>
                  <a:cubicBezTo>
                    <a:pt x="1169" y="1"/>
                    <a:pt x="1147" y="5"/>
                    <a:pt x="1134" y="15"/>
                  </a:cubicBezTo>
                  <a:cubicBezTo>
                    <a:pt x="1001" y="81"/>
                    <a:pt x="0" y="2650"/>
                    <a:pt x="100" y="2750"/>
                  </a:cubicBezTo>
                  <a:cubicBezTo>
                    <a:pt x="164" y="2878"/>
                    <a:pt x="1083" y="3219"/>
                    <a:pt x="1309" y="3219"/>
                  </a:cubicBezTo>
                  <a:cubicBezTo>
                    <a:pt x="1319" y="3219"/>
                    <a:pt x="1327" y="3218"/>
                    <a:pt x="1335" y="3217"/>
                  </a:cubicBezTo>
                  <a:cubicBezTo>
                    <a:pt x="1501" y="3184"/>
                    <a:pt x="2369" y="582"/>
                    <a:pt x="2369" y="482"/>
                  </a:cubicBezTo>
                  <a:cubicBezTo>
                    <a:pt x="2339" y="391"/>
                    <a:pt x="1463"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4625975" y="2510400"/>
              <a:ext cx="60900" cy="80450"/>
            </a:xfrm>
            <a:custGeom>
              <a:rect b="b" l="l" r="r" t="t"/>
              <a:pathLst>
                <a:path extrusionOk="0" h="3218" w="2436">
                  <a:moveTo>
                    <a:pt x="1176" y="0"/>
                  </a:moveTo>
                  <a:cubicBezTo>
                    <a:pt x="1158" y="0"/>
                    <a:pt x="1144" y="3"/>
                    <a:pt x="1135" y="7"/>
                  </a:cubicBezTo>
                  <a:cubicBezTo>
                    <a:pt x="1001" y="107"/>
                    <a:pt x="0" y="2643"/>
                    <a:pt x="101" y="2776"/>
                  </a:cubicBezTo>
                  <a:cubicBezTo>
                    <a:pt x="162" y="2868"/>
                    <a:pt x="1021" y="3217"/>
                    <a:pt x="1283" y="3217"/>
                  </a:cubicBezTo>
                  <a:cubicBezTo>
                    <a:pt x="1305" y="3217"/>
                    <a:pt x="1322" y="3215"/>
                    <a:pt x="1335" y="3210"/>
                  </a:cubicBezTo>
                  <a:cubicBezTo>
                    <a:pt x="1502" y="3176"/>
                    <a:pt x="2436" y="608"/>
                    <a:pt x="2369" y="474"/>
                  </a:cubicBezTo>
                  <a:cubicBezTo>
                    <a:pt x="2338" y="381"/>
                    <a:pt x="1414" y="0"/>
                    <a:pt x="117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4675175" y="2529400"/>
              <a:ext cx="60075" cy="80500"/>
            </a:xfrm>
            <a:custGeom>
              <a:rect b="b" l="l" r="r" t="t"/>
              <a:pathLst>
                <a:path extrusionOk="0" h="3220" w="2403">
                  <a:moveTo>
                    <a:pt x="1189" y="1"/>
                  </a:moveTo>
                  <a:cubicBezTo>
                    <a:pt x="1163" y="1"/>
                    <a:pt x="1144" y="5"/>
                    <a:pt x="1135" y="15"/>
                  </a:cubicBezTo>
                  <a:cubicBezTo>
                    <a:pt x="1001" y="81"/>
                    <a:pt x="1" y="2616"/>
                    <a:pt x="67" y="2750"/>
                  </a:cubicBezTo>
                  <a:cubicBezTo>
                    <a:pt x="163" y="2878"/>
                    <a:pt x="1083" y="3219"/>
                    <a:pt x="1309" y="3219"/>
                  </a:cubicBezTo>
                  <a:cubicBezTo>
                    <a:pt x="1319" y="3219"/>
                    <a:pt x="1328" y="3218"/>
                    <a:pt x="1335" y="3217"/>
                  </a:cubicBezTo>
                  <a:cubicBezTo>
                    <a:pt x="1502" y="3184"/>
                    <a:pt x="2402" y="582"/>
                    <a:pt x="2369" y="448"/>
                  </a:cubicBezTo>
                  <a:cubicBezTo>
                    <a:pt x="2339" y="388"/>
                    <a:pt x="1437" y="1"/>
                    <a:pt x="1189"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4724375" y="2547925"/>
              <a:ext cx="60075" cy="80450"/>
            </a:xfrm>
            <a:custGeom>
              <a:rect b="b" l="l" r="r" t="t"/>
              <a:pathLst>
                <a:path extrusionOk="0" h="3218" w="2403">
                  <a:moveTo>
                    <a:pt x="1144" y="1"/>
                  </a:moveTo>
                  <a:cubicBezTo>
                    <a:pt x="1125" y="1"/>
                    <a:pt x="1111" y="3"/>
                    <a:pt x="1101" y="7"/>
                  </a:cubicBezTo>
                  <a:cubicBezTo>
                    <a:pt x="1001" y="108"/>
                    <a:pt x="1" y="2643"/>
                    <a:pt x="67" y="2776"/>
                  </a:cubicBezTo>
                  <a:cubicBezTo>
                    <a:pt x="160" y="2869"/>
                    <a:pt x="1021" y="3217"/>
                    <a:pt x="1283" y="3217"/>
                  </a:cubicBezTo>
                  <a:cubicBezTo>
                    <a:pt x="1305" y="3217"/>
                    <a:pt x="1322" y="3215"/>
                    <a:pt x="1335" y="3210"/>
                  </a:cubicBezTo>
                  <a:cubicBezTo>
                    <a:pt x="1502" y="3176"/>
                    <a:pt x="2402" y="608"/>
                    <a:pt x="2369" y="474"/>
                  </a:cubicBezTo>
                  <a:cubicBezTo>
                    <a:pt x="2338" y="381"/>
                    <a:pt x="1385" y="1"/>
                    <a:pt x="1144"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4772750" y="2566925"/>
              <a:ext cx="60900" cy="80500"/>
            </a:xfrm>
            <a:custGeom>
              <a:rect b="b" l="l" r="r" t="t"/>
              <a:pathLst>
                <a:path extrusionOk="0" h="3220" w="2436">
                  <a:moveTo>
                    <a:pt x="1197" y="1"/>
                  </a:moveTo>
                  <a:cubicBezTo>
                    <a:pt x="1169" y="1"/>
                    <a:pt x="1147" y="5"/>
                    <a:pt x="1134" y="15"/>
                  </a:cubicBezTo>
                  <a:cubicBezTo>
                    <a:pt x="1001" y="81"/>
                    <a:pt x="0" y="2617"/>
                    <a:pt x="100" y="2750"/>
                  </a:cubicBezTo>
                  <a:cubicBezTo>
                    <a:pt x="164" y="2878"/>
                    <a:pt x="1083" y="3219"/>
                    <a:pt x="1309" y="3219"/>
                  </a:cubicBezTo>
                  <a:cubicBezTo>
                    <a:pt x="1319" y="3219"/>
                    <a:pt x="1327" y="3218"/>
                    <a:pt x="1335" y="3217"/>
                  </a:cubicBezTo>
                  <a:cubicBezTo>
                    <a:pt x="1501" y="3184"/>
                    <a:pt x="2435" y="582"/>
                    <a:pt x="2402" y="448"/>
                  </a:cubicBezTo>
                  <a:cubicBezTo>
                    <a:pt x="2342" y="388"/>
                    <a:pt x="1464"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4907850" y="2617800"/>
              <a:ext cx="59225" cy="80475"/>
            </a:xfrm>
            <a:custGeom>
              <a:rect b="b" l="l" r="r" t="t"/>
              <a:pathLst>
                <a:path extrusionOk="0" h="3219" w="2369">
                  <a:moveTo>
                    <a:pt x="1164" y="1"/>
                  </a:moveTo>
                  <a:cubicBezTo>
                    <a:pt x="1135" y="1"/>
                    <a:pt x="1114" y="5"/>
                    <a:pt x="1101" y="14"/>
                  </a:cubicBezTo>
                  <a:cubicBezTo>
                    <a:pt x="1001" y="81"/>
                    <a:pt x="0" y="2650"/>
                    <a:pt x="67" y="2750"/>
                  </a:cubicBezTo>
                  <a:cubicBezTo>
                    <a:pt x="163" y="2877"/>
                    <a:pt x="1083" y="3219"/>
                    <a:pt x="1308" y="3219"/>
                  </a:cubicBezTo>
                  <a:cubicBezTo>
                    <a:pt x="1319" y="3219"/>
                    <a:pt x="1327" y="3218"/>
                    <a:pt x="1334" y="3217"/>
                  </a:cubicBezTo>
                  <a:cubicBezTo>
                    <a:pt x="1501" y="3183"/>
                    <a:pt x="2369" y="582"/>
                    <a:pt x="2369" y="481"/>
                  </a:cubicBezTo>
                  <a:cubicBezTo>
                    <a:pt x="2338" y="391"/>
                    <a:pt x="1436" y="1"/>
                    <a:pt x="1164"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4956200" y="2636325"/>
              <a:ext cx="60900" cy="81150"/>
            </a:xfrm>
            <a:custGeom>
              <a:rect b="b" l="l" r="r" t="t"/>
              <a:pathLst>
                <a:path extrusionOk="0" h="3246" w="2436">
                  <a:moveTo>
                    <a:pt x="1173" y="1"/>
                  </a:moveTo>
                  <a:cubicBezTo>
                    <a:pt x="1157" y="1"/>
                    <a:pt x="1144" y="3"/>
                    <a:pt x="1135" y="7"/>
                  </a:cubicBezTo>
                  <a:cubicBezTo>
                    <a:pt x="1002" y="107"/>
                    <a:pt x="1" y="2643"/>
                    <a:pt x="101" y="2776"/>
                  </a:cubicBezTo>
                  <a:cubicBezTo>
                    <a:pt x="165" y="2904"/>
                    <a:pt x="1084" y="3245"/>
                    <a:pt x="1309" y="3245"/>
                  </a:cubicBezTo>
                  <a:cubicBezTo>
                    <a:pt x="1319" y="3245"/>
                    <a:pt x="1328" y="3244"/>
                    <a:pt x="1335" y="3243"/>
                  </a:cubicBezTo>
                  <a:cubicBezTo>
                    <a:pt x="1502" y="3143"/>
                    <a:pt x="2436" y="608"/>
                    <a:pt x="2403" y="474"/>
                  </a:cubicBezTo>
                  <a:cubicBezTo>
                    <a:pt x="2340" y="412"/>
                    <a:pt x="1406" y="1"/>
                    <a:pt x="117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5005400" y="2655325"/>
              <a:ext cx="60925" cy="80475"/>
            </a:xfrm>
            <a:custGeom>
              <a:rect b="b" l="l" r="r" t="t"/>
              <a:pathLst>
                <a:path extrusionOk="0" h="3219" w="2437">
                  <a:moveTo>
                    <a:pt x="1197" y="1"/>
                  </a:moveTo>
                  <a:cubicBezTo>
                    <a:pt x="1169" y="1"/>
                    <a:pt x="1148" y="5"/>
                    <a:pt x="1135" y="15"/>
                  </a:cubicBezTo>
                  <a:cubicBezTo>
                    <a:pt x="1002" y="81"/>
                    <a:pt x="1" y="2650"/>
                    <a:pt x="101" y="2750"/>
                  </a:cubicBezTo>
                  <a:cubicBezTo>
                    <a:pt x="165" y="2878"/>
                    <a:pt x="1084" y="3219"/>
                    <a:pt x="1309" y="3219"/>
                  </a:cubicBezTo>
                  <a:cubicBezTo>
                    <a:pt x="1319" y="3219"/>
                    <a:pt x="1328" y="3218"/>
                    <a:pt x="1335" y="3217"/>
                  </a:cubicBezTo>
                  <a:cubicBezTo>
                    <a:pt x="1502" y="3150"/>
                    <a:pt x="2436" y="582"/>
                    <a:pt x="2369" y="482"/>
                  </a:cubicBezTo>
                  <a:cubicBezTo>
                    <a:pt x="2339" y="391"/>
                    <a:pt x="1464"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4013875" y="2572275"/>
              <a:ext cx="146800" cy="64250"/>
            </a:xfrm>
            <a:custGeom>
              <a:rect b="b" l="l" r="r" t="t"/>
              <a:pathLst>
                <a:path extrusionOk="0" h="2570" w="5872">
                  <a:moveTo>
                    <a:pt x="134" y="1"/>
                  </a:moveTo>
                  <a:lnTo>
                    <a:pt x="0" y="401"/>
                  </a:lnTo>
                  <a:lnTo>
                    <a:pt x="5704" y="2569"/>
                  </a:lnTo>
                  <a:lnTo>
                    <a:pt x="5871" y="2202"/>
                  </a:lnTo>
                  <a:lnTo>
                    <a:pt x="1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4992375" y="2467100"/>
              <a:ext cx="1323175" cy="1758050"/>
            </a:xfrm>
            <a:custGeom>
              <a:rect b="b" l="l" r="r" t="t"/>
              <a:pathLst>
                <a:path extrusionOk="0" h="70322" w="52927">
                  <a:moveTo>
                    <a:pt x="13465" y="8211"/>
                  </a:moveTo>
                  <a:cubicBezTo>
                    <a:pt x="13865" y="8511"/>
                    <a:pt x="14365" y="8711"/>
                    <a:pt x="14966" y="8844"/>
                  </a:cubicBezTo>
                  <a:cubicBezTo>
                    <a:pt x="15966" y="10679"/>
                    <a:pt x="17401" y="11880"/>
                    <a:pt x="19702" y="13047"/>
                  </a:cubicBezTo>
                  <a:cubicBezTo>
                    <a:pt x="18401" y="15216"/>
                    <a:pt x="17401" y="17451"/>
                    <a:pt x="16300" y="19119"/>
                  </a:cubicBezTo>
                  <a:cubicBezTo>
                    <a:pt x="14365" y="15916"/>
                    <a:pt x="12897" y="12514"/>
                    <a:pt x="11163" y="9445"/>
                  </a:cubicBezTo>
                  <a:cubicBezTo>
                    <a:pt x="11963" y="9078"/>
                    <a:pt x="12731" y="8678"/>
                    <a:pt x="13465" y="8211"/>
                  </a:cubicBezTo>
                  <a:close/>
                  <a:moveTo>
                    <a:pt x="15006" y="0"/>
                  </a:moveTo>
                  <a:cubicBezTo>
                    <a:pt x="13668" y="0"/>
                    <a:pt x="11997" y="638"/>
                    <a:pt x="10629" y="1306"/>
                  </a:cubicBezTo>
                  <a:lnTo>
                    <a:pt x="8728" y="6243"/>
                  </a:lnTo>
                  <a:lnTo>
                    <a:pt x="7360" y="5008"/>
                  </a:lnTo>
                  <a:cubicBezTo>
                    <a:pt x="6097" y="3979"/>
                    <a:pt x="4872" y="3544"/>
                    <a:pt x="3809" y="3544"/>
                  </a:cubicBezTo>
                  <a:cubicBezTo>
                    <a:pt x="1531" y="3544"/>
                    <a:pt x="0" y="5543"/>
                    <a:pt x="455" y="7977"/>
                  </a:cubicBezTo>
                  <a:cubicBezTo>
                    <a:pt x="1122" y="11580"/>
                    <a:pt x="3024" y="15583"/>
                    <a:pt x="4291" y="17317"/>
                  </a:cubicBezTo>
                  <a:cubicBezTo>
                    <a:pt x="5492" y="19085"/>
                    <a:pt x="7694" y="22688"/>
                    <a:pt x="8628" y="24689"/>
                  </a:cubicBezTo>
                  <a:cubicBezTo>
                    <a:pt x="9528" y="26691"/>
                    <a:pt x="11063" y="32295"/>
                    <a:pt x="11063" y="32295"/>
                  </a:cubicBezTo>
                  <a:cubicBezTo>
                    <a:pt x="11430" y="37365"/>
                    <a:pt x="13064" y="43202"/>
                    <a:pt x="16400" y="49273"/>
                  </a:cubicBezTo>
                  <a:cubicBezTo>
                    <a:pt x="21137" y="59481"/>
                    <a:pt x="32545" y="70322"/>
                    <a:pt x="32545" y="70322"/>
                  </a:cubicBezTo>
                  <a:lnTo>
                    <a:pt x="52926" y="61082"/>
                  </a:lnTo>
                  <a:cubicBezTo>
                    <a:pt x="52893" y="60982"/>
                    <a:pt x="40217" y="50074"/>
                    <a:pt x="39150" y="46872"/>
                  </a:cubicBezTo>
                  <a:cubicBezTo>
                    <a:pt x="37815" y="43936"/>
                    <a:pt x="36581" y="40067"/>
                    <a:pt x="36414" y="36431"/>
                  </a:cubicBezTo>
                  <a:cubicBezTo>
                    <a:pt x="36214" y="32762"/>
                    <a:pt x="36014" y="14916"/>
                    <a:pt x="34880" y="12681"/>
                  </a:cubicBezTo>
                  <a:cubicBezTo>
                    <a:pt x="33746" y="10412"/>
                    <a:pt x="18568" y="105"/>
                    <a:pt x="15199" y="5"/>
                  </a:cubicBezTo>
                  <a:cubicBezTo>
                    <a:pt x="15136" y="2"/>
                    <a:pt x="15071" y="0"/>
                    <a:pt x="15006"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5472400" y="2935875"/>
              <a:ext cx="220200" cy="125950"/>
            </a:xfrm>
            <a:custGeom>
              <a:rect b="b" l="l" r="r" t="t"/>
              <a:pathLst>
                <a:path extrusionOk="0" h="5038" w="8808">
                  <a:moveTo>
                    <a:pt x="8674" y="1"/>
                  </a:moveTo>
                  <a:cubicBezTo>
                    <a:pt x="3904" y="1702"/>
                    <a:pt x="34" y="4671"/>
                    <a:pt x="1" y="4704"/>
                  </a:cubicBezTo>
                  <a:lnTo>
                    <a:pt x="268" y="5038"/>
                  </a:lnTo>
                  <a:cubicBezTo>
                    <a:pt x="301" y="5004"/>
                    <a:pt x="4104" y="2102"/>
                    <a:pt x="8807" y="368"/>
                  </a:cubicBezTo>
                  <a:lnTo>
                    <a:pt x="8674"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5395700" y="2941725"/>
              <a:ext cx="156800" cy="185975"/>
            </a:xfrm>
            <a:custGeom>
              <a:rect b="b" l="l" r="r" t="t"/>
              <a:pathLst>
                <a:path extrusionOk="0" h="7439" w="6272">
                  <a:moveTo>
                    <a:pt x="367" y="0"/>
                  </a:moveTo>
                  <a:lnTo>
                    <a:pt x="0" y="234"/>
                  </a:lnTo>
                  <a:cubicBezTo>
                    <a:pt x="100" y="467"/>
                    <a:pt x="3236" y="6305"/>
                    <a:pt x="6104" y="7439"/>
                  </a:cubicBezTo>
                  <a:lnTo>
                    <a:pt x="6271" y="7038"/>
                  </a:lnTo>
                  <a:cubicBezTo>
                    <a:pt x="3536" y="5938"/>
                    <a:pt x="400" y="67"/>
                    <a:pt x="367"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5484925" y="2779925"/>
              <a:ext cx="88425" cy="20875"/>
            </a:xfrm>
            <a:custGeom>
              <a:rect b="b" l="l" r="r" t="t"/>
              <a:pathLst>
                <a:path extrusionOk="0" h="835" w="3537">
                  <a:moveTo>
                    <a:pt x="3436" y="1"/>
                  </a:moveTo>
                  <a:cubicBezTo>
                    <a:pt x="2329" y="339"/>
                    <a:pt x="1412" y="412"/>
                    <a:pt x="822" y="412"/>
                  </a:cubicBezTo>
                  <a:cubicBezTo>
                    <a:pt x="362" y="412"/>
                    <a:pt x="100" y="368"/>
                    <a:pt x="100" y="368"/>
                  </a:cubicBezTo>
                  <a:lnTo>
                    <a:pt x="0" y="768"/>
                  </a:lnTo>
                  <a:cubicBezTo>
                    <a:pt x="0" y="768"/>
                    <a:pt x="301" y="835"/>
                    <a:pt x="801" y="835"/>
                  </a:cubicBezTo>
                  <a:cubicBezTo>
                    <a:pt x="1435" y="835"/>
                    <a:pt x="2335" y="735"/>
                    <a:pt x="3536" y="401"/>
                  </a:cubicBezTo>
                  <a:lnTo>
                    <a:pt x="3436"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5325650" y="2618975"/>
              <a:ext cx="29200" cy="57575"/>
            </a:xfrm>
            <a:custGeom>
              <a:rect b="b" l="l" r="r" t="t"/>
              <a:pathLst>
                <a:path extrusionOk="0" h="2303" w="1168">
                  <a:moveTo>
                    <a:pt x="1001" y="1"/>
                  </a:moveTo>
                  <a:lnTo>
                    <a:pt x="567" y="34"/>
                  </a:lnTo>
                  <a:cubicBezTo>
                    <a:pt x="734" y="1268"/>
                    <a:pt x="33" y="1969"/>
                    <a:pt x="0" y="2002"/>
                  </a:cubicBezTo>
                  <a:lnTo>
                    <a:pt x="300" y="2302"/>
                  </a:lnTo>
                  <a:cubicBezTo>
                    <a:pt x="300" y="2269"/>
                    <a:pt x="1168" y="1368"/>
                    <a:pt x="1001"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5364000" y="2659850"/>
              <a:ext cx="34225" cy="33375"/>
            </a:xfrm>
            <a:custGeom>
              <a:rect b="b" l="l" r="r" t="t"/>
              <a:pathLst>
                <a:path extrusionOk="0" h="1335" w="1369">
                  <a:moveTo>
                    <a:pt x="1001" y="0"/>
                  </a:moveTo>
                  <a:cubicBezTo>
                    <a:pt x="701" y="634"/>
                    <a:pt x="1" y="968"/>
                    <a:pt x="1" y="968"/>
                  </a:cubicBezTo>
                  <a:lnTo>
                    <a:pt x="167" y="1335"/>
                  </a:lnTo>
                  <a:cubicBezTo>
                    <a:pt x="201" y="1301"/>
                    <a:pt x="1035" y="901"/>
                    <a:pt x="1368" y="167"/>
                  </a:cubicBezTo>
                  <a:lnTo>
                    <a:pt x="1001"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5206400" y="2619825"/>
              <a:ext cx="69225" cy="86750"/>
            </a:xfrm>
            <a:custGeom>
              <a:rect b="b" l="l" r="r" t="t"/>
              <a:pathLst>
                <a:path extrusionOk="0" h="3470" w="2769">
                  <a:moveTo>
                    <a:pt x="334" y="0"/>
                  </a:moveTo>
                  <a:lnTo>
                    <a:pt x="0" y="267"/>
                  </a:lnTo>
                  <a:cubicBezTo>
                    <a:pt x="67" y="267"/>
                    <a:pt x="1468" y="2102"/>
                    <a:pt x="2435" y="3469"/>
                  </a:cubicBezTo>
                  <a:lnTo>
                    <a:pt x="2769" y="3269"/>
                  </a:lnTo>
                  <a:cubicBezTo>
                    <a:pt x="1801" y="1902"/>
                    <a:pt x="334" y="0"/>
                    <a:pt x="334"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4958700" y="2969225"/>
              <a:ext cx="191850" cy="186000"/>
            </a:xfrm>
            <a:custGeom>
              <a:rect b="b" l="l" r="r" t="t"/>
              <a:pathLst>
                <a:path extrusionOk="0" h="7440" w="7674">
                  <a:moveTo>
                    <a:pt x="7373" y="1"/>
                  </a:moveTo>
                  <a:cubicBezTo>
                    <a:pt x="6305" y="1168"/>
                    <a:pt x="4738" y="2169"/>
                    <a:pt x="2703" y="3036"/>
                  </a:cubicBezTo>
                  <a:lnTo>
                    <a:pt x="2636" y="3070"/>
                  </a:lnTo>
                  <a:lnTo>
                    <a:pt x="2569" y="3170"/>
                  </a:lnTo>
                  <a:cubicBezTo>
                    <a:pt x="1836" y="4638"/>
                    <a:pt x="1002" y="5938"/>
                    <a:pt x="1" y="7173"/>
                  </a:cubicBezTo>
                  <a:lnTo>
                    <a:pt x="335" y="7440"/>
                  </a:lnTo>
                  <a:cubicBezTo>
                    <a:pt x="1335" y="6139"/>
                    <a:pt x="2169" y="4838"/>
                    <a:pt x="2903" y="3403"/>
                  </a:cubicBezTo>
                  <a:cubicBezTo>
                    <a:pt x="5005" y="2536"/>
                    <a:pt x="6539" y="1502"/>
                    <a:pt x="7673" y="301"/>
                  </a:cubicBezTo>
                  <a:lnTo>
                    <a:pt x="7373" y="1"/>
                  </a:ln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5079625" y="3058475"/>
              <a:ext cx="121775" cy="216825"/>
            </a:xfrm>
            <a:custGeom>
              <a:rect b="b" l="l" r="r" t="t"/>
              <a:pathLst>
                <a:path extrusionOk="0" h="8673" w="4871">
                  <a:moveTo>
                    <a:pt x="4504" y="0"/>
                  </a:moveTo>
                  <a:cubicBezTo>
                    <a:pt x="3870" y="1434"/>
                    <a:pt x="2803" y="3069"/>
                    <a:pt x="1135" y="5137"/>
                  </a:cubicBezTo>
                  <a:lnTo>
                    <a:pt x="1" y="8573"/>
                  </a:lnTo>
                  <a:lnTo>
                    <a:pt x="401" y="8673"/>
                  </a:lnTo>
                  <a:lnTo>
                    <a:pt x="1468" y="5337"/>
                  </a:lnTo>
                  <a:cubicBezTo>
                    <a:pt x="3170" y="3269"/>
                    <a:pt x="4237" y="1635"/>
                    <a:pt x="4871" y="167"/>
                  </a:cubicBezTo>
                  <a:lnTo>
                    <a:pt x="4504" y="0"/>
                  </a:ln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4801100" y="3060125"/>
              <a:ext cx="69250" cy="88425"/>
            </a:xfrm>
            <a:custGeom>
              <a:rect b="b" l="l" r="r" t="t"/>
              <a:pathLst>
                <a:path extrusionOk="0" h="3537" w="2770">
                  <a:moveTo>
                    <a:pt x="2135" y="1"/>
                  </a:moveTo>
                  <a:lnTo>
                    <a:pt x="1969" y="368"/>
                  </a:lnTo>
                  <a:cubicBezTo>
                    <a:pt x="2035" y="401"/>
                    <a:pt x="2102" y="501"/>
                    <a:pt x="2135" y="568"/>
                  </a:cubicBezTo>
                  <a:cubicBezTo>
                    <a:pt x="2269" y="1068"/>
                    <a:pt x="1602" y="2169"/>
                    <a:pt x="1101" y="2803"/>
                  </a:cubicBezTo>
                  <a:lnTo>
                    <a:pt x="0" y="3170"/>
                  </a:lnTo>
                  <a:lnTo>
                    <a:pt x="134" y="3537"/>
                  </a:lnTo>
                  <a:lnTo>
                    <a:pt x="1335" y="3070"/>
                  </a:lnTo>
                  <a:lnTo>
                    <a:pt x="1368" y="3036"/>
                  </a:lnTo>
                  <a:cubicBezTo>
                    <a:pt x="1535" y="2870"/>
                    <a:pt x="2769" y="1335"/>
                    <a:pt x="2536" y="468"/>
                  </a:cubicBezTo>
                  <a:cubicBezTo>
                    <a:pt x="2502" y="234"/>
                    <a:pt x="2335" y="68"/>
                    <a:pt x="2135" y="1"/>
                  </a:cubicBez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4926200" y="3232750"/>
              <a:ext cx="61725" cy="115125"/>
            </a:xfrm>
            <a:custGeom>
              <a:rect b="b" l="l" r="r" t="t"/>
              <a:pathLst>
                <a:path extrusionOk="0" h="4605" w="2469">
                  <a:moveTo>
                    <a:pt x="967" y="1"/>
                  </a:moveTo>
                  <a:lnTo>
                    <a:pt x="967" y="434"/>
                  </a:lnTo>
                  <a:cubicBezTo>
                    <a:pt x="1134" y="434"/>
                    <a:pt x="1301" y="501"/>
                    <a:pt x="1401" y="635"/>
                  </a:cubicBezTo>
                  <a:cubicBezTo>
                    <a:pt x="1868" y="1168"/>
                    <a:pt x="1868" y="2603"/>
                    <a:pt x="1835" y="3270"/>
                  </a:cubicBezTo>
                  <a:cubicBezTo>
                    <a:pt x="1101" y="3470"/>
                    <a:pt x="467" y="3904"/>
                    <a:pt x="0" y="4270"/>
                  </a:cubicBezTo>
                  <a:lnTo>
                    <a:pt x="267" y="4604"/>
                  </a:lnTo>
                  <a:cubicBezTo>
                    <a:pt x="701" y="4204"/>
                    <a:pt x="1334" y="3803"/>
                    <a:pt x="2068" y="3637"/>
                  </a:cubicBezTo>
                  <a:lnTo>
                    <a:pt x="2202" y="3603"/>
                  </a:lnTo>
                  <a:lnTo>
                    <a:pt x="2202" y="3470"/>
                  </a:lnTo>
                  <a:cubicBezTo>
                    <a:pt x="2202" y="3336"/>
                    <a:pt x="2468" y="1235"/>
                    <a:pt x="1701" y="401"/>
                  </a:cubicBezTo>
                  <a:cubicBezTo>
                    <a:pt x="1534" y="134"/>
                    <a:pt x="1234" y="1"/>
                    <a:pt x="967" y="1"/>
                  </a:cubicBez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5103825" y="3235525"/>
              <a:ext cx="62550" cy="108175"/>
            </a:xfrm>
            <a:custGeom>
              <a:rect b="b" l="l" r="r" t="t"/>
              <a:pathLst>
                <a:path extrusionOk="0" h="4327" w="2502">
                  <a:moveTo>
                    <a:pt x="394" y="1"/>
                  </a:moveTo>
                  <a:cubicBezTo>
                    <a:pt x="289" y="1"/>
                    <a:pt x="180" y="8"/>
                    <a:pt x="67" y="23"/>
                  </a:cubicBezTo>
                  <a:lnTo>
                    <a:pt x="100" y="457"/>
                  </a:lnTo>
                  <a:cubicBezTo>
                    <a:pt x="205" y="439"/>
                    <a:pt x="306" y="430"/>
                    <a:pt x="403" y="430"/>
                  </a:cubicBezTo>
                  <a:cubicBezTo>
                    <a:pt x="1201" y="430"/>
                    <a:pt x="1734" y="1042"/>
                    <a:pt x="2002" y="2291"/>
                  </a:cubicBezTo>
                  <a:cubicBezTo>
                    <a:pt x="1068" y="2825"/>
                    <a:pt x="434" y="3426"/>
                    <a:pt x="0" y="4093"/>
                  </a:cubicBezTo>
                  <a:lnTo>
                    <a:pt x="334" y="4326"/>
                  </a:lnTo>
                  <a:cubicBezTo>
                    <a:pt x="734" y="3659"/>
                    <a:pt x="1401" y="3059"/>
                    <a:pt x="2368" y="2558"/>
                  </a:cubicBezTo>
                  <a:lnTo>
                    <a:pt x="2502" y="2492"/>
                  </a:lnTo>
                  <a:lnTo>
                    <a:pt x="2435" y="2358"/>
                  </a:lnTo>
                  <a:cubicBezTo>
                    <a:pt x="2131" y="778"/>
                    <a:pt x="1468" y="1"/>
                    <a:pt x="394" y="1"/>
                  </a:cubicBez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5008750" y="2573950"/>
              <a:ext cx="191825" cy="169325"/>
            </a:xfrm>
            <a:custGeom>
              <a:rect b="b" l="l" r="r" t="t"/>
              <a:pathLst>
                <a:path extrusionOk="0" h="6773" w="7673">
                  <a:moveTo>
                    <a:pt x="4037" y="1"/>
                  </a:moveTo>
                  <a:lnTo>
                    <a:pt x="4003" y="434"/>
                  </a:lnTo>
                  <a:cubicBezTo>
                    <a:pt x="4904" y="501"/>
                    <a:pt x="5871" y="1168"/>
                    <a:pt x="6572" y="2169"/>
                  </a:cubicBezTo>
                  <a:cubicBezTo>
                    <a:pt x="7039" y="2903"/>
                    <a:pt x="7206" y="3470"/>
                    <a:pt x="7139" y="3737"/>
                  </a:cubicBezTo>
                  <a:cubicBezTo>
                    <a:pt x="6914" y="4378"/>
                    <a:pt x="3293" y="6348"/>
                    <a:pt x="2336" y="6348"/>
                  </a:cubicBezTo>
                  <a:cubicBezTo>
                    <a:pt x="2298" y="6348"/>
                    <a:pt x="2264" y="6345"/>
                    <a:pt x="2235" y="6338"/>
                  </a:cubicBezTo>
                  <a:cubicBezTo>
                    <a:pt x="2069" y="6305"/>
                    <a:pt x="1735" y="5971"/>
                    <a:pt x="1401" y="5338"/>
                  </a:cubicBezTo>
                  <a:cubicBezTo>
                    <a:pt x="868" y="4337"/>
                    <a:pt x="467" y="2803"/>
                    <a:pt x="834" y="1802"/>
                  </a:cubicBezTo>
                  <a:lnTo>
                    <a:pt x="467" y="1635"/>
                  </a:lnTo>
                  <a:lnTo>
                    <a:pt x="467" y="1635"/>
                  </a:lnTo>
                  <a:cubicBezTo>
                    <a:pt x="0" y="2769"/>
                    <a:pt x="401" y="4437"/>
                    <a:pt x="1034" y="5571"/>
                  </a:cubicBezTo>
                  <a:cubicBezTo>
                    <a:pt x="1235" y="5971"/>
                    <a:pt x="1702" y="6639"/>
                    <a:pt x="2169" y="6772"/>
                  </a:cubicBezTo>
                  <a:lnTo>
                    <a:pt x="2335" y="6772"/>
                  </a:lnTo>
                  <a:cubicBezTo>
                    <a:pt x="3503" y="6772"/>
                    <a:pt x="7306" y="4671"/>
                    <a:pt x="7539" y="3837"/>
                  </a:cubicBezTo>
                  <a:cubicBezTo>
                    <a:pt x="7673" y="3436"/>
                    <a:pt x="7406" y="2669"/>
                    <a:pt x="6905" y="1969"/>
                  </a:cubicBezTo>
                  <a:cubicBezTo>
                    <a:pt x="6171" y="834"/>
                    <a:pt x="5071" y="101"/>
                    <a:pt x="4037"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5521625" y="3542975"/>
              <a:ext cx="612125" cy="625475"/>
            </a:xfrm>
            <a:custGeom>
              <a:rect b="b" l="l" r="r" t="t"/>
              <a:pathLst>
                <a:path extrusionOk="0" h="25019" w="24485">
                  <a:moveTo>
                    <a:pt x="18580" y="1"/>
                  </a:moveTo>
                  <a:lnTo>
                    <a:pt x="18580" y="1"/>
                  </a:lnTo>
                  <a:cubicBezTo>
                    <a:pt x="19033" y="2360"/>
                    <a:pt x="5046" y="18063"/>
                    <a:pt x="415" y="18063"/>
                  </a:cubicBezTo>
                  <a:cubicBezTo>
                    <a:pt x="267" y="18063"/>
                    <a:pt x="128" y="18047"/>
                    <a:pt x="0" y="18014"/>
                  </a:cubicBezTo>
                  <a:lnTo>
                    <a:pt x="0" y="18014"/>
                  </a:lnTo>
                  <a:lnTo>
                    <a:pt x="4236" y="25019"/>
                  </a:lnTo>
                  <a:cubicBezTo>
                    <a:pt x="14310" y="22517"/>
                    <a:pt x="24251" y="10341"/>
                    <a:pt x="24484" y="5171"/>
                  </a:cubicBezTo>
                  <a:lnTo>
                    <a:pt x="185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5603350" y="3647075"/>
              <a:ext cx="798925" cy="1803125"/>
            </a:xfrm>
            <a:custGeom>
              <a:rect b="b" l="l" r="r" t="t"/>
              <a:pathLst>
                <a:path extrusionOk="0" h="72125" w="31957">
                  <a:moveTo>
                    <a:pt x="20595" y="1"/>
                  </a:moveTo>
                  <a:cubicBezTo>
                    <a:pt x="20352" y="1"/>
                    <a:pt x="20148" y="73"/>
                    <a:pt x="20148" y="73"/>
                  </a:cubicBezTo>
                  <a:lnTo>
                    <a:pt x="21082" y="907"/>
                  </a:lnTo>
                  <a:cubicBezTo>
                    <a:pt x="20882" y="5777"/>
                    <a:pt x="5804" y="20554"/>
                    <a:pt x="801" y="20621"/>
                  </a:cubicBezTo>
                  <a:lnTo>
                    <a:pt x="267" y="19754"/>
                  </a:lnTo>
                  <a:cubicBezTo>
                    <a:pt x="100" y="19954"/>
                    <a:pt x="0" y="20221"/>
                    <a:pt x="167" y="20554"/>
                  </a:cubicBezTo>
                  <a:lnTo>
                    <a:pt x="25418" y="72125"/>
                  </a:lnTo>
                  <a:lnTo>
                    <a:pt x="31956" y="72125"/>
                  </a:lnTo>
                  <a:lnTo>
                    <a:pt x="31956" y="10380"/>
                  </a:lnTo>
                  <a:lnTo>
                    <a:pt x="21082" y="140"/>
                  </a:lnTo>
                  <a:cubicBezTo>
                    <a:pt x="20935" y="33"/>
                    <a:pt x="20756" y="1"/>
                    <a:pt x="205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5617525" y="4035825"/>
              <a:ext cx="54225" cy="54225"/>
            </a:xfrm>
            <a:custGeom>
              <a:rect b="b" l="l" r="r" t="t"/>
              <a:pathLst>
                <a:path extrusionOk="0" h="2169" w="2169">
                  <a:moveTo>
                    <a:pt x="1068" y="1"/>
                  </a:moveTo>
                  <a:cubicBezTo>
                    <a:pt x="500" y="1"/>
                    <a:pt x="0" y="468"/>
                    <a:pt x="0" y="1068"/>
                  </a:cubicBezTo>
                  <a:cubicBezTo>
                    <a:pt x="0" y="1669"/>
                    <a:pt x="500" y="2169"/>
                    <a:pt x="1068" y="2169"/>
                  </a:cubicBezTo>
                  <a:cubicBezTo>
                    <a:pt x="1668" y="2169"/>
                    <a:pt x="2168" y="1669"/>
                    <a:pt x="2168" y="1068"/>
                  </a:cubicBezTo>
                  <a:cubicBezTo>
                    <a:pt x="2168" y="501"/>
                    <a:pt x="1668" y="1"/>
                    <a:pt x="1068" y="1"/>
                  </a:cubicBez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grpSp>
        <p:nvGrpSpPr>
          <p:cNvPr id="118" name="Google Shape;118;p6"/>
          <p:cNvGrpSpPr/>
          <p:nvPr/>
        </p:nvGrpSpPr>
        <p:grpSpPr>
          <a:xfrm>
            <a:off x="-244" y="24"/>
            <a:ext cx="9144155" cy="5165694"/>
            <a:chOff x="-244" y="24"/>
            <a:chExt cx="9144155" cy="5165694"/>
          </a:xfrm>
        </p:grpSpPr>
        <p:sp>
          <p:nvSpPr>
            <p:cNvPr id="119" name="Google Shape;119;p6"/>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6"/>
          <p:cNvGrpSpPr/>
          <p:nvPr/>
        </p:nvGrpSpPr>
        <p:grpSpPr>
          <a:xfrm>
            <a:off x="303630" y="306525"/>
            <a:ext cx="8536741" cy="4552701"/>
            <a:chOff x="2434200" y="841500"/>
            <a:chExt cx="4622450" cy="3053250"/>
          </a:xfrm>
        </p:grpSpPr>
        <p:sp>
          <p:nvSpPr>
            <p:cNvPr id="122" name="Google Shape;122;p6"/>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5" name="Google Shape;125;p6"/>
          <p:cNvGrpSpPr/>
          <p:nvPr/>
        </p:nvGrpSpPr>
        <p:grpSpPr>
          <a:xfrm>
            <a:off x="16859" y="89405"/>
            <a:ext cx="452039" cy="524114"/>
            <a:chOff x="5815634" y="1650855"/>
            <a:chExt cx="452039" cy="524114"/>
          </a:xfrm>
        </p:grpSpPr>
        <p:sp>
          <p:nvSpPr>
            <p:cNvPr id="126" name="Google Shape;126;p6"/>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 name="Google Shape;132;p6"/>
          <p:cNvGrpSpPr/>
          <p:nvPr/>
        </p:nvGrpSpPr>
        <p:grpSpPr>
          <a:xfrm>
            <a:off x="8635809" y="4566605"/>
            <a:ext cx="452039" cy="524114"/>
            <a:chOff x="5815634" y="1650855"/>
            <a:chExt cx="452039" cy="524114"/>
          </a:xfrm>
        </p:grpSpPr>
        <p:sp>
          <p:nvSpPr>
            <p:cNvPr id="133" name="Google Shape;133;p6"/>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 name="Google Shape;139;p6"/>
          <p:cNvGrpSpPr/>
          <p:nvPr/>
        </p:nvGrpSpPr>
        <p:grpSpPr>
          <a:xfrm>
            <a:off x="8635809" y="3938780"/>
            <a:ext cx="452039" cy="524114"/>
            <a:chOff x="5815634" y="1650855"/>
            <a:chExt cx="452039" cy="524114"/>
          </a:xfrm>
        </p:grpSpPr>
        <p:sp>
          <p:nvSpPr>
            <p:cNvPr id="140" name="Google Shape;140;p6"/>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6" name="Shape 146"/>
        <p:cNvGrpSpPr/>
        <p:nvPr/>
      </p:nvGrpSpPr>
      <p:grpSpPr>
        <a:xfrm>
          <a:off x="0" y="0"/>
          <a:ext cx="0" cy="0"/>
          <a:chOff x="0" y="0"/>
          <a:chExt cx="0" cy="0"/>
        </a:xfrm>
      </p:grpSpPr>
      <p:grpSp>
        <p:nvGrpSpPr>
          <p:cNvPr id="147" name="Google Shape;147;p7"/>
          <p:cNvGrpSpPr/>
          <p:nvPr/>
        </p:nvGrpSpPr>
        <p:grpSpPr>
          <a:xfrm>
            <a:off x="-244" y="24"/>
            <a:ext cx="9144155" cy="5165694"/>
            <a:chOff x="-244" y="24"/>
            <a:chExt cx="9144155" cy="5165694"/>
          </a:xfrm>
        </p:grpSpPr>
        <p:sp>
          <p:nvSpPr>
            <p:cNvPr id="148" name="Google Shape;148;p7"/>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7"/>
          <p:cNvGrpSpPr/>
          <p:nvPr/>
        </p:nvGrpSpPr>
        <p:grpSpPr>
          <a:xfrm>
            <a:off x="303630" y="306525"/>
            <a:ext cx="8536741" cy="4552701"/>
            <a:chOff x="2434200" y="841500"/>
            <a:chExt cx="4622450" cy="3053250"/>
          </a:xfrm>
        </p:grpSpPr>
        <p:sp>
          <p:nvSpPr>
            <p:cNvPr id="151" name="Google Shape;151;p7"/>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 name="Google Shape;153;p7"/>
          <p:cNvSpPr txBox="1"/>
          <p:nvPr>
            <p:ph type="title"/>
          </p:nvPr>
        </p:nvSpPr>
        <p:spPr>
          <a:xfrm>
            <a:off x="2688900" y="1706700"/>
            <a:ext cx="3766200" cy="787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4" name="Google Shape;154;p7"/>
          <p:cNvSpPr txBox="1"/>
          <p:nvPr>
            <p:ph idx="1" type="subTitle"/>
          </p:nvPr>
        </p:nvSpPr>
        <p:spPr>
          <a:xfrm>
            <a:off x="2194950" y="2371175"/>
            <a:ext cx="4754100" cy="9423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5" name="Google Shape;15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156" name="Google Shape;156;p7"/>
          <p:cNvGrpSpPr/>
          <p:nvPr/>
        </p:nvGrpSpPr>
        <p:grpSpPr>
          <a:xfrm>
            <a:off x="5559284" y="105617"/>
            <a:ext cx="452039" cy="524114"/>
            <a:chOff x="5815634" y="1650855"/>
            <a:chExt cx="452039" cy="524114"/>
          </a:xfrm>
        </p:grpSpPr>
        <p:sp>
          <p:nvSpPr>
            <p:cNvPr id="157" name="Google Shape;157;p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7"/>
          <p:cNvGrpSpPr/>
          <p:nvPr/>
        </p:nvGrpSpPr>
        <p:grpSpPr>
          <a:xfrm>
            <a:off x="6560209" y="4534017"/>
            <a:ext cx="452039" cy="524114"/>
            <a:chOff x="5815634" y="1650855"/>
            <a:chExt cx="452039" cy="524114"/>
          </a:xfrm>
        </p:grpSpPr>
        <p:sp>
          <p:nvSpPr>
            <p:cNvPr id="164" name="Google Shape;164;p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7"/>
          <p:cNvGrpSpPr/>
          <p:nvPr/>
        </p:nvGrpSpPr>
        <p:grpSpPr>
          <a:xfrm>
            <a:off x="8494834" y="1346892"/>
            <a:ext cx="452039" cy="524114"/>
            <a:chOff x="5815634" y="1650855"/>
            <a:chExt cx="452039" cy="524114"/>
          </a:xfrm>
        </p:grpSpPr>
        <p:sp>
          <p:nvSpPr>
            <p:cNvPr id="171" name="Google Shape;171;p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7" name="Shape 177"/>
        <p:cNvGrpSpPr/>
        <p:nvPr/>
      </p:nvGrpSpPr>
      <p:grpSpPr>
        <a:xfrm>
          <a:off x="0" y="0"/>
          <a:ext cx="0" cy="0"/>
          <a:chOff x="0" y="0"/>
          <a:chExt cx="0" cy="0"/>
        </a:xfrm>
      </p:grpSpPr>
      <p:grpSp>
        <p:nvGrpSpPr>
          <p:cNvPr id="178" name="Google Shape;178;p8"/>
          <p:cNvGrpSpPr/>
          <p:nvPr/>
        </p:nvGrpSpPr>
        <p:grpSpPr>
          <a:xfrm>
            <a:off x="-244" y="24"/>
            <a:ext cx="9144155" cy="5165694"/>
            <a:chOff x="-244" y="24"/>
            <a:chExt cx="9144155" cy="5165694"/>
          </a:xfrm>
        </p:grpSpPr>
        <p:sp>
          <p:nvSpPr>
            <p:cNvPr id="179" name="Google Shape;179;p8"/>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8"/>
          <p:cNvGrpSpPr/>
          <p:nvPr/>
        </p:nvGrpSpPr>
        <p:grpSpPr>
          <a:xfrm>
            <a:off x="303630" y="306525"/>
            <a:ext cx="8536741" cy="4552701"/>
            <a:chOff x="2434200" y="841500"/>
            <a:chExt cx="4622450" cy="3053250"/>
          </a:xfrm>
        </p:grpSpPr>
        <p:sp>
          <p:nvSpPr>
            <p:cNvPr id="182" name="Google Shape;182;p8"/>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8"/>
          <p:cNvSpPr txBox="1"/>
          <p:nvPr>
            <p:ph type="title"/>
          </p:nvPr>
        </p:nvSpPr>
        <p:spPr>
          <a:xfrm>
            <a:off x="720000" y="846000"/>
            <a:ext cx="4714800" cy="25371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8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85" name="Google Shape;18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186" name="Google Shape;186;p8"/>
          <p:cNvGrpSpPr/>
          <p:nvPr/>
        </p:nvGrpSpPr>
        <p:grpSpPr>
          <a:xfrm>
            <a:off x="3626334" y="4513380"/>
            <a:ext cx="452039" cy="524114"/>
            <a:chOff x="5815634" y="1650855"/>
            <a:chExt cx="452039" cy="524114"/>
          </a:xfrm>
        </p:grpSpPr>
        <p:sp>
          <p:nvSpPr>
            <p:cNvPr id="187" name="Google Shape;187;p8"/>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 name="Google Shape;193;p8"/>
          <p:cNvGrpSpPr/>
          <p:nvPr/>
        </p:nvGrpSpPr>
        <p:grpSpPr>
          <a:xfrm>
            <a:off x="8479313" y="2956411"/>
            <a:ext cx="452735" cy="524789"/>
            <a:chOff x="8479313" y="2956411"/>
            <a:chExt cx="452735" cy="524789"/>
          </a:xfrm>
        </p:grpSpPr>
        <p:sp>
          <p:nvSpPr>
            <p:cNvPr id="194" name="Google Shape;194;p8"/>
            <p:cNvSpPr/>
            <p:nvPr/>
          </p:nvSpPr>
          <p:spPr>
            <a:xfrm>
              <a:off x="8479313" y="3101093"/>
              <a:ext cx="452735" cy="380107"/>
            </a:xfrm>
            <a:custGeom>
              <a:rect b="b" l="l" r="r" t="t"/>
              <a:pathLst>
                <a:path extrusionOk="0" h="18569" w="22117">
                  <a:moveTo>
                    <a:pt x="11330" y="1"/>
                  </a:moveTo>
                  <a:cubicBezTo>
                    <a:pt x="7143" y="1"/>
                    <a:pt x="3041" y="2086"/>
                    <a:pt x="1769" y="6409"/>
                  </a:cubicBezTo>
                  <a:cubicBezTo>
                    <a:pt x="1" y="12180"/>
                    <a:pt x="4204" y="18251"/>
                    <a:pt x="10208" y="18551"/>
                  </a:cubicBezTo>
                  <a:cubicBezTo>
                    <a:pt x="10436" y="18563"/>
                    <a:pt x="10665" y="18568"/>
                    <a:pt x="10895" y="18568"/>
                  </a:cubicBezTo>
                  <a:cubicBezTo>
                    <a:pt x="14005" y="18568"/>
                    <a:pt x="17300" y="17511"/>
                    <a:pt x="19381" y="15182"/>
                  </a:cubicBezTo>
                  <a:cubicBezTo>
                    <a:pt x="21616" y="12680"/>
                    <a:pt x="22117" y="9044"/>
                    <a:pt x="21016" y="6009"/>
                  </a:cubicBezTo>
                  <a:cubicBezTo>
                    <a:pt x="20382" y="4241"/>
                    <a:pt x="19214" y="2673"/>
                    <a:pt x="17547" y="1672"/>
                  </a:cubicBezTo>
                  <a:cubicBezTo>
                    <a:pt x="15709" y="565"/>
                    <a:pt x="13508" y="1"/>
                    <a:pt x="11330"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8527806" y="3140498"/>
              <a:ext cx="358491" cy="300356"/>
            </a:xfrm>
            <a:custGeom>
              <a:rect b="b" l="l" r="r" t="t"/>
              <a:pathLst>
                <a:path extrusionOk="0" h="14673" w="17513">
                  <a:moveTo>
                    <a:pt x="8977" y="1"/>
                  </a:moveTo>
                  <a:cubicBezTo>
                    <a:pt x="5668" y="1"/>
                    <a:pt x="2432" y="1642"/>
                    <a:pt x="1401" y="5085"/>
                  </a:cubicBezTo>
                  <a:cubicBezTo>
                    <a:pt x="0" y="9621"/>
                    <a:pt x="3336" y="14458"/>
                    <a:pt x="8072" y="14658"/>
                  </a:cubicBezTo>
                  <a:cubicBezTo>
                    <a:pt x="8254" y="14668"/>
                    <a:pt x="8437" y="14672"/>
                    <a:pt x="8621" y="14672"/>
                  </a:cubicBezTo>
                  <a:cubicBezTo>
                    <a:pt x="11041" y="14672"/>
                    <a:pt x="13637" y="13849"/>
                    <a:pt x="15311" y="11989"/>
                  </a:cubicBezTo>
                  <a:cubicBezTo>
                    <a:pt x="17112" y="10021"/>
                    <a:pt x="17513" y="7153"/>
                    <a:pt x="16645" y="4751"/>
                  </a:cubicBezTo>
                  <a:cubicBezTo>
                    <a:pt x="16145" y="3350"/>
                    <a:pt x="15244" y="2116"/>
                    <a:pt x="13910" y="1315"/>
                  </a:cubicBezTo>
                  <a:cubicBezTo>
                    <a:pt x="12447" y="447"/>
                    <a:pt x="10702" y="1"/>
                    <a:pt x="8977" y="1"/>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8638406" y="3166720"/>
              <a:ext cx="137968" cy="247892"/>
            </a:xfrm>
            <a:custGeom>
              <a:rect b="b" l="l" r="r" t="t"/>
              <a:pathLst>
                <a:path extrusionOk="0" h="12110" w="6740">
                  <a:moveTo>
                    <a:pt x="3103" y="1"/>
                  </a:moveTo>
                  <a:cubicBezTo>
                    <a:pt x="3003" y="1"/>
                    <a:pt x="2903" y="34"/>
                    <a:pt x="2836" y="34"/>
                  </a:cubicBezTo>
                  <a:cubicBezTo>
                    <a:pt x="2703" y="68"/>
                    <a:pt x="2569" y="201"/>
                    <a:pt x="2569" y="334"/>
                  </a:cubicBezTo>
                  <a:lnTo>
                    <a:pt x="2569" y="1469"/>
                  </a:lnTo>
                  <a:cubicBezTo>
                    <a:pt x="2236" y="1502"/>
                    <a:pt x="2002" y="1635"/>
                    <a:pt x="1702" y="1735"/>
                  </a:cubicBezTo>
                  <a:cubicBezTo>
                    <a:pt x="1235" y="2002"/>
                    <a:pt x="868" y="2302"/>
                    <a:pt x="601" y="2703"/>
                  </a:cubicBezTo>
                  <a:cubicBezTo>
                    <a:pt x="368" y="3136"/>
                    <a:pt x="234" y="3570"/>
                    <a:pt x="234" y="4037"/>
                  </a:cubicBezTo>
                  <a:cubicBezTo>
                    <a:pt x="234" y="4604"/>
                    <a:pt x="401" y="5104"/>
                    <a:pt x="735" y="5505"/>
                  </a:cubicBezTo>
                  <a:cubicBezTo>
                    <a:pt x="1068" y="5872"/>
                    <a:pt x="1535" y="6205"/>
                    <a:pt x="2169" y="6405"/>
                  </a:cubicBezTo>
                  <a:lnTo>
                    <a:pt x="3737" y="6939"/>
                  </a:lnTo>
                  <a:cubicBezTo>
                    <a:pt x="4104" y="7073"/>
                    <a:pt x="4404" y="7239"/>
                    <a:pt x="4571" y="7439"/>
                  </a:cubicBezTo>
                  <a:cubicBezTo>
                    <a:pt x="4738" y="7673"/>
                    <a:pt x="4838" y="7873"/>
                    <a:pt x="4838" y="8173"/>
                  </a:cubicBezTo>
                  <a:cubicBezTo>
                    <a:pt x="4838" y="8440"/>
                    <a:pt x="4704" y="8707"/>
                    <a:pt x="4437" y="8840"/>
                  </a:cubicBezTo>
                  <a:cubicBezTo>
                    <a:pt x="4171" y="9007"/>
                    <a:pt x="3770" y="9107"/>
                    <a:pt x="3337" y="9107"/>
                  </a:cubicBezTo>
                  <a:cubicBezTo>
                    <a:pt x="2870" y="9107"/>
                    <a:pt x="2436" y="9041"/>
                    <a:pt x="2036" y="8874"/>
                  </a:cubicBezTo>
                  <a:cubicBezTo>
                    <a:pt x="1602" y="8707"/>
                    <a:pt x="1235" y="8507"/>
                    <a:pt x="902" y="8273"/>
                  </a:cubicBezTo>
                  <a:cubicBezTo>
                    <a:pt x="868" y="8240"/>
                    <a:pt x="810" y="8223"/>
                    <a:pt x="747" y="8223"/>
                  </a:cubicBezTo>
                  <a:cubicBezTo>
                    <a:pt x="685" y="8223"/>
                    <a:pt x="618" y="8240"/>
                    <a:pt x="568" y="8273"/>
                  </a:cubicBezTo>
                  <a:cubicBezTo>
                    <a:pt x="435" y="8373"/>
                    <a:pt x="368" y="8440"/>
                    <a:pt x="268" y="8574"/>
                  </a:cubicBezTo>
                  <a:cubicBezTo>
                    <a:pt x="201" y="8707"/>
                    <a:pt x="101" y="8840"/>
                    <a:pt x="68" y="9007"/>
                  </a:cubicBezTo>
                  <a:cubicBezTo>
                    <a:pt x="34" y="9174"/>
                    <a:pt x="1" y="9274"/>
                    <a:pt x="1" y="9441"/>
                  </a:cubicBezTo>
                  <a:cubicBezTo>
                    <a:pt x="1" y="9541"/>
                    <a:pt x="34" y="9674"/>
                    <a:pt x="101" y="9708"/>
                  </a:cubicBezTo>
                  <a:cubicBezTo>
                    <a:pt x="368" y="9875"/>
                    <a:pt x="668" y="10041"/>
                    <a:pt x="1002" y="10208"/>
                  </a:cubicBezTo>
                  <a:cubicBezTo>
                    <a:pt x="1335" y="10375"/>
                    <a:pt x="1702" y="10508"/>
                    <a:pt x="2102" y="10575"/>
                  </a:cubicBezTo>
                  <a:cubicBezTo>
                    <a:pt x="2236" y="10608"/>
                    <a:pt x="2369" y="10608"/>
                    <a:pt x="2503" y="10675"/>
                  </a:cubicBezTo>
                  <a:lnTo>
                    <a:pt x="2503" y="11776"/>
                  </a:lnTo>
                  <a:cubicBezTo>
                    <a:pt x="2503" y="11909"/>
                    <a:pt x="2569" y="12043"/>
                    <a:pt x="2736" y="12076"/>
                  </a:cubicBezTo>
                  <a:cubicBezTo>
                    <a:pt x="2903" y="12110"/>
                    <a:pt x="3070" y="12110"/>
                    <a:pt x="3337" y="12110"/>
                  </a:cubicBezTo>
                  <a:lnTo>
                    <a:pt x="3603" y="12110"/>
                  </a:lnTo>
                  <a:cubicBezTo>
                    <a:pt x="3737" y="12110"/>
                    <a:pt x="3837" y="12076"/>
                    <a:pt x="3904" y="12076"/>
                  </a:cubicBezTo>
                  <a:cubicBezTo>
                    <a:pt x="4037" y="12043"/>
                    <a:pt x="4171" y="11909"/>
                    <a:pt x="4171" y="11776"/>
                  </a:cubicBezTo>
                  <a:lnTo>
                    <a:pt x="4171" y="10708"/>
                  </a:lnTo>
                  <a:cubicBezTo>
                    <a:pt x="4537" y="10675"/>
                    <a:pt x="4871" y="10542"/>
                    <a:pt x="5171" y="10408"/>
                  </a:cubicBezTo>
                  <a:cubicBezTo>
                    <a:pt x="5672" y="10208"/>
                    <a:pt x="6039" y="9875"/>
                    <a:pt x="6339" y="9474"/>
                  </a:cubicBezTo>
                  <a:cubicBezTo>
                    <a:pt x="6606" y="9041"/>
                    <a:pt x="6739" y="8574"/>
                    <a:pt x="6739" y="8073"/>
                  </a:cubicBezTo>
                  <a:cubicBezTo>
                    <a:pt x="6739" y="7406"/>
                    <a:pt x="6572" y="6839"/>
                    <a:pt x="6172" y="6405"/>
                  </a:cubicBezTo>
                  <a:cubicBezTo>
                    <a:pt x="5772" y="6005"/>
                    <a:pt x="5271" y="5672"/>
                    <a:pt x="4604" y="5438"/>
                  </a:cubicBezTo>
                  <a:lnTo>
                    <a:pt x="3103" y="4904"/>
                  </a:lnTo>
                  <a:cubicBezTo>
                    <a:pt x="2770" y="4771"/>
                    <a:pt x="2536" y="4671"/>
                    <a:pt x="2336" y="4504"/>
                  </a:cubicBezTo>
                  <a:cubicBezTo>
                    <a:pt x="2169" y="4371"/>
                    <a:pt x="2102" y="4204"/>
                    <a:pt x="2102" y="3937"/>
                  </a:cubicBezTo>
                  <a:cubicBezTo>
                    <a:pt x="2102" y="3670"/>
                    <a:pt x="2236" y="3437"/>
                    <a:pt x="2436" y="3270"/>
                  </a:cubicBezTo>
                  <a:cubicBezTo>
                    <a:pt x="2703" y="3103"/>
                    <a:pt x="3036" y="3003"/>
                    <a:pt x="3503" y="3003"/>
                  </a:cubicBezTo>
                  <a:cubicBezTo>
                    <a:pt x="3870" y="3003"/>
                    <a:pt x="4204" y="3036"/>
                    <a:pt x="4537" y="3170"/>
                  </a:cubicBezTo>
                  <a:cubicBezTo>
                    <a:pt x="4871" y="3303"/>
                    <a:pt x="5238" y="3403"/>
                    <a:pt x="5538" y="3570"/>
                  </a:cubicBezTo>
                  <a:cubicBezTo>
                    <a:pt x="5587" y="3607"/>
                    <a:pt x="5632" y="3621"/>
                    <a:pt x="5673" y="3621"/>
                  </a:cubicBezTo>
                  <a:cubicBezTo>
                    <a:pt x="5745" y="3621"/>
                    <a:pt x="5808" y="3579"/>
                    <a:pt x="5872" y="3537"/>
                  </a:cubicBezTo>
                  <a:cubicBezTo>
                    <a:pt x="6039" y="3403"/>
                    <a:pt x="6172" y="3203"/>
                    <a:pt x="6239" y="3003"/>
                  </a:cubicBezTo>
                  <a:cubicBezTo>
                    <a:pt x="6339" y="2769"/>
                    <a:pt x="6372" y="2569"/>
                    <a:pt x="6372" y="2369"/>
                  </a:cubicBezTo>
                  <a:cubicBezTo>
                    <a:pt x="6372" y="2236"/>
                    <a:pt x="6339" y="2169"/>
                    <a:pt x="6205" y="2102"/>
                  </a:cubicBezTo>
                  <a:cubicBezTo>
                    <a:pt x="5872" y="1902"/>
                    <a:pt x="5405" y="1735"/>
                    <a:pt x="4938" y="1635"/>
                  </a:cubicBezTo>
                  <a:cubicBezTo>
                    <a:pt x="4738" y="1535"/>
                    <a:pt x="4504" y="1502"/>
                    <a:pt x="4237" y="1469"/>
                  </a:cubicBezTo>
                  <a:lnTo>
                    <a:pt x="4237" y="334"/>
                  </a:lnTo>
                  <a:cubicBezTo>
                    <a:pt x="4237" y="201"/>
                    <a:pt x="4171" y="68"/>
                    <a:pt x="4004" y="34"/>
                  </a:cubicBezTo>
                  <a:cubicBezTo>
                    <a:pt x="3904" y="34"/>
                    <a:pt x="3837" y="1"/>
                    <a:pt x="3704" y="1"/>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8703971" y="2956411"/>
              <a:ext cx="8208" cy="60120"/>
            </a:xfrm>
            <a:custGeom>
              <a:rect b="b" l="l" r="r" t="t"/>
              <a:pathLst>
                <a:path extrusionOk="0" h="2937" w="401">
                  <a:moveTo>
                    <a:pt x="0" y="1"/>
                  </a:moveTo>
                  <a:lnTo>
                    <a:pt x="0" y="2936"/>
                  </a:lnTo>
                  <a:lnTo>
                    <a:pt x="400" y="2936"/>
                  </a:lnTo>
                  <a:lnTo>
                    <a:pt x="400"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8654127" y="2987136"/>
              <a:ext cx="8884" cy="84705"/>
            </a:xfrm>
            <a:custGeom>
              <a:rect b="b" l="l" r="r" t="t"/>
              <a:pathLst>
                <a:path extrusionOk="0" h="4138" w="434">
                  <a:moveTo>
                    <a:pt x="0" y="1"/>
                  </a:moveTo>
                  <a:lnTo>
                    <a:pt x="0" y="4137"/>
                  </a:lnTo>
                  <a:lnTo>
                    <a:pt x="434" y="4137"/>
                  </a:lnTo>
                  <a:lnTo>
                    <a:pt x="434"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8746303" y="2997392"/>
              <a:ext cx="8884" cy="73753"/>
            </a:xfrm>
            <a:custGeom>
              <a:rect b="b" l="l" r="r" t="t"/>
              <a:pathLst>
                <a:path extrusionOk="0" h="3603" w="434">
                  <a:moveTo>
                    <a:pt x="0" y="0"/>
                  </a:moveTo>
                  <a:lnTo>
                    <a:pt x="0" y="3603"/>
                  </a:lnTo>
                  <a:lnTo>
                    <a:pt x="434" y="3603"/>
                  </a:lnTo>
                  <a:lnTo>
                    <a:pt x="434"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8"/>
          <p:cNvGrpSpPr/>
          <p:nvPr/>
        </p:nvGrpSpPr>
        <p:grpSpPr>
          <a:xfrm>
            <a:off x="1550633" y="93826"/>
            <a:ext cx="453431" cy="524769"/>
            <a:chOff x="5416858" y="2175276"/>
            <a:chExt cx="453431" cy="524769"/>
          </a:xfrm>
        </p:grpSpPr>
        <p:sp>
          <p:nvSpPr>
            <p:cNvPr id="201" name="Google Shape;201;p8"/>
            <p:cNvSpPr/>
            <p:nvPr/>
          </p:nvSpPr>
          <p:spPr>
            <a:xfrm>
              <a:off x="5416858" y="2320265"/>
              <a:ext cx="453431" cy="379780"/>
            </a:xfrm>
            <a:custGeom>
              <a:rect b="b" l="l" r="r" t="t"/>
              <a:pathLst>
                <a:path extrusionOk="0" h="18553" w="22151">
                  <a:moveTo>
                    <a:pt x="11329" y="0"/>
                  </a:moveTo>
                  <a:cubicBezTo>
                    <a:pt x="7143" y="0"/>
                    <a:pt x="3041" y="2071"/>
                    <a:pt x="1769" y="6393"/>
                  </a:cubicBezTo>
                  <a:cubicBezTo>
                    <a:pt x="1" y="12164"/>
                    <a:pt x="4204" y="18235"/>
                    <a:pt x="10208" y="18536"/>
                  </a:cubicBezTo>
                  <a:cubicBezTo>
                    <a:pt x="10436" y="18547"/>
                    <a:pt x="10665" y="18553"/>
                    <a:pt x="10895" y="18553"/>
                  </a:cubicBezTo>
                  <a:cubicBezTo>
                    <a:pt x="14005" y="18553"/>
                    <a:pt x="17300" y="17496"/>
                    <a:pt x="19381" y="15166"/>
                  </a:cubicBezTo>
                  <a:cubicBezTo>
                    <a:pt x="21616" y="12665"/>
                    <a:pt x="22150" y="8995"/>
                    <a:pt x="21016" y="5993"/>
                  </a:cubicBezTo>
                  <a:cubicBezTo>
                    <a:pt x="20382" y="4225"/>
                    <a:pt x="19215" y="2657"/>
                    <a:pt x="17547" y="1657"/>
                  </a:cubicBezTo>
                  <a:cubicBezTo>
                    <a:pt x="15709" y="561"/>
                    <a:pt x="13507" y="0"/>
                    <a:pt x="11329"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5466702" y="2359506"/>
              <a:ext cx="357140" cy="300193"/>
            </a:xfrm>
            <a:custGeom>
              <a:rect b="b" l="l" r="r" t="t"/>
              <a:pathLst>
                <a:path extrusionOk="0" h="14665" w="17447">
                  <a:moveTo>
                    <a:pt x="8967" y="1"/>
                  </a:moveTo>
                  <a:cubicBezTo>
                    <a:pt x="5650" y="1"/>
                    <a:pt x="2402" y="1648"/>
                    <a:pt x="1369" y="5077"/>
                  </a:cubicBezTo>
                  <a:cubicBezTo>
                    <a:pt x="1" y="9613"/>
                    <a:pt x="3337" y="14450"/>
                    <a:pt x="8040" y="14650"/>
                  </a:cubicBezTo>
                  <a:cubicBezTo>
                    <a:pt x="8222" y="14660"/>
                    <a:pt x="8405" y="14665"/>
                    <a:pt x="8589" y="14665"/>
                  </a:cubicBezTo>
                  <a:cubicBezTo>
                    <a:pt x="11013" y="14665"/>
                    <a:pt x="13636" y="13842"/>
                    <a:pt x="15279" y="11982"/>
                  </a:cubicBezTo>
                  <a:cubicBezTo>
                    <a:pt x="17080" y="10047"/>
                    <a:pt x="17447" y="7145"/>
                    <a:pt x="16613" y="4743"/>
                  </a:cubicBezTo>
                  <a:cubicBezTo>
                    <a:pt x="16112" y="3342"/>
                    <a:pt x="15212" y="2108"/>
                    <a:pt x="13878" y="1308"/>
                  </a:cubicBezTo>
                  <a:cubicBezTo>
                    <a:pt x="12421" y="443"/>
                    <a:pt x="10685" y="1"/>
                    <a:pt x="8967" y="1"/>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5576647" y="2385584"/>
              <a:ext cx="137947" cy="248567"/>
            </a:xfrm>
            <a:custGeom>
              <a:rect b="b" l="l" r="r" t="t"/>
              <a:pathLst>
                <a:path extrusionOk="0" h="12143" w="6739">
                  <a:moveTo>
                    <a:pt x="3103" y="0"/>
                  </a:moveTo>
                  <a:cubicBezTo>
                    <a:pt x="3003" y="0"/>
                    <a:pt x="2903" y="34"/>
                    <a:pt x="2836" y="34"/>
                  </a:cubicBezTo>
                  <a:cubicBezTo>
                    <a:pt x="2702" y="67"/>
                    <a:pt x="2569" y="200"/>
                    <a:pt x="2569" y="334"/>
                  </a:cubicBezTo>
                  <a:lnTo>
                    <a:pt x="2569" y="1468"/>
                  </a:lnTo>
                  <a:cubicBezTo>
                    <a:pt x="2235" y="1501"/>
                    <a:pt x="2002" y="1635"/>
                    <a:pt x="1702" y="1735"/>
                  </a:cubicBezTo>
                  <a:cubicBezTo>
                    <a:pt x="1235" y="2002"/>
                    <a:pt x="868" y="2302"/>
                    <a:pt x="634" y="2702"/>
                  </a:cubicBezTo>
                  <a:cubicBezTo>
                    <a:pt x="367" y="3136"/>
                    <a:pt x="234" y="3569"/>
                    <a:pt x="234" y="4036"/>
                  </a:cubicBezTo>
                  <a:cubicBezTo>
                    <a:pt x="234" y="4637"/>
                    <a:pt x="401" y="5137"/>
                    <a:pt x="734" y="5504"/>
                  </a:cubicBezTo>
                  <a:cubicBezTo>
                    <a:pt x="1068" y="5871"/>
                    <a:pt x="1535" y="6205"/>
                    <a:pt x="2169" y="6405"/>
                  </a:cubicBezTo>
                  <a:lnTo>
                    <a:pt x="3736" y="6972"/>
                  </a:lnTo>
                  <a:cubicBezTo>
                    <a:pt x="4137" y="7072"/>
                    <a:pt x="4404" y="7239"/>
                    <a:pt x="4570" y="7472"/>
                  </a:cubicBezTo>
                  <a:cubicBezTo>
                    <a:pt x="4737" y="7672"/>
                    <a:pt x="4837" y="7872"/>
                    <a:pt x="4837" y="8173"/>
                  </a:cubicBezTo>
                  <a:cubicBezTo>
                    <a:pt x="4837" y="8473"/>
                    <a:pt x="4704" y="8706"/>
                    <a:pt x="4470" y="8840"/>
                  </a:cubicBezTo>
                  <a:cubicBezTo>
                    <a:pt x="4170" y="9007"/>
                    <a:pt x="3803" y="9140"/>
                    <a:pt x="3336" y="9140"/>
                  </a:cubicBezTo>
                  <a:cubicBezTo>
                    <a:pt x="2869" y="9140"/>
                    <a:pt x="2469" y="9040"/>
                    <a:pt x="2035" y="8873"/>
                  </a:cubicBezTo>
                  <a:cubicBezTo>
                    <a:pt x="1635" y="8706"/>
                    <a:pt x="1235" y="8506"/>
                    <a:pt x="901" y="8306"/>
                  </a:cubicBezTo>
                  <a:cubicBezTo>
                    <a:pt x="868" y="8256"/>
                    <a:pt x="809" y="8231"/>
                    <a:pt x="747" y="8231"/>
                  </a:cubicBezTo>
                  <a:cubicBezTo>
                    <a:pt x="684" y="8231"/>
                    <a:pt x="618" y="8256"/>
                    <a:pt x="568" y="8306"/>
                  </a:cubicBezTo>
                  <a:cubicBezTo>
                    <a:pt x="467" y="8373"/>
                    <a:pt x="367" y="8473"/>
                    <a:pt x="301" y="8573"/>
                  </a:cubicBezTo>
                  <a:cubicBezTo>
                    <a:pt x="201" y="8706"/>
                    <a:pt x="101" y="8840"/>
                    <a:pt x="67" y="9007"/>
                  </a:cubicBezTo>
                  <a:cubicBezTo>
                    <a:pt x="34" y="9173"/>
                    <a:pt x="0" y="9307"/>
                    <a:pt x="0" y="9474"/>
                  </a:cubicBezTo>
                  <a:cubicBezTo>
                    <a:pt x="0" y="9540"/>
                    <a:pt x="34" y="9674"/>
                    <a:pt x="101" y="9707"/>
                  </a:cubicBezTo>
                  <a:cubicBezTo>
                    <a:pt x="367" y="9874"/>
                    <a:pt x="668" y="10041"/>
                    <a:pt x="1001" y="10207"/>
                  </a:cubicBezTo>
                  <a:cubicBezTo>
                    <a:pt x="1335" y="10374"/>
                    <a:pt x="1702" y="10508"/>
                    <a:pt x="2102" y="10574"/>
                  </a:cubicBezTo>
                  <a:cubicBezTo>
                    <a:pt x="2235" y="10641"/>
                    <a:pt x="2369" y="10641"/>
                    <a:pt x="2502" y="10674"/>
                  </a:cubicBezTo>
                  <a:lnTo>
                    <a:pt x="2502" y="11809"/>
                  </a:lnTo>
                  <a:cubicBezTo>
                    <a:pt x="2502" y="11909"/>
                    <a:pt x="2569" y="12042"/>
                    <a:pt x="2736" y="12075"/>
                  </a:cubicBezTo>
                  <a:cubicBezTo>
                    <a:pt x="2903" y="12142"/>
                    <a:pt x="3069" y="12142"/>
                    <a:pt x="3336" y="12142"/>
                  </a:cubicBezTo>
                  <a:lnTo>
                    <a:pt x="3636" y="12142"/>
                  </a:lnTo>
                  <a:cubicBezTo>
                    <a:pt x="3736" y="12142"/>
                    <a:pt x="3837" y="12075"/>
                    <a:pt x="3903" y="12075"/>
                  </a:cubicBezTo>
                  <a:cubicBezTo>
                    <a:pt x="4037" y="12042"/>
                    <a:pt x="4170" y="11909"/>
                    <a:pt x="4170" y="11809"/>
                  </a:cubicBezTo>
                  <a:lnTo>
                    <a:pt x="4170" y="10674"/>
                  </a:lnTo>
                  <a:cubicBezTo>
                    <a:pt x="4537" y="10641"/>
                    <a:pt x="4871" y="10508"/>
                    <a:pt x="5171" y="10374"/>
                  </a:cubicBezTo>
                  <a:cubicBezTo>
                    <a:pt x="5671" y="10174"/>
                    <a:pt x="6038" y="9841"/>
                    <a:pt x="6338" y="9407"/>
                  </a:cubicBezTo>
                  <a:cubicBezTo>
                    <a:pt x="6639" y="9007"/>
                    <a:pt x="6739" y="8540"/>
                    <a:pt x="6739" y="8039"/>
                  </a:cubicBezTo>
                  <a:cubicBezTo>
                    <a:pt x="6739" y="7439"/>
                    <a:pt x="6538" y="6838"/>
                    <a:pt x="6172" y="6405"/>
                  </a:cubicBezTo>
                  <a:cubicBezTo>
                    <a:pt x="5805" y="6004"/>
                    <a:pt x="5304" y="5671"/>
                    <a:pt x="4637" y="5471"/>
                  </a:cubicBezTo>
                  <a:lnTo>
                    <a:pt x="3136" y="4904"/>
                  </a:lnTo>
                  <a:cubicBezTo>
                    <a:pt x="2802" y="4804"/>
                    <a:pt x="2536" y="4670"/>
                    <a:pt x="2335" y="4503"/>
                  </a:cubicBezTo>
                  <a:cubicBezTo>
                    <a:pt x="2169" y="4370"/>
                    <a:pt x="2135" y="4203"/>
                    <a:pt x="2135" y="3970"/>
                  </a:cubicBezTo>
                  <a:cubicBezTo>
                    <a:pt x="2135" y="3669"/>
                    <a:pt x="2235" y="3469"/>
                    <a:pt x="2469" y="3303"/>
                  </a:cubicBezTo>
                  <a:cubicBezTo>
                    <a:pt x="2702" y="3136"/>
                    <a:pt x="3036" y="3002"/>
                    <a:pt x="3503" y="3002"/>
                  </a:cubicBezTo>
                  <a:cubicBezTo>
                    <a:pt x="3870" y="3002"/>
                    <a:pt x="4203" y="3036"/>
                    <a:pt x="4537" y="3169"/>
                  </a:cubicBezTo>
                  <a:cubicBezTo>
                    <a:pt x="4871" y="3303"/>
                    <a:pt x="5238" y="3403"/>
                    <a:pt x="5538" y="3569"/>
                  </a:cubicBezTo>
                  <a:cubicBezTo>
                    <a:pt x="5594" y="3611"/>
                    <a:pt x="5650" y="3630"/>
                    <a:pt x="5700" y="3630"/>
                  </a:cubicBezTo>
                  <a:cubicBezTo>
                    <a:pt x="5771" y="3630"/>
                    <a:pt x="5833" y="3594"/>
                    <a:pt x="5871" y="3536"/>
                  </a:cubicBezTo>
                  <a:cubicBezTo>
                    <a:pt x="6038" y="3403"/>
                    <a:pt x="6172" y="3202"/>
                    <a:pt x="6238" y="3002"/>
                  </a:cubicBezTo>
                  <a:cubicBezTo>
                    <a:pt x="6338" y="2802"/>
                    <a:pt x="6372" y="2569"/>
                    <a:pt x="6372" y="2369"/>
                  </a:cubicBezTo>
                  <a:cubicBezTo>
                    <a:pt x="6372" y="2235"/>
                    <a:pt x="6338" y="2168"/>
                    <a:pt x="6205" y="2135"/>
                  </a:cubicBezTo>
                  <a:cubicBezTo>
                    <a:pt x="5871" y="1902"/>
                    <a:pt x="5404" y="1735"/>
                    <a:pt x="4971" y="1635"/>
                  </a:cubicBezTo>
                  <a:cubicBezTo>
                    <a:pt x="4737" y="1535"/>
                    <a:pt x="4504" y="1501"/>
                    <a:pt x="4237" y="1468"/>
                  </a:cubicBezTo>
                  <a:lnTo>
                    <a:pt x="4237" y="334"/>
                  </a:lnTo>
                  <a:cubicBezTo>
                    <a:pt x="4237" y="200"/>
                    <a:pt x="4170" y="67"/>
                    <a:pt x="4003" y="34"/>
                  </a:cubicBezTo>
                  <a:cubicBezTo>
                    <a:pt x="3903" y="34"/>
                    <a:pt x="3837" y="0"/>
                    <a:pt x="3703"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5642191" y="2175276"/>
              <a:ext cx="8904" cy="60100"/>
            </a:xfrm>
            <a:custGeom>
              <a:rect b="b" l="l" r="r" t="t"/>
              <a:pathLst>
                <a:path extrusionOk="0" h="2936" w="435">
                  <a:moveTo>
                    <a:pt x="1" y="0"/>
                  </a:moveTo>
                  <a:lnTo>
                    <a:pt x="1" y="2936"/>
                  </a:lnTo>
                  <a:lnTo>
                    <a:pt x="434" y="2936"/>
                  </a:lnTo>
                  <a:lnTo>
                    <a:pt x="434"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5591672" y="2205305"/>
              <a:ext cx="8884" cy="84705"/>
            </a:xfrm>
            <a:custGeom>
              <a:rect b="b" l="l" r="r" t="t"/>
              <a:pathLst>
                <a:path extrusionOk="0" h="4138" w="434">
                  <a:moveTo>
                    <a:pt x="0" y="1"/>
                  </a:moveTo>
                  <a:lnTo>
                    <a:pt x="0" y="4137"/>
                  </a:lnTo>
                  <a:lnTo>
                    <a:pt x="434" y="4137"/>
                  </a:lnTo>
                  <a:lnTo>
                    <a:pt x="434"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5685219" y="2216912"/>
              <a:ext cx="8208" cy="73098"/>
            </a:xfrm>
            <a:custGeom>
              <a:rect b="b" l="l" r="r" t="t"/>
              <a:pathLst>
                <a:path extrusionOk="0" h="3571" w="401">
                  <a:moveTo>
                    <a:pt x="0" y="1"/>
                  </a:moveTo>
                  <a:lnTo>
                    <a:pt x="0" y="3570"/>
                  </a:lnTo>
                  <a:lnTo>
                    <a:pt x="401" y="3570"/>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7" name="Shape 207"/>
        <p:cNvGrpSpPr/>
        <p:nvPr/>
      </p:nvGrpSpPr>
      <p:grpSpPr>
        <a:xfrm>
          <a:off x="0" y="0"/>
          <a:ext cx="0" cy="0"/>
          <a:chOff x="0" y="0"/>
          <a:chExt cx="0" cy="0"/>
        </a:xfrm>
      </p:grpSpPr>
      <p:grpSp>
        <p:nvGrpSpPr>
          <p:cNvPr id="208" name="Google Shape;208;p9"/>
          <p:cNvGrpSpPr/>
          <p:nvPr/>
        </p:nvGrpSpPr>
        <p:grpSpPr>
          <a:xfrm>
            <a:off x="-244" y="24"/>
            <a:ext cx="9144155" cy="5165694"/>
            <a:chOff x="-244" y="24"/>
            <a:chExt cx="9144155" cy="5165694"/>
          </a:xfrm>
        </p:grpSpPr>
        <p:sp>
          <p:nvSpPr>
            <p:cNvPr id="209" name="Google Shape;209;p9"/>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9"/>
          <p:cNvGrpSpPr/>
          <p:nvPr/>
        </p:nvGrpSpPr>
        <p:grpSpPr>
          <a:xfrm>
            <a:off x="303630" y="306525"/>
            <a:ext cx="8536741" cy="4552701"/>
            <a:chOff x="2434200" y="841500"/>
            <a:chExt cx="4622450" cy="3053250"/>
          </a:xfrm>
        </p:grpSpPr>
        <p:sp>
          <p:nvSpPr>
            <p:cNvPr id="212" name="Google Shape;212;p9"/>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 name="Google Shape;214;p9"/>
          <p:cNvSpPr txBox="1"/>
          <p:nvPr>
            <p:ph idx="1" type="body"/>
          </p:nvPr>
        </p:nvSpPr>
        <p:spPr>
          <a:xfrm>
            <a:off x="720000" y="1722975"/>
            <a:ext cx="4110300" cy="25293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accent3"/>
              </a:buClr>
              <a:buSzPts val="800"/>
              <a:buFont typeface="Open Sans"/>
              <a:buChar char="●"/>
              <a:defRPr/>
            </a:lvl1pPr>
            <a:lvl2pPr indent="-279400" lvl="1" marL="914400">
              <a:spcBef>
                <a:spcPts val="0"/>
              </a:spcBef>
              <a:spcAft>
                <a:spcPts val="0"/>
              </a:spcAft>
              <a:buClr>
                <a:srgbClr val="999999"/>
              </a:buClr>
              <a:buSzPts val="800"/>
              <a:buFont typeface="Open Sans"/>
              <a:buChar char="○"/>
              <a:defRPr/>
            </a:lvl2pPr>
            <a:lvl3pPr indent="-279400" lvl="2" marL="1371600">
              <a:spcBef>
                <a:spcPts val="0"/>
              </a:spcBef>
              <a:spcAft>
                <a:spcPts val="0"/>
              </a:spcAft>
              <a:buClr>
                <a:srgbClr val="999999"/>
              </a:buClr>
              <a:buSzPts val="800"/>
              <a:buFont typeface="Open Sans"/>
              <a:buChar char="■"/>
              <a:defRPr/>
            </a:lvl3pPr>
            <a:lvl4pPr indent="-279400" lvl="3" marL="1828800">
              <a:spcBef>
                <a:spcPts val="0"/>
              </a:spcBef>
              <a:spcAft>
                <a:spcPts val="0"/>
              </a:spcAft>
              <a:buClr>
                <a:srgbClr val="999999"/>
              </a:buClr>
              <a:buSzPts val="800"/>
              <a:buFont typeface="Open Sans"/>
              <a:buChar char="●"/>
              <a:defRPr/>
            </a:lvl4pPr>
            <a:lvl5pPr indent="-304800" lvl="4" marL="2286000">
              <a:spcBef>
                <a:spcPts val="0"/>
              </a:spcBef>
              <a:spcAft>
                <a:spcPts val="0"/>
              </a:spcAft>
              <a:buClr>
                <a:srgbClr val="999999"/>
              </a:buClr>
              <a:buSzPts val="1200"/>
              <a:buFont typeface="Open Sans"/>
              <a:buChar char="○"/>
              <a:defRPr/>
            </a:lvl5pPr>
            <a:lvl6pPr indent="-304800" lvl="5" marL="2743200">
              <a:spcBef>
                <a:spcPts val="0"/>
              </a:spcBef>
              <a:spcAft>
                <a:spcPts val="0"/>
              </a:spcAft>
              <a:buClr>
                <a:srgbClr val="999999"/>
              </a:buClr>
              <a:buSzPts val="1200"/>
              <a:buFont typeface="Open Sans"/>
              <a:buChar char="■"/>
              <a:defRPr/>
            </a:lvl6pPr>
            <a:lvl7pPr indent="-273050" lvl="6" marL="3200400">
              <a:spcBef>
                <a:spcPts val="0"/>
              </a:spcBef>
              <a:spcAft>
                <a:spcPts val="0"/>
              </a:spcAft>
              <a:buClr>
                <a:srgbClr val="999999"/>
              </a:buClr>
              <a:buSzPts val="700"/>
              <a:buFont typeface="Open Sans"/>
              <a:buChar char="●"/>
              <a:defRPr/>
            </a:lvl7pPr>
            <a:lvl8pPr indent="-273050" lvl="7" marL="3657600">
              <a:spcBef>
                <a:spcPts val="0"/>
              </a:spcBef>
              <a:spcAft>
                <a:spcPts val="0"/>
              </a:spcAft>
              <a:buClr>
                <a:srgbClr val="999999"/>
              </a:buClr>
              <a:buSzPts val="700"/>
              <a:buFont typeface="Open Sans"/>
              <a:buChar char="○"/>
              <a:defRPr/>
            </a:lvl8pPr>
            <a:lvl9pPr indent="-266700" lvl="8" marL="4114800">
              <a:spcBef>
                <a:spcPts val="0"/>
              </a:spcBef>
              <a:spcAft>
                <a:spcPts val="0"/>
              </a:spcAft>
              <a:buClr>
                <a:srgbClr val="999999"/>
              </a:buClr>
              <a:buSzPts val="600"/>
              <a:buFont typeface="Open Sans"/>
              <a:buChar char="■"/>
              <a:defRPr/>
            </a:lvl9pPr>
          </a:lstStyle>
          <a:p/>
        </p:txBody>
      </p:sp>
      <p:sp>
        <p:nvSpPr>
          <p:cNvPr id="215" name="Google Shape;215;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6" name="Shape 216"/>
        <p:cNvGrpSpPr/>
        <p:nvPr/>
      </p:nvGrpSpPr>
      <p:grpSpPr>
        <a:xfrm>
          <a:off x="0" y="0"/>
          <a:ext cx="0" cy="0"/>
          <a:chOff x="0" y="0"/>
          <a:chExt cx="0" cy="0"/>
        </a:xfrm>
      </p:grpSpPr>
      <p:pic>
        <p:nvPicPr>
          <p:cNvPr id="217" name="Google Shape;217;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218" name="Google Shape;218;p10"/>
          <p:cNvSpPr txBox="1"/>
          <p:nvPr>
            <p:ph idx="1" type="body"/>
          </p:nvPr>
        </p:nvSpPr>
        <p:spPr>
          <a:xfrm>
            <a:off x="720000" y="3498225"/>
            <a:ext cx="7704000" cy="759000"/>
          </a:xfrm>
          <a:prstGeom prst="rect">
            <a:avLst/>
          </a:prstGeom>
          <a:solidFill>
            <a:schemeClr val="accent6"/>
          </a:solidFill>
          <a:ln>
            <a:noFill/>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200"/>
              <a:buNone/>
              <a:defRPr sz="3900">
                <a:solidFill>
                  <a:schemeClr val="accent3"/>
                </a:solidFill>
                <a:latin typeface="Fira Sans Condensed ExtraBold"/>
                <a:ea typeface="Fira Sans Condensed ExtraBold"/>
                <a:cs typeface="Fira Sans Condensed ExtraBold"/>
                <a:sym typeface="Fira Sans Condensed ExtraBold"/>
              </a:defRPr>
            </a:lvl1pPr>
          </a:lstStyle>
          <a:p/>
        </p:txBody>
      </p:sp>
      <p:sp>
        <p:nvSpPr>
          <p:cNvPr id="219" name="Google Shape;219;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0" name="Shape 220"/>
        <p:cNvGrpSpPr/>
        <p:nvPr/>
      </p:nvGrpSpPr>
      <p:grpSpPr>
        <a:xfrm>
          <a:off x="0" y="0"/>
          <a:ext cx="0" cy="0"/>
          <a:chOff x="0" y="0"/>
          <a:chExt cx="0" cy="0"/>
        </a:xfrm>
      </p:grpSpPr>
      <p:grpSp>
        <p:nvGrpSpPr>
          <p:cNvPr id="221" name="Google Shape;221;p11"/>
          <p:cNvGrpSpPr/>
          <p:nvPr/>
        </p:nvGrpSpPr>
        <p:grpSpPr>
          <a:xfrm>
            <a:off x="-244" y="24"/>
            <a:ext cx="9144155" cy="5165694"/>
            <a:chOff x="-244" y="24"/>
            <a:chExt cx="9144155" cy="5165694"/>
          </a:xfrm>
        </p:grpSpPr>
        <p:sp>
          <p:nvSpPr>
            <p:cNvPr id="222" name="Google Shape;222;p11"/>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 name="Google Shape;224;p11"/>
          <p:cNvGrpSpPr/>
          <p:nvPr/>
        </p:nvGrpSpPr>
        <p:grpSpPr>
          <a:xfrm>
            <a:off x="303630" y="306525"/>
            <a:ext cx="8536741" cy="4552701"/>
            <a:chOff x="2434200" y="841500"/>
            <a:chExt cx="4622450" cy="3053250"/>
          </a:xfrm>
        </p:grpSpPr>
        <p:sp>
          <p:nvSpPr>
            <p:cNvPr id="225" name="Google Shape;225;p11"/>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 name="Google Shape;227;p11"/>
          <p:cNvSpPr txBox="1"/>
          <p:nvPr>
            <p:ph hasCustomPrompt="1" type="title"/>
          </p:nvPr>
        </p:nvSpPr>
        <p:spPr>
          <a:xfrm>
            <a:off x="1766700" y="1533875"/>
            <a:ext cx="5610600" cy="1372200"/>
          </a:xfrm>
          <a:prstGeom prst="rect">
            <a:avLst/>
          </a:prstGeom>
          <a:solidFill>
            <a:schemeClr val="accent4"/>
          </a:solidFill>
        </p:spPr>
        <p:txBody>
          <a:bodyPr anchorCtr="0" anchor="ctr" bIns="91425" lIns="91425" spcFirstLastPara="1" rIns="91425" wrap="square" tIns="91425">
            <a:noAutofit/>
          </a:bodyPr>
          <a:lstStyle>
            <a:lvl1pPr lvl="0" algn="ctr">
              <a:spcBef>
                <a:spcPts val="0"/>
              </a:spcBef>
              <a:spcAft>
                <a:spcPts val="0"/>
              </a:spcAft>
              <a:buSzPts val="10000"/>
              <a:buNone/>
              <a:defRPr sz="10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228" name="Google Shape;228;p11"/>
          <p:cNvSpPr txBox="1"/>
          <p:nvPr>
            <p:ph idx="1" type="subTitle"/>
          </p:nvPr>
        </p:nvSpPr>
        <p:spPr>
          <a:xfrm>
            <a:off x="1766700" y="2906122"/>
            <a:ext cx="5610600" cy="70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sz="16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29" name="Shape 22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30" name="Shape 230"/>
        <p:cNvGrpSpPr/>
        <p:nvPr/>
      </p:nvGrpSpPr>
      <p:grpSpPr>
        <a:xfrm>
          <a:off x="0" y="0"/>
          <a:ext cx="0" cy="0"/>
          <a:chOff x="0" y="0"/>
          <a:chExt cx="0" cy="0"/>
        </a:xfrm>
      </p:grpSpPr>
      <p:grpSp>
        <p:nvGrpSpPr>
          <p:cNvPr id="231" name="Google Shape;231;p13"/>
          <p:cNvGrpSpPr/>
          <p:nvPr/>
        </p:nvGrpSpPr>
        <p:grpSpPr>
          <a:xfrm>
            <a:off x="-244" y="24"/>
            <a:ext cx="9144155" cy="5165694"/>
            <a:chOff x="-244" y="24"/>
            <a:chExt cx="9144155" cy="5165694"/>
          </a:xfrm>
        </p:grpSpPr>
        <p:sp>
          <p:nvSpPr>
            <p:cNvPr id="232" name="Google Shape;232;p13"/>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3"/>
          <p:cNvGrpSpPr/>
          <p:nvPr/>
        </p:nvGrpSpPr>
        <p:grpSpPr>
          <a:xfrm>
            <a:off x="303630" y="306525"/>
            <a:ext cx="8536741" cy="4552701"/>
            <a:chOff x="2434200" y="841500"/>
            <a:chExt cx="4622450" cy="3053250"/>
          </a:xfrm>
        </p:grpSpPr>
        <p:sp>
          <p:nvSpPr>
            <p:cNvPr id="235" name="Google Shape;235;p13"/>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 name="Google Shape;237;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8" name="Google Shape;238;p13"/>
          <p:cNvSpPr txBox="1"/>
          <p:nvPr>
            <p:ph idx="2" type="title"/>
          </p:nvPr>
        </p:nvSpPr>
        <p:spPr>
          <a:xfrm>
            <a:off x="1872300" y="1585200"/>
            <a:ext cx="2531100" cy="625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39" name="Google Shape;239;p13"/>
          <p:cNvSpPr txBox="1"/>
          <p:nvPr>
            <p:ph idx="3" type="title"/>
          </p:nvPr>
        </p:nvSpPr>
        <p:spPr>
          <a:xfrm>
            <a:off x="5616000" y="1570275"/>
            <a:ext cx="2531100" cy="625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40" name="Google Shape;240;p13"/>
          <p:cNvSpPr txBox="1"/>
          <p:nvPr>
            <p:ph idx="1" type="subTitle"/>
          </p:nvPr>
        </p:nvSpPr>
        <p:spPr>
          <a:xfrm>
            <a:off x="1872275" y="1982425"/>
            <a:ext cx="2531100" cy="686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241" name="Google Shape;241;p13"/>
          <p:cNvSpPr txBox="1"/>
          <p:nvPr>
            <p:ph idx="4" type="subTitle"/>
          </p:nvPr>
        </p:nvSpPr>
        <p:spPr>
          <a:xfrm>
            <a:off x="5616002" y="1968500"/>
            <a:ext cx="25311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242" name="Google Shape;242;p13"/>
          <p:cNvSpPr txBox="1"/>
          <p:nvPr>
            <p:ph idx="5" type="title"/>
          </p:nvPr>
        </p:nvSpPr>
        <p:spPr>
          <a:xfrm>
            <a:off x="1872275" y="3094775"/>
            <a:ext cx="2531100" cy="625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43" name="Google Shape;243;p13"/>
          <p:cNvSpPr txBox="1"/>
          <p:nvPr>
            <p:ph idx="6" type="title"/>
          </p:nvPr>
        </p:nvSpPr>
        <p:spPr>
          <a:xfrm>
            <a:off x="5616000" y="3094775"/>
            <a:ext cx="2531100" cy="625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44" name="Google Shape;244;p13"/>
          <p:cNvSpPr txBox="1"/>
          <p:nvPr>
            <p:ph idx="7" type="subTitle"/>
          </p:nvPr>
        </p:nvSpPr>
        <p:spPr>
          <a:xfrm>
            <a:off x="1872301" y="3491975"/>
            <a:ext cx="25311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245" name="Google Shape;245;p13"/>
          <p:cNvSpPr txBox="1"/>
          <p:nvPr>
            <p:ph idx="8" type="subTitle"/>
          </p:nvPr>
        </p:nvSpPr>
        <p:spPr>
          <a:xfrm>
            <a:off x="5616001" y="3491975"/>
            <a:ext cx="25311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246" name="Google Shape;246;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47" name="Google Shape;247;p13"/>
          <p:cNvSpPr txBox="1"/>
          <p:nvPr>
            <p:ph hasCustomPrompt="1" idx="9" type="title"/>
          </p:nvPr>
        </p:nvSpPr>
        <p:spPr>
          <a:xfrm>
            <a:off x="943977" y="1585193"/>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sz="4000">
                <a:solidFill>
                  <a:schemeClr val="accent3"/>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248" name="Google Shape;248;p13"/>
          <p:cNvSpPr txBox="1"/>
          <p:nvPr>
            <p:ph hasCustomPrompt="1" idx="13" type="title"/>
          </p:nvPr>
        </p:nvSpPr>
        <p:spPr>
          <a:xfrm>
            <a:off x="943977" y="3094768"/>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sz="4000">
                <a:solidFill>
                  <a:schemeClr val="accent3"/>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249" name="Google Shape;249;p13"/>
          <p:cNvSpPr txBox="1"/>
          <p:nvPr>
            <p:ph hasCustomPrompt="1" idx="14" type="title"/>
          </p:nvPr>
        </p:nvSpPr>
        <p:spPr>
          <a:xfrm>
            <a:off x="4687827" y="1585193"/>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a:solidFill>
                  <a:schemeClr val="accent3"/>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250" name="Google Shape;250;p13"/>
          <p:cNvSpPr txBox="1"/>
          <p:nvPr>
            <p:ph hasCustomPrompt="1" idx="15" type="title"/>
          </p:nvPr>
        </p:nvSpPr>
        <p:spPr>
          <a:xfrm>
            <a:off x="4687827" y="3094768"/>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a:solidFill>
                  <a:schemeClr val="accent3"/>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grpSp>
        <p:nvGrpSpPr>
          <p:cNvPr id="251" name="Google Shape;251;p13"/>
          <p:cNvGrpSpPr/>
          <p:nvPr/>
        </p:nvGrpSpPr>
        <p:grpSpPr>
          <a:xfrm>
            <a:off x="7843596" y="131343"/>
            <a:ext cx="1177606" cy="869950"/>
            <a:chOff x="887825" y="3946025"/>
            <a:chExt cx="1317675" cy="973425"/>
          </a:xfrm>
        </p:grpSpPr>
        <p:sp>
          <p:nvSpPr>
            <p:cNvPr id="252" name="Google Shape;252;p13"/>
            <p:cNvSpPr/>
            <p:nvPr/>
          </p:nvSpPr>
          <p:spPr>
            <a:xfrm>
              <a:off x="887825" y="3946025"/>
              <a:ext cx="1317675" cy="973425"/>
            </a:xfrm>
            <a:custGeom>
              <a:rect b="b" l="l" r="r" t="t"/>
              <a:pathLst>
                <a:path extrusionOk="0" h="38937" w="52707">
                  <a:moveTo>
                    <a:pt x="42898" y="1"/>
                  </a:moveTo>
                  <a:cubicBezTo>
                    <a:pt x="42574" y="1"/>
                    <a:pt x="42244" y="45"/>
                    <a:pt x="41916" y="137"/>
                  </a:cubicBezTo>
                  <a:cubicBezTo>
                    <a:pt x="28755" y="3572"/>
                    <a:pt x="15806" y="7128"/>
                    <a:pt x="3070" y="10715"/>
                  </a:cubicBezTo>
                  <a:cubicBezTo>
                    <a:pt x="1155" y="11262"/>
                    <a:pt x="0" y="13268"/>
                    <a:pt x="547" y="15213"/>
                  </a:cubicBezTo>
                  <a:cubicBezTo>
                    <a:pt x="2432" y="22235"/>
                    <a:pt x="4377" y="29226"/>
                    <a:pt x="6262" y="36247"/>
                  </a:cubicBezTo>
                  <a:cubicBezTo>
                    <a:pt x="6717" y="37865"/>
                    <a:pt x="8181" y="38936"/>
                    <a:pt x="9780" y="38936"/>
                  </a:cubicBezTo>
                  <a:cubicBezTo>
                    <a:pt x="10104" y="38936"/>
                    <a:pt x="10433" y="38892"/>
                    <a:pt x="10760" y="38800"/>
                  </a:cubicBezTo>
                  <a:cubicBezTo>
                    <a:pt x="23375" y="35548"/>
                    <a:pt x="36323" y="31992"/>
                    <a:pt x="49576" y="28192"/>
                  </a:cubicBezTo>
                  <a:cubicBezTo>
                    <a:pt x="51551" y="27675"/>
                    <a:pt x="52706" y="25669"/>
                    <a:pt x="52129" y="23724"/>
                  </a:cubicBezTo>
                  <a:cubicBezTo>
                    <a:pt x="50640" y="16611"/>
                    <a:pt x="48725" y="9590"/>
                    <a:pt x="46384" y="2660"/>
                  </a:cubicBezTo>
                  <a:cubicBezTo>
                    <a:pt x="45955" y="1068"/>
                    <a:pt x="44495" y="1"/>
                    <a:pt x="4289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1947100" y="4445975"/>
              <a:ext cx="157325" cy="158175"/>
            </a:xfrm>
            <a:custGeom>
              <a:rect b="b" l="l" r="r" t="t"/>
              <a:pathLst>
                <a:path extrusionOk="0" h="6327" w="6293">
                  <a:moveTo>
                    <a:pt x="2780" y="1"/>
                  </a:moveTo>
                  <a:cubicBezTo>
                    <a:pt x="2515" y="1"/>
                    <a:pt x="2245" y="36"/>
                    <a:pt x="1977" y="109"/>
                  </a:cubicBezTo>
                  <a:cubicBezTo>
                    <a:pt x="1065" y="352"/>
                    <a:pt x="366" y="990"/>
                    <a:pt x="1" y="1750"/>
                  </a:cubicBezTo>
                  <a:cubicBezTo>
                    <a:pt x="639" y="2176"/>
                    <a:pt x="1095" y="2784"/>
                    <a:pt x="1338" y="3574"/>
                  </a:cubicBezTo>
                  <a:cubicBezTo>
                    <a:pt x="1551" y="4334"/>
                    <a:pt x="1430" y="5124"/>
                    <a:pt x="1095" y="5823"/>
                  </a:cubicBezTo>
                  <a:cubicBezTo>
                    <a:pt x="1604" y="6141"/>
                    <a:pt x="2202" y="6326"/>
                    <a:pt x="2827" y="6326"/>
                  </a:cubicBezTo>
                  <a:cubicBezTo>
                    <a:pt x="3098" y="6326"/>
                    <a:pt x="3373" y="6292"/>
                    <a:pt x="3648" y="6218"/>
                  </a:cubicBezTo>
                  <a:cubicBezTo>
                    <a:pt x="5320" y="5762"/>
                    <a:pt x="6293" y="4030"/>
                    <a:pt x="5837" y="2358"/>
                  </a:cubicBezTo>
                  <a:cubicBezTo>
                    <a:pt x="5454" y="955"/>
                    <a:pt x="4171" y="1"/>
                    <a:pt x="2780"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p:nvPr/>
          </p:nvSpPr>
          <p:spPr>
            <a:xfrm>
              <a:off x="1936475" y="4489725"/>
              <a:ext cx="48650" cy="101850"/>
            </a:xfrm>
            <a:custGeom>
              <a:rect b="b" l="l" r="r" t="t"/>
              <a:pathLst>
                <a:path extrusionOk="0" h="4074" w="1946">
                  <a:moveTo>
                    <a:pt x="426" y="0"/>
                  </a:moveTo>
                  <a:cubicBezTo>
                    <a:pt x="92" y="669"/>
                    <a:pt x="0" y="1429"/>
                    <a:pt x="183" y="2249"/>
                  </a:cubicBezTo>
                  <a:cubicBezTo>
                    <a:pt x="426" y="3009"/>
                    <a:pt x="882" y="3648"/>
                    <a:pt x="1520" y="4073"/>
                  </a:cubicBezTo>
                  <a:cubicBezTo>
                    <a:pt x="1855" y="3374"/>
                    <a:pt x="1946" y="2614"/>
                    <a:pt x="1763" y="1824"/>
                  </a:cubicBezTo>
                  <a:cubicBezTo>
                    <a:pt x="1520" y="1034"/>
                    <a:pt x="1034" y="426"/>
                    <a:pt x="4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1016250" y="4560875"/>
              <a:ext cx="52450" cy="73950"/>
            </a:xfrm>
            <a:custGeom>
              <a:rect b="b" l="l" r="r" t="t"/>
              <a:pathLst>
                <a:path extrusionOk="0" h="2958" w="2098">
                  <a:moveTo>
                    <a:pt x="1183" y="1"/>
                  </a:moveTo>
                  <a:cubicBezTo>
                    <a:pt x="857" y="1"/>
                    <a:pt x="160" y="228"/>
                    <a:pt x="61" y="376"/>
                  </a:cubicBezTo>
                  <a:cubicBezTo>
                    <a:pt x="0" y="528"/>
                    <a:pt x="639" y="2838"/>
                    <a:pt x="760" y="2929"/>
                  </a:cubicBezTo>
                  <a:cubicBezTo>
                    <a:pt x="784" y="2949"/>
                    <a:pt x="831" y="2957"/>
                    <a:pt x="892" y="2957"/>
                  </a:cubicBezTo>
                  <a:cubicBezTo>
                    <a:pt x="1210" y="2957"/>
                    <a:pt x="1930" y="2723"/>
                    <a:pt x="2006" y="2595"/>
                  </a:cubicBezTo>
                  <a:cubicBezTo>
                    <a:pt x="2098" y="2473"/>
                    <a:pt x="1429" y="163"/>
                    <a:pt x="1338" y="42"/>
                  </a:cubicBezTo>
                  <a:cubicBezTo>
                    <a:pt x="1315" y="13"/>
                    <a:pt x="1259" y="1"/>
                    <a:pt x="118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a:off x="1069425" y="4546000"/>
              <a:ext cx="52475" cy="73625"/>
            </a:xfrm>
            <a:custGeom>
              <a:rect b="b" l="l" r="r" t="t"/>
              <a:pathLst>
                <a:path extrusionOk="0" h="2945" w="2099">
                  <a:moveTo>
                    <a:pt x="1215" y="1"/>
                  </a:moveTo>
                  <a:cubicBezTo>
                    <a:pt x="901" y="1"/>
                    <a:pt x="138" y="236"/>
                    <a:pt x="62" y="363"/>
                  </a:cubicBezTo>
                  <a:cubicBezTo>
                    <a:pt x="1" y="515"/>
                    <a:pt x="639" y="2825"/>
                    <a:pt x="761" y="2916"/>
                  </a:cubicBezTo>
                  <a:cubicBezTo>
                    <a:pt x="785" y="2936"/>
                    <a:pt x="832" y="2944"/>
                    <a:pt x="894" y="2944"/>
                  </a:cubicBezTo>
                  <a:cubicBezTo>
                    <a:pt x="1219" y="2944"/>
                    <a:pt x="1956" y="2710"/>
                    <a:pt x="2007" y="2582"/>
                  </a:cubicBezTo>
                  <a:cubicBezTo>
                    <a:pt x="2098" y="2461"/>
                    <a:pt x="1429" y="150"/>
                    <a:pt x="1338" y="29"/>
                  </a:cubicBezTo>
                  <a:cubicBezTo>
                    <a:pt x="1319" y="9"/>
                    <a:pt x="1275" y="1"/>
                    <a:pt x="121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1122625" y="4531575"/>
              <a:ext cx="52450" cy="73600"/>
            </a:xfrm>
            <a:custGeom>
              <a:rect b="b" l="l" r="r" t="t"/>
              <a:pathLst>
                <a:path extrusionOk="0" h="2944" w="2098">
                  <a:moveTo>
                    <a:pt x="1204" y="0"/>
                  </a:moveTo>
                  <a:cubicBezTo>
                    <a:pt x="879" y="0"/>
                    <a:pt x="138" y="235"/>
                    <a:pt x="61" y="363"/>
                  </a:cubicBezTo>
                  <a:cubicBezTo>
                    <a:pt x="1" y="515"/>
                    <a:pt x="639" y="2855"/>
                    <a:pt x="760" y="2916"/>
                  </a:cubicBezTo>
                  <a:cubicBezTo>
                    <a:pt x="785" y="2935"/>
                    <a:pt x="831" y="2944"/>
                    <a:pt x="892" y="2944"/>
                  </a:cubicBezTo>
                  <a:cubicBezTo>
                    <a:pt x="1211" y="2944"/>
                    <a:pt x="1930" y="2709"/>
                    <a:pt x="2007" y="2582"/>
                  </a:cubicBezTo>
                  <a:cubicBezTo>
                    <a:pt x="2098" y="2460"/>
                    <a:pt x="1429" y="150"/>
                    <a:pt x="1338" y="28"/>
                  </a:cubicBezTo>
                  <a:cubicBezTo>
                    <a:pt x="1314" y="9"/>
                    <a:pt x="1267" y="0"/>
                    <a:pt x="120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1175825" y="4517425"/>
              <a:ext cx="52450" cy="73325"/>
            </a:xfrm>
            <a:custGeom>
              <a:rect b="b" l="l" r="r" t="t"/>
              <a:pathLst>
                <a:path extrusionOk="0" h="2933" w="2098">
                  <a:moveTo>
                    <a:pt x="1241" y="0"/>
                  </a:moveTo>
                  <a:cubicBezTo>
                    <a:pt x="939" y="0"/>
                    <a:pt x="141" y="249"/>
                    <a:pt x="61" y="382"/>
                  </a:cubicBezTo>
                  <a:cubicBezTo>
                    <a:pt x="0" y="534"/>
                    <a:pt x="639" y="2844"/>
                    <a:pt x="760" y="2904"/>
                  </a:cubicBezTo>
                  <a:cubicBezTo>
                    <a:pt x="785" y="2924"/>
                    <a:pt x="832" y="2932"/>
                    <a:pt x="894" y="2932"/>
                  </a:cubicBezTo>
                  <a:cubicBezTo>
                    <a:pt x="1218" y="2932"/>
                    <a:pt x="1955" y="2698"/>
                    <a:pt x="2006" y="2570"/>
                  </a:cubicBezTo>
                  <a:cubicBezTo>
                    <a:pt x="2098" y="2448"/>
                    <a:pt x="1429" y="138"/>
                    <a:pt x="1338" y="17"/>
                  </a:cubicBezTo>
                  <a:cubicBezTo>
                    <a:pt x="1318" y="5"/>
                    <a:pt x="1285" y="0"/>
                    <a:pt x="124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1300450" y="4483225"/>
              <a:ext cx="51700" cy="73325"/>
            </a:xfrm>
            <a:custGeom>
              <a:rect b="b" l="l" r="r" t="t"/>
              <a:pathLst>
                <a:path extrusionOk="0" h="2933" w="2068">
                  <a:moveTo>
                    <a:pt x="1230" y="0"/>
                  </a:moveTo>
                  <a:cubicBezTo>
                    <a:pt x="963" y="0"/>
                    <a:pt x="141" y="249"/>
                    <a:pt x="61" y="382"/>
                  </a:cubicBezTo>
                  <a:cubicBezTo>
                    <a:pt x="0" y="503"/>
                    <a:pt x="639" y="2844"/>
                    <a:pt x="760" y="2905"/>
                  </a:cubicBezTo>
                  <a:cubicBezTo>
                    <a:pt x="784" y="2924"/>
                    <a:pt x="831" y="2933"/>
                    <a:pt x="892" y="2933"/>
                  </a:cubicBezTo>
                  <a:cubicBezTo>
                    <a:pt x="1210" y="2933"/>
                    <a:pt x="1930" y="2698"/>
                    <a:pt x="2006" y="2570"/>
                  </a:cubicBezTo>
                  <a:cubicBezTo>
                    <a:pt x="2067" y="2449"/>
                    <a:pt x="1429" y="139"/>
                    <a:pt x="1307" y="17"/>
                  </a:cubicBezTo>
                  <a:cubicBezTo>
                    <a:pt x="1296" y="6"/>
                    <a:pt x="1269" y="0"/>
                    <a:pt x="123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1353625" y="4468925"/>
              <a:ext cx="51700" cy="73675"/>
            </a:xfrm>
            <a:custGeom>
              <a:rect b="b" l="l" r="r" t="t"/>
              <a:pathLst>
                <a:path extrusionOk="0" h="2947" w="2068">
                  <a:moveTo>
                    <a:pt x="1142" y="1"/>
                  </a:moveTo>
                  <a:cubicBezTo>
                    <a:pt x="809" y="1"/>
                    <a:pt x="136" y="228"/>
                    <a:pt x="62" y="376"/>
                  </a:cubicBezTo>
                  <a:cubicBezTo>
                    <a:pt x="1" y="528"/>
                    <a:pt x="639" y="2838"/>
                    <a:pt x="761" y="2929"/>
                  </a:cubicBezTo>
                  <a:cubicBezTo>
                    <a:pt x="780" y="2941"/>
                    <a:pt x="813" y="2946"/>
                    <a:pt x="856" y="2946"/>
                  </a:cubicBezTo>
                  <a:cubicBezTo>
                    <a:pt x="1152" y="2946"/>
                    <a:pt x="1927" y="2698"/>
                    <a:pt x="2007" y="2565"/>
                  </a:cubicBezTo>
                  <a:cubicBezTo>
                    <a:pt x="2068" y="2474"/>
                    <a:pt x="1429" y="133"/>
                    <a:pt x="1308" y="42"/>
                  </a:cubicBezTo>
                  <a:cubicBezTo>
                    <a:pt x="1279" y="13"/>
                    <a:pt x="1220" y="1"/>
                    <a:pt x="1142"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1405300" y="4454500"/>
              <a:ext cx="52475" cy="73950"/>
            </a:xfrm>
            <a:custGeom>
              <a:rect b="b" l="l" r="r" t="t"/>
              <a:pathLst>
                <a:path extrusionOk="0" h="2958" w="2099">
                  <a:moveTo>
                    <a:pt x="1181" y="0"/>
                  </a:moveTo>
                  <a:cubicBezTo>
                    <a:pt x="850" y="0"/>
                    <a:pt x="141" y="228"/>
                    <a:pt x="92" y="376"/>
                  </a:cubicBezTo>
                  <a:cubicBezTo>
                    <a:pt x="1" y="528"/>
                    <a:pt x="670" y="2838"/>
                    <a:pt x="761" y="2929"/>
                  </a:cubicBezTo>
                  <a:cubicBezTo>
                    <a:pt x="785" y="2948"/>
                    <a:pt x="832" y="2957"/>
                    <a:pt x="894" y="2957"/>
                  </a:cubicBezTo>
                  <a:cubicBezTo>
                    <a:pt x="1219" y="2957"/>
                    <a:pt x="1956" y="2722"/>
                    <a:pt x="2007" y="2595"/>
                  </a:cubicBezTo>
                  <a:cubicBezTo>
                    <a:pt x="2098" y="2473"/>
                    <a:pt x="1460" y="163"/>
                    <a:pt x="1338" y="41"/>
                  </a:cubicBezTo>
                  <a:cubicBezTo>
                    <a:pt x="1315" y="13"/>
                    <a:pt x="1258" y="0"/>
                    <a:pt x="118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1458500" y="4439625"/>
              <a:ext cx="52450" cy="73325"/>
            </a:xfrm>
            <a:custGeom>
              <a:rect b="b" l="l" r="r" t="t"/>
              <a:pathLst>
                <a:path extrusionOk="0" h="2933" w="2098">
                  <a:moveTo>
                    <a:pt x="1205" y="0"/>
                  </a:moveTo>
                  <a:cubicBezTo>
                    <a:pt x="880" y="0"/>
                    <a:pt x="143" y="235"/>
                    <a:pt x="92" y="363"/>
                  </a:cubicBezTo>
                  <a:cubicBezTo>
                    <a:pt x="1" y="515"/>
                    <a:pt x="639" y="2825"/>
                    <a:pt x="760" y="2916"/>
                  </a:cubicBezTo>
                  <a:cubicBezTo>
                    <a:pt x="780" y="2928"/>
                    <a:pt x="813" y="2933"/>
                    <a:pt x="857" y="2933"/>
                  </a:cubicBezTo>
                  <a:cubicBezTo>
                    <a:pt x="1160" y="2933"/>
                    <a:pt x="1957" y="2688"/>
                    <a:pt x="2037" y="2582"/>
                  </a:cubicBezTo>
                  <a:cubicBezTo>
                    <a:pt x="2098" y="2460"/>
                    <a:pt x="1490" y="180"/>
                    <a:pt x="1338" y="28"/>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1689500" y="4376825"/>
              <a:ext cx="52475" cy="73350"/>
            </a:xfrm>
            <a:custGeom>
              <a:rect b="b" l="l" r="r" t="t"/>
              <a:pathLst>
                <a:path extrusionOk="0" h="2934" w="2099">
                  <a:moveTo>
                    <a:pt x="1251" y="1"/>
                  </a:moveTo>
                  <a:cubicBezTo>
                    <a:pt x="964" y="1"/>
                    <a:pt x="145" y="250"/>
                    <a:pt x="92" y="382"/>
                  </a:cubicBezTo>
                  <a:cubicBezTo>
                    <a:pt x="1" y="534"/>
                    <a:pt x="639" y="2844"/>
                    <a:pt x="761" y="2905"/>
                  </a:cubicBezTo>
                  <a:cubicBezTo>
                    <a:pt x="785" y="2925"/>
                    <a:pt x="832" y="2933"/>
                    <a:pt x="894" y="2933"/>
                  </a:cubicBezTo>
                  <a:cubicBezTo>
                    <a:pt x="1219" y="2933"/>
                    <a:pt x="1956" y="2699"/>
                    <a:pt x="2007" y="2571"/>
                  </a:cubicBezTo>
                  <a:cubicBezTo>
                    <a:pt x="2098" y="2449"/>
                    <a:pt x="1460" y="139"/>
                    <a:pt x="1338" y="18"/>
                  </a:cubicBezTo>
                  <a:cubicBezTo>
                    <a:pt x="1323" y="6"/>
                    <a:pt x="1292" y="1"/>
                    <a:pt x="125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a:off x="1742700" y="4362875"/>
              <a:ext cx="52450" cy="73325"/>
            </a:xfrm>
            <a:custGeom>
              <a:rect b="b" l="l" r="r" t="t"/>
              <a:pathLst>
                <a:path extrusionOk="0" h="2933" w="2098">
                  <a:moveTo>
                    <a:pt x="1205" y="0"/>
                  </a:moveTo>
                  <a:cubicBezTo>
                    <a:pt x="880" y="0"/>
                    <a:pt x="143" y="235"/>
                    <a:pt x="92" y="363"/>
                  </a:cubicBezTo>
                  <a:cubicBezTo>
                    <a:pt x="0" y="515"/>
                    <a:pt x="639" y="2825"/>
                    <a:pt x="760" y="2916"/>
                  </a:cubicBezTo>
                  <a:cubicBezTo>
                    <a:pt x="780" y="2928"/>
                    <a:pt x="813" y="2933"/>
                    <a:pt x="857" y="2933"/>
                  </a:cubicBezTo>
                  <a:cubicBezTo>
                    <a:pt x="1158" y="2933"/>
                    <a:pt x="1954" y="2684"/>
                    <a:pt x="2007" y="2551"/>
                  </a:cubicBezTo>
                  <a:cubicBezTo>
                    <a:pt x="2098" y="2399"/>
                    <a:pt x="1429" y="120"/>
                    <a:pt x="1338" y="29"/>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1867325" y="4328425"/>
              <a:ext cx="52450" cy="73600"/>
            </a:xfrm>
            <a:custGeom>
              <a:rect b="b" l="l" r="r" t="t"/>
              <a:pathLst>
                <a:path extrusionOk="0" h="2944" w="2098">
                  <a:moveTo>
                    <a:pt x="1196" y="0"/>
                  </a:moveTo>
                  <a:cubicBezTo>
                    <a:pt x="877" y="0"/>
                    <a:pt x="161" y="248"/>
                    <a:pt x="61" y="373"/>
                  </a:cubicBezTo>
                  <a:cubicBezTo>
                    <a:pt x="0" y="525"/>
                    <a:pt x="639" y="2835"/>
                    <a:pt x="760" y="2926"/>
                  </a:cubicBezTo>
                  <a:cubicBezTo>
                    <a:pt x="780" y="2938"/>
                    <a:pt x="813" y="2943"/>
                    <a:pt x="856" y="2943"/>
                  </a:cubicBezTo>
                  <a:cubicBezTo>
                    <a:pt x="1158" y="2943"/>
                    <a:pt x="1953" y="2694"/>
                    <a:pt x="2007" y="2562"/>
                  </a:cubicBezTo>
                  <a:cubicBezTo>
                    <a:pt x="2098" y="2470"/>
                    <a:pt x="1429" y="130"/>
                    <a:pt x="1338" y="39"/>
                  </a:cubicBezTo>
                  <a:cubicBezTo>
                    <a:pt x="1316" y="12"/>
                    <a:pt x="1266" y="0"/>
                    <a:pt x="119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1920525" y="4313925"/>
              <a:ext cx="52450" cy="73925"/>
            </a:xfrm>
            <a:custGeom>
              <a:rect b="b" l="l" r="r" t="t"/>
              <a:pathLst>
                <a:path extrusionOk="0" h="2957" w="2098">
                  <a:moveTo>
                    <a:pt x="1180" y="0"/>
                  </a:moveTo>
                  <a:cubicBezTo>
                    <a:pt x="848" y="0"/>
                    <a:pt x="135" y="228"/>
                    <a:pt x="61" y="376"/>
                  </a:cubicBezTo>
                  <a:cubicBezTo>
                    <a:pt x="0" y="528"/>
                    <a:pt x="638" y="2838"/>
                    <a:pt x="760" y="2929"/>
                  </a:cubicBezTo>
                  <a:cubicBezTo>
                    <a:pt x="784" y="2948"/>
                    <a:pt x="831" y="2957"/>
                    <a:pt x="893" y="2957"/>
                  </a:cubicBezTo>
                  <a:cubicBezTo>
                    <a:pt x="1218" y="2957"/>
                    <a:pt x="1955" y="2722"/>
                    <a:pt x="2006" y="2594"/>
                  </a:cubicBezTo>
                  <a:cubicBezTo>
                    <a:pt x="2097" y="2473"/>
                    <a:pt x="1429" y="163"/>
                    <a:pt x="1338" y="41"/>
                  </a:cubicBezTo>
                  <a:cubicBezTo>
                    <a:pt x="1314" y="12"/>
                    <a:pt x="1258" y="0"/>
                    <a:pt x="118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p:nvPr/>
          </p:nvSpPr>
          <p:spPr>
            <a:xfrm>
              <a:off x="1972950" y="4299475"/>
              <a:ext cx="51700" cy="73950"/>
            </a:xfrm>
            <a:custGeom>
              <a:rect b="b" l="l" r="r" t="t"/>
              <a:pathLst>
                <a:path extrusionOk="0" h="2958" w="2068">
                  <a:moveTo>
                    <a:pt x="1167" y="0"/>
                  </a:moveTo>
                  <a:cubicBezTo>
                    <a:pt x="857" y="0"/>
                    <a:pt x="160" y="228"/>
                    <a:pt x="61" y="376"/>
                  </a:cubicBezTo>
                  <a:cubicBezTo>
                    <a:pt x="0" y="528"/>
                    <a:pt x="639" y="2868"/>
                    <a:pt x="760" y="2929"/>
                  </a:cubicBezTo>
                  <a:cubicBezTo>
                    <a:pt x="785" y="2949"/>
                    <a:pt x="831" y="2957"/>
                    <a:pt x="892" y="2957"/>
                  </a:cubicBezTo>
                  <a:cubicBezTo>
                    <a:pt x="1210" y="2957"/>
                    <a:pt x="1930" y="2723"/>
                    <a:pt x="2007" y="2595"/>
                  </a:cubicBezTo>
                  <a:cubicBezTo>
                    <a:pt x="2067" y="2473"/>
                    <a:pt x="1429" y="163"/>
                    <a:pt x="1307" y="42"/>
                  </a:cubicBezTo>
                  <a:cubicBezTo>
                    <a:pt x="1290" y="13"/>
                    <a:pt x="1239" y="0"/>
                    <a:pt x="1167"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2026150" y="4284600"/>
              <a:ext cx="53200" cy="73625"/>
            </a:xfrm>
            <a:custGeom>
              <a:rect b="b" l="l" r="r" t="t"/>
              <a:pathLst>
                <a:path extrusionOk="0" h="2945" w="2128">
                  <a:moveTo>
                    <a:pt x="1176" y="1"/>
                  </a:moveTo>
                  <a:cubicBezTo>
                    <a:pt x="857" y="1"/>
                    <a:pt x="137" y="236"/>
                    <a:pt x="61" y="363"/>
                  </a:cubicBezTo>
                  <a:cubicBezTo>
                    <a:pt x="0" y="515"/>
                    <a:pt x="638" y="2856"/>
                    <a:pt x="760" y="2916"/>
                  </a:cubicBezTo>
                  <a:cubicBezTo>
                    <a:pt x="784" y="2936"/>
                    <a:pt x="831" y="2944"/>
                    <a:pt x="891" y="2944"/>
                  </a:cubicBezTo>
                  <a:cubicBezTo>
                    <a:pt x="1210" y="2944"/>
                    <a:pt x="1930" y="2710"/>
                    <a:pt x="2006" y="2582"/>
                  </a:cubicBezTo>
                  <a:cubicBezTo>
                    <a:pt x="2128" y="2460"/>
                    <a:pt x="1459" y="181"/>
                    <a:pt x="1307" y="29"/>
                  </a:cubicBezTo>
                  <a:cubicBezTo>
                    <a:pt x="1283" y="9"/>
                    <a:pt x="1237" y="1"/>
                    <a:pt x="1176"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
            <p:cNvSpPr/>
            <p:nvPr/>
          </p:nvSpPr>
          <p:spPr>
            <a:xfrm>
              <a:off x="965325" y="4210375"/>
              <a:ext cx="323750" cy="172225"/>
            </a:xfrm>
            <a:custGeom>
              <a:rect b="b" l="l" r="r" t="t"/>
              <a:pathLst>
                <a:path extrusionOk="0" h="6889" w="12950">
                  <a:moveTo>
                    <a:pt x="10457" y="353"/>
                  </a:moveTo>
                  <a:cubicBezTo>
                    <a:pt x="11338" y="353"/>
                    <a:pt x="12129" y="961"/>
                    <a:pt x="12402" y="1812"/>
                  </a:cubicBezTo>
                  <a:cubicBezTo>
                    <a:pt x="12554" y="2359"/>
                    <a:pt x="12493" y="2876"/>
                    <a:pt x="12220" y="3332"/>
                  </a:cubicBezTo>
                  <a:cubicBezTo>
                    <a:pt x="11946" y="3849"/>
                    <a:pt x="11521" y="4153"/>
                    <a:pt x="11004" y="4305"/>
                  </a:cubicBezTo>
                  <a:lnTo>
                    <a:pt x="3162" y="6432"/>
                  </a:lnTo>
                  <a:cubicBezTo>
                    <a:pt x="3004" y="6468"/>
                    <a:pt x="2846" y="6486"/>
                    <a:pt x="2690" y="6486"/>
                  </a:cubicBezTo>
                  <a:cubicBezTo>
                    <a:pt x="1792" y="6486"/>
                    <a:pt x="959" y="5910"/>
                    <a:pt x="700" y="5004"/>
                  </a:cubicBezTo>
                  <a:cubicBezTo>
                    <a:pt x="426" y="3940"/>
                    <a:pt x="1034" y="2846"/>
                    <a:pt x="2098" y="2542"/>
                  </a:cubicBezTo>
                  <a:lnTo>
                    <a:pt x="9940" y="414"/>
                  </a:lnTo>
                  <a:cubicBezTo>
                    <a:pt x="10122" y="384"/>
                    <a:pt x="10274" y="353"/>
                    <a:pt x="10457" y="353"/>
                  </a:cubicBezTo>
                  <a:close/>
                  <a:moveTo>
                    <a:pt x="10460" y="1"/>
                  </a:moveTo>
                  <a:cubicBezTo>
                    <a:pt x="10258" y="1"/>
                    <a:pt x="10053" y="26"/>
                    <a:pt x="9849" y="80"/>
                  </a:cubicBezTo>
                  <a:lnTo>
                    <a:pt x="2037" y="2208"/>
                  </a:lnTo>
                  <a:cubicBezTo>
                    <a:pt x="761" y="2542"/>
                    <a:pt x="1" y="3879"/>
                    <a:pt x="365" y="5125"/>
                  </a:cubicBezTo>
                  <a:cubicBezTo>
                    <a:pt x="639" y="6189"/>
                    <a:pt x="1612" y="6888"/>
                    <a:pt x="2645" y="6888"/>
                  </a:cubicBezTo>
                  <a:cubicBezTo>
                    <a:pt x="2827" y="6888"/>
                    <a:pt x="3010" y="6828"/>
                    <a:pt x="3283" y="6767"/>
                  </a:cubicBezTo>
                  <a:lnTo>
                    <a:pt x="11126" y="4639"/>
                  </a:lnTo>
                  <a:cubicBezTo>
                    <a:pt x="11733" y="4487"/>
                    <a:pt x="12250" y="4092"/>
                    <a:pt x="12554" y="3515"/>
                  </a:cubicBezTo>
                  <a:cubicBezTo>
                    <a:pt x="12858" y="2998"/>
                    <a:pt x="12949" y="2359"/>
                    <a:pt x="12797" y="1752"/>
                  </a:cubicBezTo>
                  <a:cubicBezTo>
                    <a:pt x="12491" y="705"/>
                    <a:pt x="11519" y="1"/>
                    <a:pt x="1046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13"/>
          <p:cNvGrpSpPr/>
          <p:nvPr/>
        </p:nvGrpSpPr>
        <p:grpSpPr>
          <a:xfrm>
            <a:off x="36037" y="4083290"/>
            <a:ext cx="1177569" cy="973387"/>
            <a:chOff x="390850" y="3207100"/>
            <a:chExt cx="1354150" cy="1119350"/>
          </a:xfrm>
        </p:grpSpPr>
        <p:sp>
          <p:nvSpPr>
            <p:cNvPr id="271" name="Google Shape;271;p13"/>
            <p:cNvSpPr/>
            <p:nvPr/>
          </p:nvSpPr>
          <p:spPr>
            <a:xfrm>
              <a:off x="390850" y="3207100"/>
              <a:ext cx="1354150" cy="1119350"/>
            </a:xfrm>
            <a:custGeom>
              <a:rect b="b" l="l" r="r" t="t"/>
              <a:pathLst>
                <a:path extrusionOk="0" h="44774" w="54166">
                  <a:moveTo>
                    <a:pt x="13913" y="0"/>
                  </a:moveTo>
                  <a:cubicBezTo>
                    <a:pt x="12570" y="0"/>
                    <a:pt x="11285" y="743"/>
                    <a:pt x="10639" y="2034"/>
                  </a:cubicBezTo>
                  <a:cubicBezTo>
                    <a:pt x="7052" y="8326"/>
                    <a:pt x="3800" y="14831"/>
                    <a:pt x="912" y="21548"/>
                  </a:cubicBezTo>
                  <a:cubicBezTo>
                    <a:pt x="1" y="23372"/>
                    <a:pt x="730" y="25530"/>
                    <a:pt x="2554" y="26442"/>
                  </a:cubicBezTo>
                  <a:cubicBezTo>
                    <a:pt x="14712" y="32612"/>
                    <a:pt x="26718" y="38600"/>
                    <a:pt x="38603" y="44375"/>
                  </a:cubicBezTo>
                  <a:cubicBezTo>
                    <a:pt x="39143" y="44645"/>
                    <a:pt x="39716" y="44774"/>
                    <a:pt x="40277" y="44774"/>
                  </a:cubicBezTo>
                  <a:cubicBezTo>
                    <a:pt x="41612" y="44774"/>
                    <a:pt x="42885" y="44047"/>
                    <a:pt x="43527" y="42764"/>
                  </a:cubicBezTo>
                  <a:cubicBezTo>
                    <a:pt x="46749" y="36259"/>
                    <a:pt x="50001" y="29724"/>
                    <a:pt x="53254" y="23220"/>
                  </a:cubicBezTo>
                  <a:cubicBezTo>
                    <a:pt x="54166" y="21396"/>
                    <a:pt x="53436" y="19238"/>
                    <a:pt x="51612" y="18326"/>
                  </a:cubicBezTo>
                  <a:cubicBezTo>
                    <a:pt x="39971" y="12368"/>
                    <a:pt x="27965" y="6381"/>
                    <a:pt x="15563" y="393"/>
                  </a:cubicBezTo>
                  <a:cubicBezTo>
                    <a:pt x="15031" y="126"/>
                    <a:pt x="14467" y="0"/>
                    <a:pt x="13913"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3"/>
            <p:cNvSpPr/>
            <p:nvPr/>
          </p:nvSpPr>
          <p:spPr>
            <a:xfrm>
              <a:off x="445575" y="3527700"/>
              <a:ext cx="1140600" cy="680125"/>
            </a:xfrm>
            <a:custGeom>
              <a:rect b="b" l="l" r="r" t="t"/>
              <a:pathLst>
                <a:path extrusionOk="0" h="27205" w="45624">
                  <a:moveTo>
                    <a:pt x="2766" y="0"/>
                  </a:moveTo>
                  <a:cubicBezTo>
                    <a:pt x="1824" y="1976"/>
                    <a:pt x="851" y="3952"/>
                    <a:pt x="0" y="5928"/>
                  </a:cubicBezTo>
                  <a:lnTo>
                    <a:pt x="42706" y="27204"/>
                  </a:lnTo>
                  <a:lnTo>
                    <a:pt x="45624" y="21338"/>
                  </a:lnTo>
                  <a:lnTo>
                    <a:pt x="276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
            <p:cNvSpPr/>
            <p:nvPr/>
          </p:nvSpPr>
          <p:spPr>
            <a:xfrm>
              <a:off x="1423550" y="3646900"/>
              <a:ext cx="208225" cy="145275"/>
            </a:xfrm>
            <a:custGeom>
              <a:rect b="b" l="l" r="r" t="t"/>
              <a:pathLst>
                <a:path extrusionOk="0" h="5811" w="8329">
                  <a:moveTo>
                    <a:pt x="2128" y="339"/>
                  </a:moveTo>
                  <a:cubicBezTo>
                    <a:pt x="2371" y="339"/>
                    <a:pt x="2584" y="430"/>
                    <a:pt x="2766" y="491"/>
                  </a:cubicBezTo>
                  <a:lnTo>
                    <a:pt x="6991" y="2588"/>
                  </a:lnTo>
                  <a:cubicBezTo>
                    <a:pt x="7356" y="2771"/>
                    <a:pt x="7630" y="3074"/>
                    <a:pt x="7751" y="3470"/>
                  </a:cubicBezTo>
                  <a:cubicBezTo>
                    <a:pt x="7873" y="3834"/>
                    <a:pt x="7873" y="4260"/>
                    <a:pt x="7690" y="4594"/>
                  </a:cubicBezTo>
                  <a:cubicBezTo>
                    <a:pt x="7478" y="4989"/>
                    <a:pt x="7174" y="5263"/>
                    <a:pt x="6809" y="5354"/>
                  </a:cubicBezTo>
                  <a:cubicBezTo>
                    <a:pt x="6631" y="5409"/>
                    <a:pt x="6454" y="5439"/>
                    <a:pt x="6279" y="5439"/>
                  </a:cubicBezTo>
                  <a:cubicBezTo>
                    <a:pt x="6065" y="5439"/>
                    <a:pt x="5855" y="5394"/>
                    <a:pt x="5654" y="5293"/>
                  </a:cubicBezTo>
                  <a:lnTo>
                    <a:pt x="1459" y="3196"/>
                  </a:lnTo>
                  <a:cubicBezTo>
                    <a:pt x="699" y="2831"/>
                    <a:pt x="395" y="1950"/>
                    <a:pt x="760" y="1190"/>
                  </a:cubicBezTo>
                  <a:cubicBezTo>
                    <a:pt x="943" y="795"/>
                    <a:pt x="1247" y="552"/>
                    <a:pt x="1642" y="430"/>
                  </a:cubicBezTo>
                  <a:cubicBezTo>
                    <a:pt x="1824" y="400"/>
                    <a:pt x="1976" y="339"/>
                    <a:pt x="2128" y="339"/>
                  </a:cubicBezTo>
                  <a:close/>
                  <a:moveTo>
                    <a:pt x="2181" y="1"/>
                  </a:moveTo>
                  <a:cubicBezTo>
                    <a:pt x="1976" y="1"/>
                    <a:pt x="1766" y="32"/>
                    <a:pt x="1550" y="96"/>
                  </a:cubicBezTo>
                  <a:cubicBezTo>
                    <a:pt x="1064" y="217"/>
                    <a:pt x="699" y="582"/>
                    <a:pt x="456" y="1038"/>
                  </a:cubicBezTo>
                  <a:cubicBezTo>
                    <a:pt x="0" y="1950"/>
                    <a:pt x="395" y="3074"/>
                    <a:pt x="1307" y="3530"/>
                  </a:cubicBezTo>
                  <a:lnTo>
                    <a:pt x="5502" y="5628"/>
                  </a:lnTo>
                  <a:cubicBezTo>
                    <a:pt x="5775" y="5749"/>
                    <a:pt x="6049" y="5810"/>
                    <a:pt x="6353" y="5810"/>
                  </a:cubicBezTo>
                  <a:cubicBezTo>
                    <a:pt x="6535" y="5810"/>
                    <a:pt x="6718" y="5810"/>
                    <a:pt x="6961" y="5780"/>
                  </a:cubicBezTo>
                  <a:cubicBezTo>
                    <a:pt x="7447" y="5628"/>
                    <a:pt x="7842" y="5293"/>
                    <a:pt x="8055" y="4837"/>
                  </a:cubicBezTo>
                  <a:cubicBezTo>
                    <a:pt x="8298" y="4381"/>
                    <a:pt x="8329" y="3895"/>
                    <a:pt x="8177" y="3378"/>
                  </a:cubicBezTo>
                  <a:cubicBezTo>
                    <a:pt x="8025" y="2892"/>
                    <a:pt x="7690" y="2527"/>
                    <a:pt x="7234" y="2284"/>
                  </a:cubicBezTo>
                  <a:lnTo>
                    <a:pt x="3009" y="187"/>
                  </a:lnTo>
                  <a:cubicBezTo>
                    <a:pt x="2744" y="63"/>
                    <a:pt x="2467" y="1"/>
                    <a:pt x="218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p:nvPr/>
          </p:nvSpPr>
          <p:spPr>
            <a:xfrm>
              <a:off x="469125" y="3753375"/>
              <a:ext cx="182400" cy="98050"/>
            </a:xfrm>
            <a:custGeom>
              <a:rect b="b" l="l" r="r" t="t"/>
              <a:pathLst>
                <a:path extrusionOk="0" h="3922" w="7296">
                  <a:moveTo>
                    <a:pt x="152" y="1"/>
                  </a:moveTo>
                  <a:lnTo>
                    <a:pt x="0" y="366"/>
                  </a:lnTo>
                  <a:lnTo>
                    <a:pt x="7143" y="3922"/>
                  </a:lnTo>
                  <a:lnTo>
                    <a:pt x="7295" y="3557"/>
                  </a:lnTo>
                  <a:lnTo>
                    <a:pt x="152"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3"/>
            <p:cNvSpPr/>
            <p:nvPr/>
          </p:nvSpPr>
          <p:spPr>
            <a:xfrm>
              <a:off x="702400" y="3870400"/>
              <a:ext cx="103375" cy="58550"/>
            </a:xfrm>
            <a:custGeom>
              <a:rect b="b" l="l" r="r" t="t"/>
              <a:pathLst>
                <a:path extrusionOk="0" h="2342" w="4135">
                  <a:moveTo>
                    <a:pt x="153" y="1"/>
                  </a:moveTo>
                  <a:lnTo>
                    <a:pt x="1" y="366"/>
                  </a:lnTo>
                  <a:lnTo>
                    <a:pt x="3983" y="2341"/>
                  </a:lnTo>
                  <a:lnTo>
                    <a:pt x="4135" y="2007"/>
                  </a:lnTo>
                  <a:lnTo>
                    <a:pt x="153"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3"/>
            <p:cNvSpPr/>
            <p:nvPr/>
          </p:nvSpPr>
          <p:spPr>
            <a:xfrm>
              <a:off x="637825" y="3484375"/>
              <a:ext cx="302450" cy="189250"/>
            </a:xfrm>
            <a:custGeom>
              <a:rect b="b" l="l" r="r" t="t"/>
              <a:pathLst>
                <a:path extrusionOk="0" h="7570" w="12098">
                  <a:moveTo>
                    <a:pt x="1216" y="487"/>
                  </a:moveTo>
                  <a:lnTo>
                    <a:pt x="11581" y="5685"/>
                  </a:lnTo>
                  <a:lnTo>
                    <a:pt x="10912" y="7053"/>
                  </a:lnTo>
                  <a:lnTo>
                    <a:pt x="547" y="1885"/>
                  </a:lnTo>
                  <a:lnTo>
                    <a:pt x="1216" y="487"/>
                  </a:lnTo>
                  <a:close/>
                  <a:moveTo>
                    <a:pt x="1034" y="1"/>
                  </a:moveTo>
                  <a:lnTo>
                    <a:pt x="0" y="2068"/>
                  </a:lnTo>
                  <a:lnTo>
                    <a:pt x="11064" y="7569"/>
                  </a:lnTo>
                  <a:lnTo>
                    <a:pt x="12098" y="5533"/>
                  </a:lnTo>
                  <a:lnTo>
                    <a:pt x="10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277" name="Shape 277"/>
        <p:cNvGrpSpPr/>
        <p:nvPr/>
      </p:nvGrpSpPr>
      <p:grpSpPr>
        <a:xfrm>
          <a:off x="0" y="0"/>
          <a:ext cx="0" cy="0"/>
          <a:chOff x="0" y="0"/>
          <a:chExt cx="0" cy="0"/>
        </a:xfrm>
      </p:grpSpPr>
      <p:grpSp>
        <p:nvGrpSpPr>
          <p:cNvPr id="278" name="Google Shape;278;p14"/>
          <p:cNvGrpSpPr/>
          <p:nvPr/>
        </p:nvGrpSpPr>
        <p:grpSpPr>
          <a:xfrm>
            <a:off x="-244" y="24"/>
            <a:ext cx="9144155" cy="5165694"/>
            <a:chOff x="-244" y="24"/>
            <a:chExt cx="9144155" cy="5165694"/>
          </a:xfrm>
        </p:grpSpPr>
        <p:sp>
          <p:nvSpPr>
            <p:cNvPr id="279" name="Google Shape;279;p14"/>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14"/>
          <p:cNvGrpSpPr/>
          <p:nvPr/>
        </p:nvGrpSpPr>
        <p:grpSpPr>
          <a:xfrm>
            <a:off x="303630" y="306525"/>
            <a:ext cx="8536741" cy="4552701"/>
            <a:chOff x="2434200" y="841500"/>
            <a:chExt cx="4622450" cy="3053250"/>
          </a:xfrm>
        </p:grpSpPr>
        <p:sp>
          <p:nvSpPr>
            <p:cNvPr id="282" name="Google Shape;282;p14"/>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4" name="Google Shape;284;p14"/>
          <p:cNvSpPr txBox="1"/>
          <p:nvPr>
            <p:ph type="title"/>
          </p:nvPr>
        </p:nvSpPr>
        <p:spPr>
          <a:xfrm>
            <a:off x="1391750" y="3899438"/>
            <a:ext cx="4550400" cy="4041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5" name="Google Shape;285;p14"/>
          <p:cNvSpPr txBox="1"/>
          <p:nvPr>
            <p:ph idx="1" type="subTitle"/>
          </p:nvPr>
        </p:nvSpPr>
        <p:spPr>
          <a:xfrm>
            <a:off x="752600" y="2617238"/>
            <a:ext cx="5828700" cy="1129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24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86" name="Google Shape;28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287" name="Shape 287"/>
        <p:cNvGrpSpPr/>
        <p:nvPr/>
      </p:nvGrpSpPr>
      <p:grpSpPr>
        <a:xfrm>
          <a:off x="0" y="0"/>
          <a:ext cx="0" cy="0"/>
          <a:chOff x="0" y="0"/>
          <a:chExt cx="0" cy="0"/>
        </a:xfrm>
      </p:grpSpPr>
      <p:grpSp>
        <p:nvGrpSpPr>
          <p:cNvPr id="288" name="Google Shape;288;p15"/>
          <p:cNvGrpSpPr/>
          <p:nvPr/>
        </p:nvGrpSpPr>
        <p:grpSpPr>
          <a:xfrm>
            <a:off x="-244" y="24"/>
            <a:ext cx="9144155" cy="5165694"/>
            <a:chOff x="-244" y="24"/>
            <a:chExt cx="9144155" cy="5165694"/>
          </a:xfrm>
        </p:grpSpPr>
        <p:sp>
          <p:nvSpPr>
            <p:cNvPr id="289" name="Google Shape;289;p15"/>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15"/>
          <p:cNvGrpSpPr/>
          <p:nvPr/>
        </p:nvGrpSpPr>
        <p:grpSpPr>
          <a:xfrm>
            <a:off x="303630" y="306525"/>
            <a:ext cx="8536741" cy="4552701"/>
            <a:chOff x="2434200" y="841500"/>
            <a:chExt cx="4622450" cy="3053250"/>
          </a:xfrm>
        </p:grpSpPr>
        <p:sp>
          <p:nvSpPr>
            <p:cNvPr id="292" name="Google Shape;292;p15"/>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 name="Google Shape;294;p15"/>
          <p:cNvSpPr txBox="1"/>
          <p:nvPr>
            <p:ph hasCustomPrompt="1" type="title"/>
          </p:nvPr>
        </p:nvSpPr>
        <p:spPr>
          <a:xfrm>
            <a:off x="988575" y="1037924"/>
            <a:ext cx="3376200" cy="825900"/>
          </a:xfrm>
          <a:prstGeom prst="rect">
            <a:avLst/>
          </a:prstGeom>
          <a:solidFill>
            <a:schemeClr val="accent4"/>
          </a:solidFill>
        </p:spPr>
        <p:txBody>
          <a:bodyPr anchorCtr="0" anchor="ctr" bIns="91425" lIns="91425" spcFirstLastPara="1" rIns="91425" wrap="square" tIns="91425">
            <a:noAutofit/>
          </a:bodyPr>
          <a:lstStyle>
            <a:lvl1pPr lvl="0" rtl="0" algn="ctr">
              <a:spcBef>
                <a:spcPts val="0"/>
              </a:spcBef>
              <a:spcAft>
                <a:spcPts val="0"/>
              </a:spcAft>
              <a:buSzPts val="10000"/>
              <a:buNone/>
              <a:defRPr sz="5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295" name="Google Shape;295;p15"/>
          <p:cNvSpPr txBox="1"/>
          <p:nvPr>
            <p:ph idx="1" type="subTitle"/>
          </p:nvPr>
        </p:nvSpPr>
        <p:spPr>
          <a:xfrm>
            <a:off x="988575" y="1863703"/>
            <a:ext cx="3376200" cy="42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296" name="Google Shape;296;p15"/>
          <p:cNvSpPr txBox="1"/>
          <p:nvPr>
            <p:ph hasCustomPrompt="1" idx="2" type="title"/>
          </p:nvPr>
        </p:nvSpPr>
        <p:spPr>
          <a:xfrm>
            <a:off x="4779200" y="1037924"/>
            <a:ext cx="3376200" cy="825900"/>
          </a:xfrm>
          <a:prstGeom prst="rect">
            <a:avLst/>
          </a:prstGeom>
          <a:solidFill>
            <a:schemeClr val="accent4"/>
          </a:solidFill>
        </p:spPr>
        <p:txBody>
          <a:bodyPr anchorCtr="0" anchor="ctr" bIns="91425" lIns="91425" spcFirstLastPara="1" rIns="91425" wrap="square" tIns="91425">
            <a:noAutofit/>
          </a:bodyPr>
          <a:lstStyle>
            <a:lvl1pPr lvl="0" rtl="0" algn="ctr">
              <a:spcBef>
                <a:spcPts val="0"/>
              </a:spcBef>
              <a:spcAft>
                <a:spcPts val="0"/>
              </a:spcAft>
              <a:buSzPts val="10000"/>
              <a:buNone/>
              <a:defRPr sz="5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297" name="Google Shape;297;p15"/>
          <p:cNvSpPr txBox="1"/>
          <p:nvPr>
            <p:ph idx="3" type="subTitle"/>
          </p:nvPr>
        </p:nvSpPr>
        <p:spPr>
          <a:xfrm>
            <a:off x="4779200" y="1863703"/>
            <a:ext cx="3376200" cy="42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298" name="Google Shape;298;p15"/>
          <p:cNvSpPr txBox="1"/>
          <p:nvPr>
            <p:ph hasCustomPrompt="1" idx="4" type="title"/>
          </p:nvPr>
        </p:nvSpPr>
        <p:spPr>
          <a:xfrm>
            <a:off x="4779200" y="2856499"/>
            <a:ext cx="3376200" cy="825900"/>
          </a:xfrm>
          <a:prstGeom prst="rect">
            <a:avLst/>
          </a:prstGeom>
          <a:solidFill>
            <a:schemeClr val="accent4"/>
          </a:solidFill>
        </p:spPr>
        <p:txBody>
          <a:bodyPr anchorCtr="0" anchor="ctr" bIns="91425" lIns="91425" spcFirstLastPara="1" rIns="91425" wrap="square" tIns="91425">
            <a:noAutofit/>
          </a:bodyPr>
          <a:lstStyle>
            <a:lvl1pPr lvl="0" rtl="0" algn="ctr">
              <a:spcBef>
                <a:spcPts val="0"/>
              </a:spcBef>
              <a:spcAft>
                <a:spcPts val="0"/>
              </a:spcAft>
              <a:buSzPts val="10000"/>
              <a:buNone/>
              <a:defRPr sz="5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299" name="Google Shape;299;p15"/>
          <p:cNvSpPr txBox="1"/>
          <p:nvPr>
            <p:ph idx="5" type="subTitle"/>
          </p:nvPr>
        </p:nvSpPr>
        <p:spPr>
          <a:xfrm>
            <a:off x="4779200" y="3682278"/>
            <a:ext cx="3376200" cy="42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300" name="Google Shape;300;p15"/>
          <p:cNvSpPr txBox="1"/>
          <p:nvPr>
            <p:ph hasCustomPrompt="1" idx="6" type="title"/>
          </p:nvPr>
        </p:nvSpPr>
        <p:spPr>
          <a:xfrm>
            <a:off x="988575" y="2856499"/>
            <a:ext cx="3376200" cy="825900"/>
          </a:xfrm>
          <a:prstGeom prst="rect">
            <a:avLst/>
          </a:prstGeom>
          <a:solidFill>
            <a:schemeClr val="accent4"/>
          </a:solidFill>
        </p:spPr>
        <p:txBody>
          <a:bodyPr anchorCtr="0" anchor="ctr" bIns="91425" lIns="91425" spcFirstLastPara="1" rIns="91425" wrap="square" tIns="91425">
            <a:noAutofit/>
          </a:bodyPr>
          <a:lstStyle>
            <a:lvl1pPr lvl="0" rtl="0" algn="ctr">
              <a:spcBef>
                <a:spcPts val="0"/>
              </a:spcBef>
              <a:spcAft>
                <a:spcPts val="0"/>
              </a:spcAft>
              <a:buSzPts val="10000"/>
              <a:buNone/>
              <a:defRPr sz="5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301" name="Google Shape;301;p15"/>
          <p:cNvSpPr txBox="1"/>
          <p:nvPr>
            <p:ph idx="7" type="subTitle"/>
          </p:nvPr>
        </p:nvSpPr>
        <p:spPr>
          <a:xfrm>
            <a:off x="988575" y="3682278"/>
            <a:ext cx="3376200" cy="42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302" name="Google Shape;30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303" name="Google Shape;303;p15"/>
          <p:cNvGrpSpPr/>
          <p:nvPr/>
        </p:nvGrpSpPr>
        <p:grpSpPr>
          <a:xfrm>
            <a:off x="8277192" y="212025"/>
            <a:ext cx="712368" cy="825899"/>
            <a:chOff x="5815634" y="1650855"/>
            <a:chExt cx="452039" cy="524114"/>
          </a:xfrm>
        </p:grpSpPr>
        <p:sp>
          <p:nvSpPr>
            <p:cNvPr id="304" name="Google Shape;304;p15"/>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15"/>
          <p:cNvGrpSpPr/>
          <p:nvPr/>
        </p:nvGrpSpPr>
        <p:grpSpPr>
          <a:xfrm>
            <a:off x="39242" y="2856500"/>
            <a:ext cx="712368" cy="825899"/>
            <a:chOff x="5815634" y="1650855"/>
            <a:chExt cx="452039" cy="524114"/>
          </a:xfrm>
        </p:grpSpPr>
        <p:sp>
          <p:nvSpPr>
            <p:cNvPr id="311" name="Google Shape;311;p15"/>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 name="Google Shape;317;p15"/>
          <p:cNvGrpSpPr/>
          <p:nvPr/>
        </p:nvGrpSpPr>
        <p:grpSpPr>
          <a:xfrm>
            <a:off x="4456467" y="4251900"/>
            <a:ext cx="712368" cy="825899"/>
            <a:chOff x="5815634" y="1650855"/>
            <a:chExt cx="452039" cy="524114"/>
          </a:xfrm>
        </p:grpSpPr>
        <p:sp>
          <p:nvSpPr>
            <p:cNvPr id="318" name="Google Shape;318;p15"/>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24" name="Shape 324"/>
        <p:cNvGrpSpPr/>
        <p:nvPr/>
      </p:nvGrpSpPr>
      <p:grpSpPr>
        <a:xfrm>
          <a:off x="0" y="0"/>
          <a:ext cx="0" cy="0"/>
          <a:chOff x="0" y="0"/>
          <a:chExt cx="0" cy="0"/>
        </a:xfrm>
      </p:grpSpPr>
      <p:grpSp>
        <p:nvGrpSpPr>
          <p:cNvPr id="325" name="Google Shape;325;p16"/>
          <p:cNvGrpSpPr/>
          <p:nvPr/>
        </p:nvGrpSpPr>
        <p:grpSpPr>
          <a:xfrm>
            <a:off x="-244" y="24"/>
            <a:ext cx="9144155" cy="5165694"/>
            <a:chOff x="-244" y="24"/>
            <a:chExt cx="9144155" cy="5165694"/>
          </a:xfrm>
        </p:grpSpPr>
        <p:sp>
          <p:nvSpPr>
            <p:cNvPr id="326" name="Google Shape;326;p16"/>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 name="Google Shape;328;p16"/>
          <p:cNvGrpSpPr/>
          <p:nvPr/>
        </p:nvGrpSpPr>
        <p:grpSpPr>
          <a:xfrm>
            <a:off x="303630" y="306525"/>
            <a:ext cx="8536741" cy="4552701"/>
            <a:chOff x="2434200" y="841500"/>
            <a:chExt cx="4622450" cy="3053250"/>
          </a:xfrm>
        </p:grpSpPr>
        <p:sp>
          <p:nvSpPr>
            <p:cNvPr id="329" name="Google Shape;329;p16"/>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 name="Google Shape;33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2" name="Google Shape;332;p16"/>
          <p:cNvSpPr txBox="1"/>
          <p:nvPr>
            <p:ph idx="2" type="title"/>
          </p:nvPr>
        </p:nvSpPr>
        <p:spPr>
          <a:xfrm>
            <a:off x="1967613" y="3248475"/>
            <a:ext cx="1897500" cy="480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33" name="Google Shape;333;p16"/>
          <p:cNvSpPr txBox="1"/>
          <p:nvPr>
            <p:ph idx="3" type="title"/>
          </p:nvPr>
        </p:nvSpPr>
        <p:spPr>
          <a:xfrm>
            <a:off x="4933638" y="3248475"/>
            <a:ext cx="1897500" cy="480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34" name="Google Shape;334;p16"/>
          <p:cNvSpPr txBox="1"/>
          <p:nvPr>
            <p:ph idx="1" type="subTitle"/>
          </p:nvPr>
        </p:nvSpPr>
        <p:spPr>
          <a:xfrm>
            <a:off x="4933805" y="3545875"/>
            <a:ext cx="1897200" cy="920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Arial"/>
              <a:buChar char="•"/>
              <a:defRPr/>
            </a:lvl1pPr>
            <a:lvl2pPr lvl="1" rtl="0" algn="ctr">
              <a:spcBef>
                <a:spcPts val="0"/>
              </a:spcBef>
              <a:spcAft>
                <a:spcPts val="0"/>
              </a:spcAft>
              <a:buClr>
                <a:schemeClr val="dk1"/>
              </a:buClr>
              <a:buSzPts val="1200"/>
              <a:buFont typeface="Arial"/>
              <a:buChar char="○"/>
              <a:defRPr/>
            </a:lvl2pPr>
            <a:lvl3pPr lvl="2" rtl="0" algn="ctr">
              <a:spcBef>
                <a:spcPts val="0"/>
              </a:spcBef>
              <a:spcAft>
                <a:spcPts val="0"/>
              </a:spcAft>
              <a:buClr>
                <a:schemeClr val="dk1"/>
              </a:buClr>
              <a:buSzPts val="1200"/>
              <a:buFont typeface="Arial"/>
              <a:buChar char="■"/>
              <a:defRPr/>
            </a:lvl3pPr>
            <a:lvl4pPr lvl="3" rtl="0" algn="ctr">
              <a:spcBef>
                <a:spcPts val="0"/>
              </a:spcBef>
              <a:spcAft>
                <a:spcPts val="0"/>
              </a:spcAft>
              <a:buClr>
                <a:schemeClr val="dk1"/>
              </a:buClr>
              <a:buSzPts val="1200"/>
              <a:buFont typeface="Arial"/>
              <a:buChar char="●"/>
              <a:defRPr/>
            </a:lvl4pPr>
            <a:lvl5pPr lvl="4" rtl="0" algn="ctr">
              <a:spcBef>
                <a:spcPts val="0"/>
              </a:spcBef>
              <a:spcAft>
                <a:spcPts val="0"/>
              </a:spcAft>
              <a:buClr>
                <a:schemeClr val="dk1"/>
              </a:buClr>
              <a:buSzPts val="1200"/>
              <a:buFont typeface="Arial"/>
              <a:buChar char="○"/>
              <a:defRPr/>
            </a:lvl5pPr>
            <a:lvl6pPr lvl="5" rtl="0" algn="ctr">
              <a:spcBef>
                <a:spcPts val="0"/>
              </a:spcBef>
              <a:spcAft>
                <a:spcPts val="0"/>
              </a:spcAft>
              <a:buClr>
                <a:schemeClr val="dk1"/>
              </a:buClr>
              <a:buSzPts val="1200"/>
              <a:buFont typeface="Arial"/>
              <a:buChar char="■"/>
              <a:defRPr/>
            </a:lvl6pPr>
            <a:lvl7pPr lvl="6" rtl="0" algn="ctr">
              <a:spcBef>
                <a:spcPts val="0"/>
              </a:spcBef>
              <a:spcAft>
                <a:spcPts val="0"/>
              </a:spcAft>
              <a:buClr>
                <a:schemeClr val="dk1"/>
              </a:buClr>
              <a:buSzPts val="1200"/>
              <a:buFont typeface="Arial"/>
              <a:buChar char="●"/>
              <a:defRPr/>
            </a:lvl7pPr>
            <a:lvl8pPr lvl="7" rtl="0" algn="ctr">
              <a:spcBef>
                <a:spcPts val="0"/>
              </a:spcBef>
              <a:spcAft>
                <a:spcPts val="0"/>
              </a:spcAft>
              <a:buClr>
                <a:schemeClr val="dk1"/>
              </a:buClr>
              <a:buSzPts val="1200"/>
              <a:buFont typeface="Arial"/>
              <a:buChar char="○"/>
              <a:defRPr/>
            </a:lvl8pPr>
            <a:lvl9pPr lvl="8" rtl="0" algn="ctr">
              <a:spcBef>
                <a:spcPts val="0"/>
              </a:spcBef>
              <a:spcAft>
                <a:spcPts val="0"/>
              </a:spcAft>
              <a:buClr>
                <a:schemeClr val="dk1"/>
              </a:buClr>
              <a:buSzPts val="1200"/>
              <a:buFont typeface="Arial"/>
              <a:buChar char="■"/>
              <a:defRPr/>
            </a:lvl9pPr>
          </a:lstStyle>
          <a:p/>
        </p:txBody>
      </p:sp>
      <p:sp>
        <p:nvSpPr>
          <p:cNvPr id="335" name="Google Shape;335;p16"/>
          <p:cNvSpPr txBox="1"/>
          <p:nvPr>
            <p:ph idx="4" type="subTitle"/>
          </p:nvPr>
        </p:nvSpPr>
        <p:spPr>
          <a:xfrm>
            <a:off x="1967625" y="3545875"/>
            <a:ext cx="1897500" cy="920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Arial"/>
              <a:buChar char="•"/>
              <a:defRPr/>
            </a:lvl1pPr>
            <a:lvl2pPr lvl="1" rtl="0" algn="ctr">
              <a:spcBef>
                <a:spcPts val="0"/>
              </a:spcBef>
              <a:spcAft>
                <a:spcPts val="0"/>
              </a:spcAft>
              <a:buClr>
                <a:schemeClr val="dk1"/>
              </a:buClr>
              <a:buSzPts val="1200"/>
              <a:buFont typeface="Arial"/>
              <a:buChar char="○"/>
              <a:defRPr/>
            </a:lvl2pPr>
            <a:lvl3pPr lvl="2" rtl="0" algn="ctr">
              <a:spcBef>
                <a:spcPts val="0"/>
              </a:spcBef>
              <a:spcAft>
                <a:spcPts val="0"/>
              </a:spcAft>
              <a:buClr>
                <a:schemeClr val="dk1"/>
              </a:buClr>
              <a:buSzPts val="1200"/>
              <a:buFont typeface="Arial"/>
              <a:buChar char="■"/>
              <a:defRPr/>
            </a:lvl3pPr>
            <a:lvl4pPr lvl="3" rtl="0" algn="ctr">
              <a:spcBef>
                <a:spcPts val="0"/>
              </a:spcBef>
              <a:spcAft>
                <a:spcPts val="0"/>
              </a:spcAft>
              <a:buClr>
                <a:schemeClr val="dk1"/>
              </a:buClr>
              <a:buSzPts val="1200"/>
              <a:buFont typeface="Arial"/>
              <a:buChar char="●"/>
              <a:defRPr/>
            </a:lvl4pPr>
            <a:lvl5pPr lvl="4" rtl="0" algn="ctr">
              <a:spcBef>
                <a:spcPts val="0"/>
              </a:spcBef>
              <a:spcAft>
                <a:spcPts val="0"/>
              </a:spcAft>
              <a:buClr>
                <a:schemeClr val="dk1"/>
              </a:buClr>
              <a:buSzPts val="1200"/>
              <a:buFont typeface="Arial"/>
              <a:buChar char="○"/>
              <a:defRPr/>
            </a:lvl5pPr>
            <a:lvl6pPr lvl="5" rtl="0" algn="ctr">
              <a:spcBef>
                <a:spcPts val="0"/>
              </a:spcBef>
              <a:spcAft>
                <a:spcPts val="0"/>
              </a:spcAft>
              <a:buClr>
                <a:schemeClr val="dk1"/>
              </a:buClr>
              <a:buSzPts val="1200"/>
              <a:buFont typeface="Arial"/>
              <a:buChar char="■"/>
              <a:defRPr/>
            </a:lvl6pPr>
            <a:lvl7pPr lvl="6" rtl="0" algn="ctr">
              <a:spcBef>
                <a:spcPts val="0"/>
              </a:spcBef>
              <a:spcAft>
                <a:spcPts val="0"/>
              </a:spcAft>
              <a:buClr>
                <a:schemeClr val="dk1"/>
              </a:buClr>
              <a:buSzPts val="1200"/>
              <a:buFont typeface="Arial"/>
              <a:buChar char="●"/>
              <a:defRPr/>
            </a:lvl7pPr>
            <a:lvl8pPr lvl="7" rtl="0" algn="ctr">
              <a:spcBef>
                <a:spcPts val="0"/>
              </a:spcBef>
              <a:spcAft>
                <a:spcPts val="0"/>
              </a:spcAft>
              <a:buClr>
                <a:schemeClr val="dk1"/>
              </a:buClr>
              <a:buSzPts val="1200"/>
              <a:buFont typeface="Arial"/>
              <a:buChar char="○"/>
              <a:defRPr/>
            </a:lvl8pPr>
            <a:lvl9pPr lvl="8" rtl="0" algn="ctr">
              <a:spcBef>
                <a:spcPts val="0"/>
              </a:spcBef>
              <a:spcAft>
                <a:spcPts val="0"/>
              </a:spcAft>
              <a:buClr>
                <a:schemeClr val="dk1"/>
              </a:buClr>
              <a:buSzPts val="1200"/>
              <a:buFont typeface="Arial"/>
              <a:buChar char="■"/>
              <a:defRPr/>
            </a:lvl9pPr>
          </a:lstStyle>
          <a:p/>
        </p:txBody>
      </p:sp>
      <p:sp>
        <p:nvSpPr>
          <p:cNvPr id="336" name="Google Shape;33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337" name="Shape 337"/>
        <p:cNvGrpSpPr/>
        <p:nvPr/>
      </p:nvGrpSpPr>
      <p:grpSpPr>
        <a:xfrm>
          <a:off x="0" y="0"/>
          <a:ext cx="0" cy="0"/>
          <a:chOff x="0" y="0"/>
          <a:chExt cx="0" cy="0"/>
        </a:xfrm>
      </p:grpSpPr>
      <p:grpSp>
        <p:nvGrpSpPr>
          <p:cNvPr id="338" name="Google Shape;338;p17"/>
          <p:cNvGrpSpPr/>
          <p:nvPr/>
        </p:nvGrpSpPr>
        <p:grpSpPr>
          <a:xfrm>
            <a:off x="-244" y="24"/>
            <a:ext cx="9144155" cy="5165694"/>
            <a:chOff x="-244" y="24"/>
            <a:chExt cx="9144155" cy="5165694"/>
          </a:xfrm>
        </p:grpSpPr>
        <p:sp>
          <p:nvSpPr>
            <p:cNvPr id="339" name="Google Shape;339;p17"/>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 name="Google Shape;341;p17"/>
          <p:cNvGrpSpPr/>
          <p:nvPr/>
        </p:nvGrpSpPr>
        <p:grpSpPr>
          <a:xfrm>
            <a:off x="303630" y="306525"/>
            <a:ext cx="8536741" cy="4552701"/>
            <a:chOff x="2434200" y="841500"/>
            <a:chExt cx="4622450" cy="3053250"/>
          </a:xfrm>
        </p:grpSpPr>
        <p:sp>
          <p:nvSpPr>
            <p:cNvPr id="342" name="Google Shape;342;p17"/>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17"/>
          <p:cNvSpPr txBox="1"/>
          <p:nvPr>
            <p:ph type="title"/>
          </p:nvPr>
        </p:nvSpPr>
        <p:spPr>
          <a:xfrm>
            <a:off x="6019500" y="2718525"/>
            <a:ext cx="2404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45" name="Google Shape;345;p17"/>
          <p:cNvSpPr txBox="1"/>
          <p:nvPr>
            <p:ph idx="2" type="title"/>
          </p:nvPr>
        </p:nvSpPr>
        <p:spPr>
          <a:xfrm>
            <a:off x="3369748" y="2718525"/>
            <a:ext cx="2404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46" name="Google Shape;346;p17"/>
          <p:cNvSpPr txBox="1"/>
          <p:nvPr>
            <p:ph idx="1" type="subTitle"/>
          </p:nvPr>
        </p:nvSpPr>
        <p:spPr>
          <a:xfrm>
            <a:off x="720001" y="2994288"/>
            <a:ext cx="24045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347" name="Google Shape;347;p17"/>
          <p:cNvSpPr txBox="1"/>
          <p:nvPr>
            <p:ph idx="3" type="subTitle"/>
          </p:nvPr>
        </p:nvSpPr>
        <p:spPr>
          <a:xfrm>
            <a:off x="3369741" y="2994288"/>
            <a:ext cx="24045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348" name="Google Shape;348;p17"/>
          <p:cNvSpPr txBox="1"/>
          <p:nvPr>
            <p:ph idx="4" type="title"/>
          </p:nvPr>
        </p:nvSpPr>
        <p:spPr>
          <a:xfrm>
            <a:off x="720001" y="2718525"/>
            <a:ext cx="2404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49" name="Google Shape;349;p17"/>
          <p:cNvSpPr txBox="1"/>
          <p:nvPr>
            <p:ph idx="5" type="subTitle"/>
          </p:nvPr>
        </p:nvSpPr>
        <p:spPr>
          <a:xfrm>
            <a:off x="6019500" y="2994288"/>
            <a:ext cx="24045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350" name="Google Shape;350;p17"/>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1" name="Google Shape;351;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352" name="Google Shape;352;p17"/>
          <p:cNvGrpSpPr/>
          <p:nvPr/>
        </p:nvGrpSpPr>
        <p:grpSpPr>
          <a:xfrm>
            <a:off x="7118665" y="4753455"/>
            <a:ext cx="1858407" cy="392151"/>
            <a:chOff x="1709725" y="4408400"/>
            <a:chExt cx="2119050" cy="447150"/>
          </a:xfrm>
        </p:grpSpPr>
        <p:sp>
          <p:nvSpPr>
            <p:cNvPr id="353" name="Google Shape;353;p17"/>
            <p:cNvSpPr/>
            <p:nvPr/>
          </p:nvSpPr>
          <p:spPr>
            <a:xfrm>
              <a:off x="1709725" y="4624375"/>
              <a:ext cx="1059125" cy="231175"/>
            </a:xfrm>
            <a:custGeom>
              <a:rect b="b" l="l" r="r" t="t"/>
              <a:pathLst>
                <a:path extrusionOk="0" h="9247" w="42365">
                  <a:moveTo>
                    <a:pt x="21407" y="1"/>
                  </a:moveTo>
                  <a:cubicBezTo>
                    <a:pt x="12034" y="1"/>
                    <a:pt x="2569" y="159"/>
                    <a:pt x="1402" y="476"/>
                  </a:cubicBezTo>
                  <a:cubicBezTo>
                    <a:pt x="1" y="709"/>
                    <a:pt x="67" y="8315"/>
                    <a:pt x="1402"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17889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7"/>
            <p:cNvSpPr/>
            <p:nvPr/>
          </p:nvSpPr>
          <p:spPr>
            <a:xfrm>
              <a:off x="184732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7"/>
            <p:cNvSpPr/>
            <p:nvPr/>
          </p:nvSpPr>
          <p:spPr>
            <a:xfrm>
              <a:off x="19065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7"/>
            <p:cNvSpPr/>
            <p:nvPr/>
          </p:nvSpPr>
          <p:spPr>
            <a:xfrm>
              <a:off x="196575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202495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7"/>
            <p:cNvSpPr/>
            <p:nvPr/>
          </p:nvSpPr>
          <p:spPr>
            <a:xfrm>
              <a:off x="2083325"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7"/>
            <p:cNvSpPr/>
            <p:nvPr/>
          </p:nvSpPr>
          <p:spPr>
            <a:xfrm>
              <a:off x="214337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7"/>
            <p:cNvSpPr/>
            <p:nvPr/>
          </p:nvSpPr>
          <p:spPr>
            <a:xfrm>
              <a:off x="2202575" y="4669625"/>
              <a:ext cx="10025" cy="141775"/>
            </a:xfrm>
            <a:custGeom>
              <a:rect b="b" l="l" r="r" t="t"/>
              <a:pathLst>
                <a:path extrusionOk="0" h="5671" w="401">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2261775"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7"/>
            <p:cNvSpPr/>
            <p:nvPr/>
          </p:nvSpPr>
          <p:spPr>
            <a:xfrm>
              <a:off x="232100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237937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7"/>
            <p:cNvSpPr/>
            <p:nvPr/>
          </p:nvSpPr>
          <p:spPr>
            <a:xfrm>
              <a:off x="2439425" y="4669625"/>
              <a:ext cx="10025" cy="141775"/>
            </a:xfrm>
            <a:custGeom>
              <a:rect b="b" l="l" r="r" t="t"/>
              <a:pathLst>
                <a:path extrusionOk="0" h="5671" w="401">
                  <a:moveTo>
                    <a:pt x="0" y="0"/>
                  </a:moveTo>
                  <a:lnTo>
                    <a:pt x="0" y="5671"/>
                  </a:lnTo>
                  <a:lnTo>
                    <a:pt x="400" y="5671"/>
                  </a:lnTo>
                  <a:lnTo>
                    <a:pt x="400"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7"/>
            <p:cNvSpPr/>
            <p:nvPr/>
          </p:nvSpPr>
          <p:spPr>
            <a:xfrm>
              <a:off x="249862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7"/>
            <p:cNvSpPr/>
            <p:nvPr/>
          </p:nvSpPr>
          <p:spPr>
            <a:xfrm>
              <a:off x="25578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7"/>
            <p:cNvSpPr/>
            <p:nvPr/>
          </p:nvSpPr>
          <p:spPr>
            <a:xfrm>
              <a:off x="261620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7"/>
            <p:cNvSpPr/>
            <p:nvPr/>
          </p:nvSpPr>
          <p:spPr>
            <a:xfrm>
              <a:off x="267542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7"/>
            <p:cNvSpPr/>
            <p:nvPr/>
          </p:nvSpPr>
          <p:spPr>
            <a:xfrm>
              <a:off x="2769650" y="4624375"/>
              <a:ext cx="1059125" cy="231175"/>
            </a:xfrm>
            <a:custGeom>
              <a:rect b="b" l="l" r="r" t="t"/>
              <a:pathLst>
                <a:path extrusionOk="0" h="9247" w="42365">
                  <a:moveTo>
                    <a:pt x="21407" y="1"/>
                  </a:moveTo>
                  <a:cubicBezTo>
                    <a:pt x="12034" y="1"/>
                    <a:pt x="2569" y="159"/>
                    <a:pt x="1401" y="476"/>
                  </a:cubicBezTo>
                  <a:cubicBezTo>
                    <a:pt x="0" y="709"/>
                    <a:pt x="67" y="8315"/>
                    <a:pt x="1401"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7"/>
            <p:cNvSpPr/>
            <p:nvPr/>
          </p:nvSpPr>
          <p:spPr>
            <a:xfrm>
              <a:off x="284887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7"/>
            <p:cNvSpPr/>
            <p:nvPr/>
          </p:nvSpPr>
          <p:spPr>
            <a:xfrm>
              <a:off x="29072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7"/>
            <p:cNvSpPr/>
            <p:nvPr/>
          </p:nvSpPr>
          <p:spPr>
            <a:xfrm>
              <a:off x="2966450"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302567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7"/>
            <p:cNvSpPr/>
            <p:nvPr/>
          </p:nvSpPr>
          <p:spPr>
            <a:xfrm>
              <a:off x="3085700"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7"/>
            <p:cNvSpPr/>
            <p:nvPr/>
          </p:nvSpPr>
          <p:spPr>
            <a:xfrm>
              <a:off x="3143250" y="4669625"/>
              <a:ext cx="10875" cy="141775"/>
            </a:xfrm>
            <a:custGeom>
              <a:rect b="b" l="l" r="r" t="t"/>
              <a:pathLst>
                <a:path extrusionOk="0" h="5671" w="435">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7"/>
            <p:cNvSpPr/>
            <p:nvPr/>
          </p:nvSpPr>
          <p:spPr>
            <a:xfrm>
              <a:off x="3203300" y="4669625"/>
              <a:ext cx="10025" cy="141775"/>
            </a:xfrm>
            <a:custGeom>
              <a:rect b="b" l="l" r="r" t="t"/>
              <a:pathLst>
                <a:path extrusionOk="0" h="5671" w="401">
                  <a:moveTo>
                    <a:pt x="0" y="0"/>
                  </a:moveTo>
                  <a:lnTo>
                    <a:pt x="0" y="5671"/>
                  </a:lnTo>
                  <a:lnTo>
                    <a:pt x="400" y="5671"/>
                  </a:lnTo>
                  <a:lnTo>
                    <a:pt x="400"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7"/>
            <p:cNvSpPr/>
            <p:nvPr/>
          </p:nvSpPr>
          <p:spPr>
            <a:xfrm>
              <a:off x="326250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7"/>
            <p:cNvSpPr/>
            <p:nvPr/>
          </p:nvSpPr>
          <p:spPr>
            <a:xfrm>
              <a:off x="3321700"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7"/>
            <p:cNvSpPr/>
            <p:nvPr/>
          </p:nvSpPr>
          <p:spPr>
            <a:xfrm>
              <a:off x="3380075"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7"/>
            <p:cNvSpPr/>
            <p:nvPr/>
          </p:nvSpPr>
          <p:spPr>
            <a:xfrm>
              <a:off x="3440125" y="4669625"/>
              <a:ext cx="10025" cy="141775"/>
            </a:xfrm>
            <a:custGeom>
              <a:rect b="b" l="l" r="r" t="t"/>
              <a:pathLst>
                <a:path extrusionOk="0" h="5671" w="401">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7"/>
            <p:cNvSpPr/>
            <p:nvPr/>
          </p:nvSpPr>
          <p:spPr>
            <a:xfrm>
              <a:off x="34993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p:nvPr/>
          </p:nvSpPr>
          <p:spPr>
            <a:xfrm>
              <a:off x="35585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7"/>
            <p:cNvSpPr/>
            <p:nvPr/>
          </p:nvSpPr>
          <p:spPr>
            <a:xfrm>
              <a:off x="361692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7"/>
            <p:cNvSpPr/>
            <p:nvPr/>
          </p:nvSpPr>
          <p:spPr>
            <a:xfrm>
              <a:off x="3676125"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7"/>
            <p:cNvSpPr/>
            <p:nvPr/>
          </p:nvSpPr>
          <p:spPr>
            <a:xfrm>
              <a:off x="373535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7"/>
            <p:cNvSpPr/>
            <p:nvPr/>
          </p:nvSpPr>
          <p:spPr>
            <a:xfrm>
              <a:off x="2294300" y="4408400"/>
              <a:ext cx="1058300" cy="231175"/>
            </a:xfrm>
            <a:custGeom>
              <a:rect b="b" l="l" r="r" t="t"/>
              <a:pathLst>
                <a:path extrusionOk="0" h="9247" w="42332">
                  <a:moveTo>
                    <a:pt x="21408" y="0"/>
                  </a:moveTo>
                  <a:cubicBezTo>
                    <a:pt x="12034" y="0"/>
                    <a:pt x="2569" y="159"/>
                    <a:pt x="1402" y="475"/>
                  </a:cubicBezTo>
                  <a:cubicBezTo>
                    <a:pt x="1" y="742"/>
                    <a:pt x="68" y="8314"/>
                    <a:pt x="1402" y="8781"/>
                  </a:cubicBezTo>
                  <a:cubicBezTo>
                    <a:pt x="2258" y="9108"/>
                    <a:pt x="10517" y="9246"/>
                    <a:pt x="19265" y="9246"/>
                  </a:cubicBezTo>
                  <a:cubicBezTo>
                    <a:pt x="29264" y="9246"/>
                    <a:pt x="39903" y="9066"/>
                    <a:pt x="40863" y="8781"/>
                  </a:cubicBezTo>
                  <a:cubicBezTo>
                    <a:pt x="42331" y="8481"/>
                    <a:pt x="41897" y="942"/>
                    <a:pt x="40863" y="475"/>
                  </a:cubicBezTo>
                  <a:cubicBezTo>
                    <a:pt x="40063" y="159"/>
                    <a:pt x="30781" y="0"/>
                    <a:pt x="21408"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7"/>
            <p:cNvSpPr/>
            <p:nvPr/>
          </p:nvSpPr>
          <p:spPr>
            <a:xfrm>
              <a:off x="237270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7"/>
            <p:cNvSpPr/>
            <p:nvPr/>
          </p:nvSpPr>
          <p:spPr>
            <a:xfrm>
              <a:off x="2431900"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7"/>
            <p:cNvSpPr/>
            <p:nvPr/>
          </p:nvSpPr>
          <p:spPr>
            <a:xfrm>
              <a:off x="2491125"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7"/>
            <p:cNvSpPr/>
            <p:nvPr/>
          </p:nvSpPr>
          <p:spPr>
            <a:xfrm>
              <a:off x="2549500" y="4453625"/>
              <a:ext cx="10025" cy="141800"/>
            </a:xfrm>
            <a:custGeom>
              <a:rect b="b" l="l" r="r" t="t"/>
              <a:pathLst>
                <a:path extrusionOk="0" h="5672" w="401">
                  <a:moveTo>
                    <a:pt x="0" y="1"/>
                  </a:moveTo>
                  <a:lnTo>
                    <a:pt x="0" y="5671"/>
                  </a:lnTo>
                  <a:lnTo>
                    <a:pt x="400" y="5671"/>
                  </a:lnTo>
                  <a:lnTo>
                    <a:pt x="400"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7"/>
            <p:cNvSpPr/>
            <p:nvPr/>
          </p:nvSpPr>
          <p:spPr>
            <a:xfrm>
              <a:off x="2608700" y="4453625"/>
              <a:ext cx="10875" cy="141800"/>
            </a:xfrm>
            <a:custGeom>
              <a:rect b="b" l="l" r="r" t="t"/>
              <a:pathLst>
                <a:path extrusionOk="0" h="5672" w="435">
                  <a:moveTo>
                    <a:pt x="1" y="1"/>
                  </a:moveTo>
                  <a:lnTo>
                    <a:pt x="1"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7"/>
            <p:cNvSpPr/>
            <p:nvPr/>
          </p:nvSpPr>
          <p:spPr>
            <a:xfrm>
              <a:off x="266875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7"/>
            <p:cNvSpPr/>
            <p:nvPr/>
          </p:nvSpPr>
          <p:spPr>
            <a:xfrm>
              <a:off x="2727950" y="4453625"/>
              <a:ext cx="10025" cy="141800"/>
            </a:xfrm>
            <a:custGeom>
              <a:rect b="b" l="l" r="r" t="t"/>
              <a:pathLst>
                <a:path extrusionOk="0" h="5672" w="401">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7"/>
            <p:cNvSpPr/>
            <p:nvPr/>
          </p:nvSpPr>
          <p:spPr>
            <a:xfrm>
              <a:off x="2786325" y="4453625"/>
              <a:ext cx="10025" cy="141800"/>
            </a:xfrm>
            <a:custGeom>
              <a:rect b="b" l="l" r="r" t="t"/>
              <a:pathLst>
                <a:path extrusionOk="0" h="5672" w="401">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7"/>
            <p:cNvSpPr/>
            <p:nvPr/>
          </p:nvSpPr>
          <p:spPr>
            <a:xfrm>
              <a:off x="2845525" y="4453625"/>
              <a:ext cx="10875" cy="141800"/>
            </a:xfrm>
            <a:custGeom>
              <a:rect b="b" l="l" r="r" t="t"/>
              <a:pathLst>
                <a:path extrusionOk="0" h="5672" w="435">
                  <a:moveTo>
                    <a:pt x="1" y="1"/>
                  </a:moveTo>
                  <a:lnTo>
                    <a:pt x="1" y="5671"/>
                  </a:lnTo>
                  <a:lnTo>
                    <a:pt x="435" y="5671"/>
                  </a:lnTo>
                  <a:lnTo>
                    <a:pt x="435"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7"/>
            <p:cNvSpPr/>
            <p:nvPr/>
          </p:nvSpPr>
          <p:spPr>
            <a:xfrm>
              <a:off x="2904750"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7"/>
            <p:cNvSpPr/>
            <p:nvPr/>
          </p:nvSpPr>
          <p:spPr>
            <a:xfrm>
              <a:off x="2963950" y="4453625"/>
              <a:ext cx="10875" cy="141800"/>
            </a:xfrm>
            <a:custGeom>
              <a:rect b="b" l="l" r="r" t="t"/>
              <a:pathLst>
                <a:path extrusionOk="0" h="5672" w="435">
                  <a:moveTo>
                    <a:pt x="1" y="1"/>
                  </a:moveTo>
                  <a:lnTo>
                    <a:pt x="1"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7"/>
            <p:cNvSpPr/>
            <p:nvPr/>
          </p:nvSpPr>
          <p:spPr>
            <a:xfrm>
              <a:off x="302400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7"/>
            <p:cNvSpPr/>
            <p:nvPr/>
          </p:nvSpPr>
          <p:spPr>
            <a:xfrm>
              <a:off x="3082375"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3141575"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p:nvPr/>
          </p:nvSpPr>
          <p:spPr>
            <a:xfrm>
              <a:off x="3200800"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
            <p:cNvSpPr/>
            <p:nvPr/>
          </p:nvSpPr>
          <p:spPr>
            <a:xfrm>
              <a:off x="3260825"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
            <p:cNvSpPr/>
            <p:nvPr/>
          </p:nvSpPr>
          <p:spPr>
            <a:xfrm>
              <a:off x="2324325" y="4619575"/>
              <a:ext cx="412825" cy="24225"/>
            </a:xfrm>
            <a:custGeom>
              <a:rect b="b" l="l" r="r" t="t"/>
              <a:pathLst>
                <a:path extrusionOk="0" h="969" w="16513">
                  <a:moveTo>
                    <a:pt x="1" y="1"/>
                  </a:moveTo>
                  <a:lnTo>
                    <a:pt x="1" y="401"/>
                  </a:lnTo>
                  <a:cubicBezTo>
                    <a:pt x="168" y="401"/>
                    <a:pt x="14544" y="701"/>
                    <a:pt x="15345" y="735"/>
                  </a:cubicBezTo>
                  <a:cubicBezTo>
                    <a:pt x="16012" y="801"/>
                    <a:pt x="16279" y="968"/>
                    <a:pt x="16279" y="968"/>
                  </a:cubicBezTo>
                  <a:lnTo>
                    <a:pt x="16513" y="635"/>
                  </a:lnTo>
                  <a:cubicBezTo>
                    <a:pt x="16479" y="568"/>
                    <a:pt x="16179" y="368"/>
                    <a:pt x="15345" y="334"/>
                  </a:cubicBezTo>
                  <a:cubicBezTo>
                    <a:pt x="14544" y="301"/>
                    <a:pt x="601" y="1"/>
                    <a:pt x="1" y="1"/>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7"/>
            <p:cNvSpPr/>
            <p:nvPr/>
          </p:nvSpPr>
          <p:spPr>
            <a:xfrm>
              <a:off x="2793825" y="4619575"/>
              <a:ext cx="529575" cy="24225"/>
            </a:xfrm>
            <a:custGeom>
              <a:rect b="b" l="l" r="r" t="t"/>
              <a:pathLst>
                <a:path extrusionOk="0" h="969" w="21183">
                  <a:moveTo>
                    <a:pt x="21183" y="1"/>
                  </a:moveTo>
                  <a:cubicBezTo>
                    <a:pt x="6439" y="1"/>
                    <a:pt x="1368" y="334"/>
                    <a:pt x="1168" y="334"/>
                  </a:cubicBezTo>
                  <a:cubicBezTo>
                    <a:pt x="334" y="368"/>
                    <a:pt x="34" y="568"/>
                    <a:pt x="1" y="635"/>
                  </a:cubicBezTo>
                  <a:lnTo>
                    <a:pt x="234" y="968"/>
                  </a:lnTo>
                  <a:cubicBezTo>
                    <a:pt x="234" y="968"/>
                    <a:pt x="434" y="801"/>
                    <a:pt x="1202" y="735"/>
                  </a:cubicBezTo>
                  <a:cubicBezTo>
                    <a:pt x="1402" y="735"/>
                    <a:pt x="6505" y="401"/>
                    <a:pt x="21183" y="401"/>
                  </a:cubicBezTo>
                  <a:lnTo>
                    <a:pt x="21183"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 name="Google Shape;406;p17"/>
          <p:cNvGrpSpPr/>
          <p:nvPr/>
        </p:nvGrpSpPr>
        <p:grpSpPr>
          <a:xfrm>
            <a:off x="114725" y="169100"/>
            <a:ext cx="551700" cy="2117650"/>
            <a:chOff x="6472275" y="2445175"/>
            <a:chExt cx="551700" cy="2117650"/>
          </a:xfrm>
        </p:grpSpPr>
        <p:sp>
          <p:nvSpPr>
            <p:cNvPr id="407" name="Google Shape;407;p17"/>
            <p:cNvSpPr/>
            <p:nvPr/>
          </p:nvSpPr>
          <p:spPr>
            <a:xfrm>
              <a:off x="6512550" y="2625700"/>
              <a:ext cx="511425" cy="1765250"/>
            </a:xfrm>
            <a:custGeom>
              <a:rect b="b" l="l" r="r" t="t"/>
              <a:pathLst>
                <a:path extrusionOk="0" h="70610" w="20457">
                  <a:moveTo>
                    <a:pt x="6839" y="1"/>
                  </a:moveTo>
                  <a:lnTo>
                    <a:pt x="0" y="1338"/>
                  </a:lnTo>
                  <a:lnTo>
                    <a:pt x="13587" y="70610"/>
                  </a:lnTo>
                  <a:lnTo>
                    <a:pt x="20457" y="69272"/>
                  </a:lnTo>
                  <a:lnTo>
                    <a:pt x="68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7"/>
            <p:cNvSpPr/>
            <p:nvPr/>
          </p:nvSpPr>
          <p:spPr>
            <a:xfrm>
              <a:off x="6547500" y="2651550"/>
              <a:ext cx="348825" cy="1733325"/>
            </a:xfrm>
            <a:custGeom>
              <a:rect b="b" l="l" r="r" t="t"/>
              <a:pathLst>
                <a:path extrusionOk="0" h="69333" w="13953">
                  <a:moveTo>
                    <a:pt x="365" y="0"/>
                  </a:moveTo>
                  <a:lnTo>
                    <a:pt x="1" y="61"/>
                  </a:lnTo>
                  <a:lnTo>
                    <a:pt x="13557" y="69333"/>
                  </a:lnTo>
                  <a:lnTo>
                    <a:pt x="13952" y="69272"/>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6640200" y="2633300"/>
              <a:ext cx="348825" cy="1733350"/>
            </a:xfrm>
            <a:custGeom>
              <a:rect b="b" l="l" r="r" t="t"/>
              <a:pathLst>
                <a:path extrusionOk="0" h="69334" w="13953">
                  <a:moveTo>
                    <a:pt x="366" y="1"/>
                  </a:moveTo>
                  <a:lnTo>
                    <a:pt x="1" y="62"/>
                  </a:lnTo>
                  <a:lnTo>
                    <a:pt x="13588" y="69333"/>
                  </a:lnTo>
                  <a:lnTo>
                    <a:pt x="13952" y="69272"/>
                  </a:lnTo>
                  <a:lnTo>
                    <a:pt x="36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6950250" y="4458925"/>
              <a:ext cx="36500" cy="103900"/>
            </a:xfrm>
            <a:custGeom>
              <a:rect b="b" l="l" r="r" t="t"/>
              <a:pathLst>
                <a:path extrusionOk="0" h="4156" w="1460">
                  <a:moveTo>
                    <a:pt x="399" y="1"/>
                  </a:moveTo>
                  <a:cubicBezTo>
                    <a:pt x="368" y="1"/>
                    <a:pt x="336" y="6"/>
                    <a:pt x="304" y="16"/>
                  </a:cubicBezTo>
                  <a:cubicBezTo>
                    <a:pt x="91" y="47"/>
                    <a:pt x="0" y="229"/>
                    <a:pt x="31" y="442"/>
                  </a:cubicBezTo>
                  <a:lnTo>
                    <a:pt x="699" y="3877"/>
                  </a:lnTo>
                  <a:cubicBezTo>
                    <a:pt x="753" y="4063"/>
                    <a:pt x="899" y="4156"/>
                    <a:pt x="1057" y="4156"/>
                  </a:cubicBezTo>
                  <a:cubicBezTo>
                    <a:pt x="1079" y="4156"/>
                    <a:pt x="1102" y="4154"/>
                    <a:pt x="1125" y="4150"/>
                  </a:cubicBezTo>
                  <a:cubicBezTo>
                    <a:pt x="1307" y="4120"/>
                    <a:pt x="1459" y="3937"/>
                    <a:pt x="1398" y="3725"/>
                  </a:cubicBezTo>
                  <a:lnTo>
                    <a:pt x="699" y="290"/>
                  </a:lnTo>
                  <a:cubicBezTo>
                    <a:pt x="674" y="114"/>
                    <a:pt x="546" y="1"/>
                    <a:pt x="399"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6852975" y="4352775"/>
              <a:ext cx="171000" cy="176475"/>
            </a:xfrm>
            <a:custGeom>
              <a:rect b="b" l="l" r="r" t="t"/>
              <a:pathLst>
                <a:path extrusionOk="0" h="7059" w="6840">
                  <a:moveTo>
                    <a:pt x="6325" y="0"/>
                  </a:moveTo>
                  <a:cubicBezTo>
                    <a:pt x="6005" y="0"/>
                    <a:pt x="5660" y="212"/>
                    <a:pt x="5289" y="524"/>
                  </a:cubicBezTo>
                  <a:cubicBezTo>
                    <a:pt x="4893" y="395"/>
                    <a:pt x="4503" y="333"/>
                    <a:pt x="4118" y="333"/>
                  </a:cubicBezTo>
                  <a:cubicBezTo>
                    <a:pt x="3232" y="333"/>
                    <a:pt x="2377" y="660"/>
                    <a:pt x="1551" y="1253"/>
                  </a:cubicBezTo>
                  <a:cubicBezTo>
                    <a:pt x="1332" y="1204"/>
                    <a:pt x="1127" y="1177"/>
                    <a:pt x="938" y="1177"/>
                  </a:cubicBezTo>
                  <a:cubicBezTo>
                    <a:pt x="547" y="1177"/>
                    <a:pt x="226" y="1291"/>
                    <a:pt x="1" y="1557"/>
                  </a:cubicBezTo>
                  <a:lnTo>
                    <a:pt x="4378" y="7059"/>
                  </a:lnTo>
                  <a:lnTo>
                    <a:pt x="5137" y="6907"/>
                  </a:lnTo>
                  <a:lnTo>
                    <a:pt x="6840" y="220"/>
                  </a:lnTo>
                  <a:cubicBezTo>
                    <a:pt x="6676" y="67"/>
                    <a:pt x="6504" y="0"/>
                    <a:pt x="63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6472275" y="2445175"/>
              <a:ext cx="223425" cy="242875"/>
            </a:xfrm>
            <a:custGeom>
              <a:rect b="b" l="l" r="r" t="t"/>
              <a:pathLst>
                <a:path extrusionOk="0" h="9715" w="8937">
                  <a:moveTo>
                    <a:pt x="6679" y="0"/>
                  </a:moveTo>
                  <a:cubicBezTo>
                    <a:pt x="6631" y="0"/>
                    <a:pt x="6583" y="6"/>
                    <a:pt x="6535" y="18"/>
                  </a:cubicBezTo>
                  <a:lnTo>
                    <a:pt x="639" y="1143"/>
                  </a:lnTo>
                  <a:cubicBezTo>
                    <a:pt x="274" y="1234"/>
                    <a:pt x="0" y="1599"/>
                    <a:pt x="61" y="1994"/>
                  </a:cubicBezTo>
                  <a:lnTo>
                    <a:pt x="1581" y="9714"/>
                  </a:lnTo>
                  <a:lnTo>
                    <a:pt x="8937" y="8255"/>
                  </a:lnTo>
                  <a:lnTo>
                    <a:pt x="7356" y="596"/>
                  </a:lnTo>
                  <a:cubicBezTo>
                    <a:pt x="7303" y="252"/>
                    <a:pt x="6998" y="0"/>
                    <a:pt x="6679"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1">
    <p:spTree>
      <p:nvGrpSpPr>
        <p:cNvPr id="413" name="Shape 413"/>
        <p:cNvGrpSpPr/>
        <p:nvPr/>
      </p:nvGrpSpPr>
      <p:grpSpPr>
        <a:xfrm>
          <a:off x="0" y="0"/>
          <a:ext cx="0" cy="0"/>
          <a:chOff x="0" y="0"/>
          <a:chExt cx="0" cy="0"/>
        </a:xfrm>
      </p:grpSpPr>
      <p:grpSp>
        <p:nvGrpSpPr>
          <p:cNvPr id="414" name="Google Shape;414;p18"/>
          <p:cNvGrpSpPr/>
          <p:nvPr/>
        </p:nvGrpSpPr>
        <p:grpSpPr>
          <a:xfrm>
            <a:off x="-244" y="24"/>
            <a:ext cx="9144155" cy="5165694"/>
            <a:chOff x="-244" y="24"/>
            <a:chExt cx="9144155" cy="5165694"/>
          </a:xfrm>
        </p:grpSpPr>
        <p:sp>
          <p:nvSpPr>
            <p:cNvPr id="415" name="Google Shape;415;p18"/>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8"/>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 name="Google Shape;417;p18"/>
          <p:cNvGrpSpPr/>
          <p:nvPr/>
        </p:nvGrpSpPr>
        <p:grpSpPr>
          <a:xfrm>
            <a:off x="303630" y="306525"/>
            <a:ext cx="8536741" cy="4552701"/>
            <a:chOff x="2434200" y="841500"/>
            <a:chExt cx="4622450" cy="3053250"/>
          </a:xfrm>
        </p:grpSpPr>
        <p:sp>
          <p:nvSpPr>
            <p:cNvPr id="418" name="Google Shape;418;p18"/>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8"/>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0" name="Google Shape;420;p18"/>
          <p:cNvSpPr txBox="1"/>
          <p:nvPr>
            <p:ph type="title"/>
          </p:nvPr>
        </p:nvSpPr>
        <p:spPr>
          <a:xfrm>
            <a:off x="6019500" y="1552050"/>
            <a:ext cx="2404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21" name="Google Shape;421;p18"/>
          <p:cNvSpPr txBox="1"/>
          <p:nvPr>
            <p:ph idx="2" type="title"/>
          </p:nvPr>
        </p:nvSpPr>
        <p:spPr>
          <a:xfrm>
            <a:off x="3369748" y="1552050"/>
            <a:ext cx="2404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22" name="Google Shape;422;p18"/>
          <p:cNvSpPr txBox="1"/>
          <p:nvPr>
            <p:ph idx="1" type="subTitle"/>
          </p:nvPr>
        </p:nvSpPr>
        <p:spPr>
          <a:xfrm>
            <a:off x="720001" y="1838963"/>
            <a:ext cx="24045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23" name="Google Shape;423;p18"/>
          <p:cNvSpPr txBox="1"/>
          <p:nvPr>
            <p:ph idx="3" type="subTitle"/>
          </p:nvPr>
        </p:nvSpPr>
        <p:spPr>
          <a:xfrm>
            <a:off x="3369741" y="1838963"/>
            <a:ext cx="24045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24" name="Google Shape;424;p18"/>
          <p:cNvSpPr txBox="1"/>
          <p:nvPr>
            <p:ph idx="4" type="title"/>
          </p:nvPr>
        </p:nvSpPr>
        <p:spPr>
          <a:xfrm>
            <a:off x="720001" y="1552050"/>
            <a:ext cx="2404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25" name="Google Shape;425;p18"/>
          <p:cNvSpPr txBox="1"/>
          <p:nvPr>
            <p:ph idx="5" type="subTitle"/>
          </p:nvPr>
        </p:nvSpPr>
        <p:spPr>
          <a:xfrm>
            <a:off x="6019500" y="1838963"/>
            <a:ext cx="24045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26" name="Google Shape;426;p18"/>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27" name="Google Shape;4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428" name="Shape 428"/>
        <p:cNvGrpSpPr/>
        <p:nvPr/>
      </p:nvGrpSpPr>
      <p:grpSpPr>
        <a:xfrm>
          <a:off x="0" y="0"/>
          <a:ext cx="0" cy="0"/>
          <a:chOff x="0" y="0"/>
          <a:chExt cx="0" cy="0"/>
        </a:xfrm>
      </p:grpSpPr>
      <p:grpSp>
        <p:nvGrpSpPr>
          <p:cNvPr id="429" name="Google Shape;429;p19"/>
          <p:cNvGrpSpPr/>
          <p:nvPr/>
        </p:nvGrpSpPr>
        <p:grpSpPr>
          <a:xfrm>
            <a:off x="-244" y="24"/>
            <a:ext cx="9144155" cy="5165694"/>
            <a:chOff x="-244" y="24"/>
            <a:chExt cx="9144155" cy="5165694"/>
          </a:xfrm>
        </p:grpSpPr>
        <p:sp>
          <p:nvSpPr>
            <p:cNvPr id="430" name="Google Shape;430;p19"/>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 name="Google Shape;432;p19"/>
          <p:cNvGrpSpPr/>
          <p:nvPr/>
        </p:nvGrpSpPr>
        <p:grpSpPr>
          <a:xfrm>
            <a:off x="303630" y="306525"/>
            <a:ext cx="8536741" cy="4552701"/>
            <a:chOff x="2434200" y="841500"/>
            <a:chExt cx="4622450" cy="3053250"/>
          </a:xfrm>
        </p:grpSpPr>
        <p:sp>
          <p:nvSpPr>
            <p:cNvPr id="433" name="Google Shape;433;p19"/>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 name="Google Shape;435;p19"/>
          <p:cNvSpPr txBox="1"/>
          <p:nvPr>
            <p:ph type="title"/>
          </p:nvPr>
        </p:nvSpPr>
        <p:spPr>
          <a:xfrm>
            <a:off x="1682413" y="1695975"/>
            <a:ext cx="2878500" cy="3936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36" name="Google Shape;436;p19"/>
          <p:cNvSpPr txBox="1"/>
          <p:nvPr>
            <p:ph idx="2" type="title"/>
          </p:nvPr>
        </p:nvSpPr>
        <p:spPr>
          <a:xfrm>
            <a:off x="5577844" y="1695975"/>
            <a:ext cx="2878500" cy="3936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37" name="Google Shape;437;p19"/>
          <p:cNvSpPr txBox="1"/>
          <p:nvPr>
            <p:ph idx="1" type="subTitle"/>
          </p:nvPr>
        </p:nvSpPr>
        <p:spPr>
          <a:xfrm>
            <a:off x="1682406" y="2035200"/>
            <a:ext cx="2878500" cy="5727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38" name="Google Shape;438;p19"/>
          <p:cNvSpPr txBox="1"/>
          <p:nvPr>
            <p:ph idx="3" type="subTitle"/>
          </p:nvPr>
        </p:nvSpPr>
        <p:spPr>
          <a:xfrm>
            <a:off x="5577837" y="2035200"/>
            <a:ext cx="2878500" cy="5727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39" name="Google Shape;439;p19"/>
          <p:cNvSpPr txBox="1"/>
          <p:nvPr>
            <p:ph idx="4" type="title"/>
          </p:nvPr>
        </p:nvSpPr>
        <p:spPr>
          <a:xfrm>
            <a:off x="1682413" y="3220475"/>
            <a:ext cx="2878500" cy="3936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40" name="Google Shape;440;p19"/>
          <p:cNvSpPr txBox="1"/>
          <p:nvPr>
            <p:ph idx="5" type="title"/>
          </p:nvPr>
        </p:nvSpPr>
        <p:spPr>
          <a:xfrm>
            <a:off x="5577844" y="3220475"/>
            <a:ext cx="2878500" cy="3936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41" name="Google Shape;441;p19"/>
          <p:cNvSpPr txBox="1"/>
          <p:nvPr>
            <p:ph idx="6" type="subTitle"/>
          </p:nvPr>
        </p:nvSpPr>
        <p:spPr>
          <a:xfrm>
            <a:off x="1682406" y="3559700"/>
            <a:ext cx="2878500" cy="5727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42" name="Google Shape;442;p19"/>
          <p:cNvSpPr txBox="1"/>
          <p:nvPr>
            <p:ph idx="7" type="subTitle"/>
          </p:nvPr>
        </p:nvSpPr>
        <p:spPr>
          <a:xfrm>
            <a:off x="5577837" y="3559700"/>
            <a:ext cx="2878500" cy="5727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43" name="Google Shape;443;p19"/>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44" name="Google Shape;444;p19"/>
          <p:cNvGrpSpPr/>
          <p:nvPr/>
        </p:nvGrpSpPr>
        <p:grpSpPr>
          <a:xfrm rot="2179334">
            <a:off x="7899506" y="154049"/>
            <a:ext cx="1298504" cy="1281906"/>
            <a:chOff x="5877275" y="2495575"/>
            <a:chExt cx="743200" cy="733700"/>
          </a:xfrm>
        </p:grpSpPr>
        <p:sp>
          <p:nvSpPr>
            <p:cNvPr id="445" name="Google Shape;445;p19"/>
            <p:cNvSpPr/>
            <p:nvPr/>
          </p:nvSpPr>
          <p:spPr>
            <a:xfrm>
              <a:off x="5877275" y="2495575"/>
              <a:ext cx="743200" cy="733700"/>
            </a:xfrm>
            <a:custGeom>
              <a:rect b="b" l="l" r="r" t="t"/>
              <a:pathLst>
                <a:path extrusionOk="0" h="29348" w="29728">
                  <a:moveTo>
                    <a:pt x="12736" y="1"/>
                  </a:moveTo>
                  <a:cubicBezTo>
                    <a:pt x="12364" y="1"/>
                    <a:pt x="11992" y="145"/>
                    <a:pt x="11703" y="434"/>
                  </a:cubicBezTo>
                  <a:lnTo>
                    <a:pt x="578" y="11711"/>
                  </a:lnTo>
                  <a:cubicBezTo>
                    <a:pt x="1" y="12288"/>
                    <a:pt x="1" y="13200"/>
                    <a:pt x="578" y="13777"/>
                  </a:cubicBezTo>
                  <a:lnTo>
                    <a:pt x="15928" y="28914"/>
                  </a:lnTo>
                  <a:cubicBezTo>
                    <a:pt x="16217" y="29203"/>
                    <a:pt x="16589" y="29348"/>
                    <a:pt x="16961" y="29348"/>
                  </a:cubicBezTo>
                  <a:cubicBezTo>
                    <a:pt x="17334" y="29348"/>
                    <a:pt x="17706" y="29203"/>
                    <a:pt x="17995" y="28914"/>
                  </a:cubicBezTo>
                  <a:lnTo>
                    <a:pt x="29150" y="17638"/>
                  </a:lnTo>
                  <a:cubicBezTo>
                    <a:pt x="29728" y="17060"/>
                    <a:pt x="29697" y="16148"/>
                    <a:pt x="29120" y="15601"/>
                  </a:cubicBezTo>
                  <a:lnTo>
                    <a:pt x="13770" y="434"/>
                  </a:lnTo>
                  <a:cubicBezTo>
                    <a:pt x="13481" y="145"/>
                    <a:pt x="13109" y="1"/>
                    <a:pt x="127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5919075" y="2533000"/>
              <a:ext cx="659600" cy="658850"/>
            </a:xfrm>
            <a:custGeom>
              <a:rect b="b" l="l" r="r" t="t"/>
              <a:pathLst>
                <a:path extrusionOk="0" h="26354" w="26384">
                  <a:moveTo>
                    <a:pt x="11368" y="1"/>
                  </a:moveTo>
                  <a:lnTo>
                    <a:pt x="0" y="11521"/>
                  </a:lnTo>
                  <a:lnTo>
                    <a:pt x="15016" y="26354"/>
                  </a:lnTo>
                  <a:lnTo>
                    <a:pt x="26384" y="14834"/>
                  </a:lnTo>
                  <a:lnTo>
                    <a:pt x="1136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5945675" y="2562925"/>
              <a:ext cx="207475" cy="204725"/>
            </a:xfrm>
            <a:custGeom>
              <a:rect b="b" l="l" r="r" t="t"/>
              <a:pathLst>
                <a:path extrusionOk="0" h="8189" w="8299">
                  <a:moveTo>
                    <a:pt x="6373" y="0"/>
                  </a:moveTo>
                  <a:cubicBezTo>
                    <a:pt x="6199" y="0"/>
                    <a:pt x="6030" y="69"/>
                    <a:pt x="5897" y="202"/>
                  </a:cubicBezTo>
                  <a:lnTo>
                    <a:pt x="5411" y="688"/>
                  </a:lnTo>
                  <a:cubicBezTo>
                    <a:pt x="5149" y="481"/>
                    <a:pt x="4825" y="381"/>
                    <a:pt x="4500" y="381"/>
                  </a:cubicBezTo>
                  <a:cubicBezTo>
                    <a:pt x="4109" y="381"/>
                    <a:pt x="3717" y="527"/>
                    <a:pt x="3435" y="810"/>
                  </a:cubicBezTo>
                  <a:lnTo>
                    <a:pt x="851" y="3424"/>
                  </a:lnTo>
                  <a:cubicBezTo>
                    <a:pt x="304" y="3971"/>
                    <a:pt x="274" y="4852"/>
                    <a:pt x="760" y="5399"/>
                  </a:cubicBezTo>
                  <a:lnTo>
                    <a:pt x="274" y="5916"/>
                  </a:lnTo>
                  <a:cubicBezTo>
                    <a:pt x="0" y="6159"/>
                    <a:pt x="0" y="6615"/>
                    <a:pt x="274" y="6889"/>
                  </a:cubicBezTo>
                  <a:lnTo>
                    <a:pt x="1429" y="7983"/>
                  </a:lnTo>
                  <a:cubicBezTo>
                    <a:pt x="1550" y="8120"/>
                    <a:pt x="1725" y="8188"/>
                    <a:pt x="1904" y="8188"/>
                  </a:cubicBezTo>
                  <a:cubicBezTo>
                    <a:pt x="2082" y="8188"/>
                    <a:pt x="2265" y="8120"/>
                    <a:pt x="2401" y="7983"/>
                  </a:cubicBezTo>
                  <a:lnTo>
                    <a:pt x="8025" y="2329"/>
                  </a:lnTo>
                  <a:cubicBezTo>
                    <a:pt x="8298" y="2056"/>
                    <a:pt x="8298" y="1600"/>
                    <a:pt x="8025" y="1357"/>
                  </a:cubicBezTo>
                  <a:lnTo>
                    <a:pt x="6900" y="232"/>
                  </a:lnTo>
                  <a:cubicBezTo>
                    <a:pt x="6744" y="76"/>
                    <a:pt x="6556" y="0"/>
                    <a:pt x="6373"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a:off x="6188075" y="3019325"/>
              <a:ext cx="133750" cy="133000"/>
            </a:xfrm>
            <a:custGeom>
              <a:rect b="b" l="l" r="r" t="t"/>
              <a:pathLst>
                <a:path extrusionOk="0" h="5320" w="5350">
                  <a:moveTo>
                    <a:pt x="1277" y="1"/>
                  </a:moveTo>
                  <a:lnTo>
                    <a:pt x="0" y="1277"/>
                  </a:lnTo>
                  <a:lnTo>
                    <a:pt x="4104" y="5320"/>
                  </a:lnTo>
                  <a:lnTo>
                    <a:pt x="5350" y="4043"/>
                  </a:lnTo>
                  <a:lnTo>
                    <a:pt x="1277"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6282300" y="3026175"/>
              <a:ext cx="82100" cy="82100"/>
            </a:xfrm>
            <a:custGeom>
              <a:rect b="b" l="l" r="r" t="t"/>
              <a:pathLst>
                <a:path extrusionOk="0" h="3284" w="3284">
                  <a:moveTo>
                    <a:pt x="1277" y="0"/>
                  </a:moveTo>
                  <a:lnTo>
                    <a:pt x="0" y="1277"/>
                  </a:lnTo>
                  <a:lnTo>
                    <a:pt x="2037" y="3283"/>
                  </a:lnTo>
                  <a:lnTo>
                    <a:pt x="3283" y="2006"/>
                  </a:lnTo>
                  <a:lnTo>
                    <a:pt x="1277"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a:off x="6254950" y="2910675"/>
              <a:ext cx="153525" cy="152750"/>
            </a:xfrm>
            <a:custGeom>
              <a:rect b="b" l="l" r="r" t="t"/>
              <a:pathLst>
                <a:path extrusionOk="0" h="6110" w="6141">
                  <a:moveTo>
                    <a:pt x="1246" y="0"/>
                  </a:moveTo>
                  <a:lnTo>
                    <a:pt x="0" y="1277"/>
                  </a:lnTo>
                  <a:lnTo>
                    <a:pt x="4894" y="6110"/>
                  </a:lnTo>
                  <a:lnTo>
                    <a:pt x="6140" y="4833"/>
                  </a:lnTo>
                  <a:lnTo>
                    <a:pt x="1246"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6362075" y="2929675"/>
              <a:ext cx="89700" cy="90450"/>
            </a:xfrm>
            <a:custGeom>
              <a:rect b="b" l="l" r="r" t="t"/>
              <a:pathLst>
                <a:path extrusionOk="0" h="3618" w="3588">
                  <a:moveTo>
                    <a:pt x="1247" y="0"/>
                  </a:moveTo>
                  <a:lnTo>
                    <a:pt x="1" y="1277"/>
                  </a:lnTo>
                  <a:lnTo>
                    <a:pt x="2341" y="3617"/>
                  </a:lnTo>
                  <a:lnTo>
                    <a:pt x="3588" y="2341"/>
                  </a:lnTo>
                  <a:lnTo>
                    <a:pt x="1247"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6270900" y="2752600"/>
              <a:ext cx="224950" cy="222675"/>
            </a:xfrm>
            <a:custGeom>
              <a:rect b="b" l="l" r="r" t="t"/>
              <a:pathLst>
                <a:path extrusionOk="0" h="8907" w="8998">
                  <a:moveTo>
                    <a:pt x="1247" y="1"/>
                  </a:moveTo>
                  <a:lnTo>
                    <a:pt x="0" y="1278"/>
                  </a:lnTo>
                  <a:lnTo>
                    <a:pt x="7721" y="8907"/>
                  </a:lnTo>
                  <a:lnTo>
                    <a:pt x="8998" y="7661"/>
                  </a:lnTo>
                  <a:lnTo>
                    <a:pt x="1247"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6406150" y="2798975"/>
              <a:ext cx="133025" cy="133000"/>
            </a:xfrm>
            <a:custGeom>
              <a:rect b="b" l="l" r="r" t="t"/>
              <a:pathLst>
                <a:path extrusionOk="0" h="5320" w="5321">
                  <a:moveTo>
                    <a:pt x="1247" y="0"/>
                  </a:moveTo>
                  <a:lnTo>
                    <a:pt x="1" y="1277"/>
                  </a:lnTo>
                  <a:lnTo>
                    <a:pt x="4074" y="5319"/>
                  </a:lnTo>
                  <a:lnTo>
                    <a:pt x="5320" y="4043"/>
                  </a:lnTo>
                  <a:lnTo>
                    <a:pt x="1247"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5960875" y="2577075"/>
              <a:ext cx="123125" cy="124650"/>
            </a:xfrm>
            <a:custGeom>
              <a:rect b="b" l="l" r="r" t="t"/>
              <a:pathLst>
                <a:path extrusionOk="0" h="4986" w="4925">
                  <a:moveTo>
                    <a:pt x="4651" y="1"/>
                  </a:moveTo>
                  <a:lnTo>
                    <a:pt x="0" y="4712"/>
                  </a:lnTo>
                  <a:lnTo>
                    <a:pt x="274" y="4985"/>
                  </a:lnTo>
                  <a:lnTo>
                    <a:pt x="4924" y="274"/>
                  </a:lnTo>
                  <a:lnTo>
                    <a:pt x="4651"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6111325" y="2760625"/>
              <a:ext cx="70700" cy="90800"/>
            </a:xfrm>
            <a:custGeom>
              <a:rect b="b" l="l" r="r" t="t"/>
              <a:pathLst>
                <a:path extrusionOk="0" h="3632" w="2828">
                  <a:moveTo>
                    <a:pt x="312" y="1"/>
                  </a:moveTo>
                  <a:cubicBezTo>
                    <a:pt x="208" y="1"/>
                    <a:pt x="104" y="5"/>
                    <a:pt x="0" y="14"/>
                  </a:cubicBezTo>
                  <a:lnTo>
                    <a:pt x="304" y="3631"/>
                  </a:lnTo>
                  <a:lnTo>
                    <a:pt x="2827" y="1048"/>
                  </a:lnTo>
                  <a:cubicBezTo>
                    <a:pt x="2144" y="364"/>
                    <a:pt x="1239" y="1"/>
                    <a:pt x="312"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6018625" y="2760975"/>
              <a:ext cx="100325" cy="153525"/>
            </a:xfrm>
            <a:custGeom>
              <a:rect b="b" l="l" r="r" t="t"/>
              <a:pathLst>
                <a:path extrusionOk="0" h="6141" w="4013">
                  <a:moveTo>
                    <a:pt x="3708" y="0"/>
                  </a:moveTo>
                  <a:cubicBezTo>
                    <a:pt x="2857" y="61"/>
                    <a:pt x="2067" y="426"/>
                    <a:pt x="1429" y="1064"/>
                  </a:cubicBezTo>
                  <a:cubicBezTo>
                    <a:pt x="0" y="2462"/>
                    <a:pt x="0" y="4772"/>
                    <a:pt x="1459" y="6140"/>
                  </a:cubicBezTo>
                  <a:lnTo>
                    <a:pt x="4012" y="3557"/>
                  </a:lnTo>
                  <a:lnTo>
                    <a:pt x="3708"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6055100" y="2786800"/>
              <a:ext cx="163400" cy="154475"/>
            </a:xfrm>
            <a:custGeom>
              <a:rect b="b" l="l" r="r" t="t"/>
              <a:pathLst>
                <a:path extrusionOk="0" h="6179" w="6536">
                  <a:moveTo>
                    <a:pt x="5076" y="1"/>
                  </a:moveTo>
                  <a:lnTo>
                    <a:pt x="2553" y="2584"/>
                  </a:lnTo>
                  <a:lnTo>
                    <a:pt x="0" y="5138"/>
                  </a:lnTo>
                  <a:cubicBezTo>
                    <a:pt x="722" y="5829"/>
                    <a:pt x="1644" y="6179"/>
                    <a:pt x="2562" y="6179"/>
                  </a:cubicBezTo>
                  <a:cubicBezTo>
                    <a:pt x="3499" y="6179"/>
                    <a:pt x="4430" y="5814"/>
                    <a:pt x="5137" y="5077"/>
                  </a:cubicBezTo>
                  <a:cubicBezTo>
                    <a:pt x="6535" y="3679"/>
                    <a:pt x="6535" y="1338"/>
                    <a:pt x="5076"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6137925" y="2687250"/>
              <a:ext cx="32700" cy="32700"/>
            </a:xfrm>
            <a:custGeom>
              <a:rect b="b" l="l" r="r" t="t"/>
              <a:pathLst>
                <a:path extrusionOk="0" h="1308" w="1308">
                  <a:moveTo>
                    <a:pt x="639" y="1"/>
                  </a:moveTo>
                  <a:lnTo>
                    <a:pt x="0" y="639"/>
                  </a:lnTo>
                  <a:lnTo>
                    <a:pt x="669" y="1308"/>
                  </a:lnTo>
                  <a:lnTo>
                    <a:pt x="1307" y="639"/>
                  </a:lnTo>
                  <a:lnTo>
                    <a:pt x="639"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p:nvPr/>
          </p:nvSpPr>
          <p:spPr>
            <a:xfrm>
              <a:off x="6169825" y="2719175"/>
              <a:ext cx="31950" cy="31950"/>
            </a:xfrm>
            <a:custGeom>
              <a:rect b="b" l="l" r="r" t="t"/>
              <a:pathLst>
                <a:path extrusionOk="0" h="1278" w="1278">
                  <a:moveTo>
                    <a:pt x="639" y="1"/>
                  </a:moveTo>
                  <a:lnTo>
                    <a:pt x="1" y="639"/>
                  </a:lnTo>
                  <a:lnTo>
                    <a:pt x="639" y="1277"/>
                  </a:lnTo>
                  <a:lnTo>
                    <a:pt x="1277" y="639"/>
                  </a:lnTo>
                  <a:lnTo>
                    <a:pt x="639" y="1"/>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6201750" y="2750325"/>
              <a:ext cx="31950" cy="31950"/>
            </a:xfrm>
            <a:custGeom>
              <a:rect b="b" l="l" r="r" t="t"/>
              <a:pathLst>
                <a:path extrusionOk="0" h="1278" w="1278">
                  <a:moveTo>
                    <a:pt x="639" y="1"/>
                  </a:moveTo>
                  <a:lnTo>
                    <a:pt x="0" y="639"/>
                  </a:lnTo>
                  <a:lnTo>
                    <a:pt x="639" y="1277"/>
                  </a:lnTo>
                  <a:lnTo>
                    <a:pt x="1277" y="639"/>
                  </a:lnTo>
                  <a:lnTo>
                    <a:pt x="6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6172875" y="2605200"/>
              <a:ext cx="77525" cy="79050"/>
            </a:xfrm>
            <a:custGeom>
              <a:rect b="b" l="l" r="r" t="t"/>
              <a:pathLst>
                <a:path extrusionOk="0" h="3162" w="3101">
                  <a:moveTo>
                    <a:pt x="2858" y="0"/>
                  </a:moveTo>
                  <a:lnTo>
                    <a:pt x="0" y="2888"/>
                  </a:lnTo>
                  <a:lnTo>
                    <a:pt x="244" y="3161"/>
                  </a:lnTo>
                  <a:lnTo>
                    <a:pt x="3101" y="274"/>
                  </a:lnTo>
                  <a:lnTo>
                    <a:pt x="285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6203275" y="2637100"/>
              <a:ext cx="78300" cy="79050"/>
            </a:xfrm>
            <a:custGeom>
              <a:rect b="b" l="l" r="r" t="t"/>
              <a:pathLst>
                <a:path extrusionOk="0" h="3162" w="3132">
                  <a:moveTo>
                    <a:pt x="2857" y="1"/>
                  </a:moveTo>
                  <a:lnTo>
                    <a:pt x="0" y="2888"/>
                  </a:lnTo>
                  <a:lnTo>
                    <a:pt x="274" y="3162"/>
                  </a:lnTo>
                  <a:lnTo>
                    <a:pt x="3131" y="274"/>
                  </a:lnTo>
                  <a:lnTo>
                    <a:pt x="2857"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6235175" y="2668275"/>
              <a:ext cx="78300" cy="79050"/>
            </a:xfrm>
            <a:custGeom>
              <a:rect b="b" l="l" r="r" t="t"/>
              <a:pathLst>
                <a:path extrusionOk="0" h="3162" w="3132">
                  <a:moveTo>
                    <a:pt x="2888" y="0"/>
                  </a:moveTo>
                  <a:lnTo>
                    <a:pt x="1" y="2888"/>
                  </a:lnTo>
                  <a:lnTo>
                    <a:pt x="274" y="3161"/>
                  </a:lnTo>
                  <a:lnTo>
                    <a:pt x="3132" y="274"/>
                  </a:lnTo>
                  <a:lnTo>
                    <a:pt x="288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_1">
    <p:spTree>
      <p:nvGrpSpPr>
        <p:cNvPr id="464" name="Shape 464"/>
        <p:cNvGrpSpPr/>
        <p:nvPr/>
      </p:nvGrpSpPr>
      <p:grpSpPr>
        <a:xfrm>
          <a:off x="0" y="0"/>
          <a:ext cx="0" cy="0"/>
          <a:chOff x="0" y="0"/>
          <a:chExt cx="0" cy="0"/>
        </a:xfrm>
      </p:grpSpPr>
      <p:grpSp>
        <p:nvGrpSpPr>
          <p:cNvPr id="465" name="Google Shape;465;p20"/>
          <p:cNvGrpSpPr/>
          <p:nvPr/>
        </p:nvGrpSpPr>
        <p:grpSpPr>
          <a:xfrm>
            <a:off x="-244" y="24"/>
            <a:ext cx="9144155" cy="5165694"/>
            <a:chOff x="-244" y="24"/>
            <a:chExt cx="9144155" cy="5165694"/>
          </a:xfrm>
        </p:grpSpPr>
        <p:sp>
          <p:nvSpPr>
            <p:cNvPr id="466" name="Google Shape;466;p20"/>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0"/>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 name="Google Shape;468;p20"/>
          <p:cNvGrpSpPr/>
          <p:nvPr/>
        </p:nvGrpSpPr>
        <p:grpSpPr>
          <a:xfrm>
            <a:off x="303630" y="306525"/>
            <a:ext cx="8536741" cy="4552701"/>
            <a:chOff x="2434200" y="841500"/>
            <a:chExt cx="4622450" cy="3053250"/>
          </a:xfrm>
        </p:grpSpPr>
        <p:sp>
          <p:nvSpPr>
            <p:cNvPr id="469" name="Google Shape;469;p20"/>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1" name="Google Shape;471;p20"/>
          <p:cNvSpPr txBox="1"/>
          <p:nvPr>
            <p:ph type="title"/>
          </p:nvPr>
        </p:nvSpPr>
        <p:spPr>
          <a:xfrm>
            <a:off x="720013" y="1716038"/>
            <a:ext cx="2878500" cy="393600"/>
          </a:xfrm>
          <a:prstGeom prst="rect">
            <a:avLst/>
          </a:prstGeom>
          <a:noFill/>
          <a:ln>
            <a:noFill/>
          </a:ln>
        </p:spPr>
        <p:txBody>
          <a:bodyPr anchorCtr="0" anchor="ctr" bIns="91425" lIns="91425" spcFirstLastPara="1" rIns="91425" wrap="square" tIns="91425">
            <a:noAutofit/>
          </a:bodyPr>
          <a:lstStyle>
            <a:lvl1pPr lvl="0" rtl="0" algn="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72" name="Google Shape;472;p20"/>
          <p:cNvSpPr txBox="1"/>
          <p:nvPr>
            <p:ph idx="2" type="title"/>
          </p:nvPr>
        </p:nvSpPr>
        <p:spPr>
          <a:xfrm>
            <a:off x="5552369" y="1716038"/>
            <a:ext cx="2878500" cy="3936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73" name="Google Shape;473;p20"/>
          <p:cNvSpPr txBox="1"/>
          <p:nvPr>
            <p:ph idx="1" type="subTitle"/>
          </p:nvPr>
        </p:nvSpPr>
        <p:spPr>
          <a:xfrm>
            <a:off x="720006" y="2049763"/>
            <a:ext cx="2878500" cy="572700"/>
          </a:xfrm>
          <a:prstGeom prst="rect">
            <a:avLst/>
          </a:prstGeom>
          <a:ln>
            <a:noFill/>
          </a:ln>
        </p:spPr>
        <p:txBody>
          <a:bodyPr anchorCtr="0" anchor="ctr" bIns="91425" lIns="91425" spcFirstLastPara="1" rIns="91425" wrap="square" tIns="91425">
            <a:noAutofit/>
          </a:bodyPr>
          <a:lstStyle>
            <a:lvl1pPr lvl="0" rtl="0" algn="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74" name="Google Shape;474;p20"/>
          <p:cNvSpPr txBox="1"/>
          <p:nvPr>
            <p:ph idx="3" type="subTitle"/>
          </p:nvPr>
        </p:nvSpPr>
        <p:spPr>
          <a:xfrm>
            <a:off x="5552362" y="2049763"/>
            <a:ext cx="2878500" cy="5727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75" name="Google Shape;475;p20"/>
          <p:cNvSpPr txBox="1"/>
          <p:nvPr>
            <p:ph idx="4" type="title"/>
          </p:nvPr>
        </p:nvSpPr>
        <p:spPr>
          <a:xfrm>
            <a:off x="720013" y="3226450"/>
            <a:ext cx="2878500" cy="393600"/>
          </a:xfrm>
          <a:prstGeom prst="rect">
            <a:avLst/>
          </a:prstGeom>
          <a:noFill/>
          <a:ln>
            <a:noFill/>
          </a:ln>
        </p:spPr>
        <p:txBody>
          <a:bodyPr anchorCtr="0" anchor="ctr" bIns="91425" lIns="91425" spcFirstLastPara="1" rIns="91425" wrap="square" tIns="91425">
            <a:noAutofit/>
          </a:bodyPr>
          <a:lstStyle>
            <a:lvl1pPr lvl="0" rtl="0" algn="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76" name="Google Shape;476;p20"/>
          <p:cNvSpPr txBox="1"/>
          <p:nvPr>
            <p:ph idx="5" type="title"/>
          </p:nvPr>
        </p:nvSpPr>
        <p:spPr>
          <a:xfrm>
            <a:off x="5552369" y="3226450"/>
            <a:ext cx="2878500" cy="3936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77" name="Google Shape;477;p20"/>
          <p:cNvSpPr txBox="1"/>
          <p:nvPr>
            <p:ph idx="6" type="subTitle"/>
          </p:nvPr>
        </p:nvSpPr>
        <p:spPr>
          <a:xfrm>
            <a:off x="720006" y="3560175"/>
            <a:ext cx="2878500" cy="572700"/>
          </a:xfrm>
          <a:prstGeom prst="rect">
            <a:avLst/>
          </a:prstGeom>
          <a:ln>
            <a:noFill/>
          </a:ln>
        </p:spPr>
        <p:txBody>
          <a:bodyPr anchorCtr="0" anchor="ctr" bIns="91425" lIns="91425" spcFirstLastPara="1" rIns="91425" wrap="square" tIns="91425">
            <a:noAutofit/>
          </a:bodyPr>
          <a:lstStyle>
            <a:lvl1pPr lvl="0" rtl="0" algn="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78" name="Google Shape;478;p20"/>
          <p:cNvSpPr txBox="1"/>
          <p:nvPr>
            <p:ph idx="7" type="subTitle"/>
          </p:nvPr>
        </p:nvSpPr>
        <p:spPr>
          <a:xfrm>
            <a:off x="5552362" y="3560175"/>
            <a:ext cx="2878500" cy="5727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79" name="Google Shape;479;p20"/>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80" name="Google Shape;480;p20"/>
          <p:cNvGrpSpPr/>
          <p:nvPr/>
        </p:nvGrpSpPr>
        <p:grpSpPr>
          <a:xfrm>
            <a:off x="8028554" y="61618"/>
            <a:ext cx="1019011" cy="1150876"/>
            <a:chOff x="8028554" y="61618"/>
            <a:chExt cx="1019011" cy="1150876"/>
          </a:xfrm>
        </p:grpSpPr>
        <p:sp>
          <p:nvSpPr>
            <p:cNvPr id="481" name="Google Shape;481;p20"/>
            <p:cNvSpPr/>
            <p:nvPr/>
          </p:nvSpPr>
          <p:spPr>
            <a:xfrm>
              <a:off x="8188875" y="156450"/>
              <a:ext cx="605400" cy="6054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0"/>
            <p:cNvGrpSpPr/>
            <p:nvPr/>
          </p:nvGrpSpPr>
          <p:grpSpPr>
            <a:xfrm>
              <a:off x="8028554" y="61618"/>
              <a:ext cx="1019011" cy="1150876"/>
              <a:chOff x="3817200" y="2030450"/>
              <a:chExt cx="2497575" cy="2820775"/>
            </a:xfrm>
          </p:grpSpPr>
          <p:sp>
            <p:nvSpPr>
              <p:cNvPr id="483" name="Google Shape;483;p20"/>
              <p:cNvSpPr/>
              <p:nvPr/>
            </p:nvSpPr>
            <p:spPr>
              <a:xfrm>
                <a:off x="4818141" y="2446276"/>
                <a:ext cx="267820" cy="239269"/>
              </a:xfrm>
              <a:custGeom>
                <a:rect b="b" l="l" r="r" t="t"/>
                <a:pathLst>
                  <a:path extrusionOk="0" h="10186" w="11399">
                    <a:moveTo>
                      <a:pt x="10145" y="1"/>
                    </a:moveTo>
                    <a:cubicBezTo>
                      <a:pt x="9762" y="1"/>
                      <a:pt x="9390" y="190"/>
                      <a:pt x="9149" y="550"/>
                    </a:cubicBezTo>
                    <a:lnTo>
                      <a:pt x="5016" y="7268"/>
                    </a:lnTo>
                    <a:lnTo>
                      <a:pt x="2067" y="4502"/>
                    </a:lnTo>
                    <a:cubicBezTo>
                      <a:pt x="1847" y="4281"/>
                      <a:pt x="1562" y="4175"/>
                      <a:pt x="1279" y="4175"/>
                    </a:cubicBezTo>
                    <a:cubicBezTo>
                      <a:pt x="977" y="4175"/>
                      <a:pt x="676" y="4297"/>
                      <a:pt x="456" y="4532"/>
                    </a:cubicBezTo>
                    <a:cubicBezTo>
                      <a:pt x="0" y="4988"/>
                      <a:pt x="61" y="5718"/>
                      <a:pt x="517" y="6143"/>
                    </a:cubicBezTo>
                    <a:lnTo>
                      <a:pt x="4499" y="9882"/>
                    </a:lnTo>
                    <a:cubicBezTo>
                      <a:pt x="4712" y="10095"/>
                      <a:pt x="4985" y="10186"/>
                      <a:pt x="5289" y="10186"/>
                    </a:cubicBezTo>
                    <a:cubicBezTo>
                      <a:pt x="5319" y="10186"/>
                      <a:pt x="5411" y="10186"/>
                      <a:pt x="5411" y="10155"/>
                    </a:cubicBezTo>
                    <a:cubicBezTo>
                      <a:pt x="5745" y="10125"/>
                      <a:pt x="6049" y="9943"/>
                      <a:pt x="6231" y="9639"/>
                    </a:cubicBezTo>
                    <a:lnTo>
                      <a:pt x="11095" y="1736"/>
                    </a:lnTo>
                    <a:cubicBezTo>
                      <a:pt x="11399" y="1189"/>
                      <a:pt x="11247" y="520"/>
                      <a:pt x="10730" y="155"/>
                    </a:cubicBezTo>
                    <a:cubicBezTo>
                      <a:pt x="10543" y="52"/>
                      <a:pt x="10343" y="1"/>
                      <a:pt x="101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0"/>
              <p:cNvSpPr/>
              <p:nvPr/>
            </p:nvSpPr>
            <p:spPr>
              <a:xfrm>
                <a:off x="4818141" y="2842572"/>
                <a:ext cx="267820" cy="239269"/>
              </a:xfrm>
              <a:custGeom>
                <a:rect b="b" l="l" r="r" t="t"/>
                <a:pathLst>
                  <a:path extrusionOk="0" h="10186" w="11399">
                    <a:moveTo>
                      <a:pt x="10145" y="0"/>
                    </a:moveTo>
                    <a:cubicBezTo>
                      <a:pt x="9762" y="0"/>
                      <a:pt x="9390" y="189"/>
                      <a:pt x="9149" y="550"/>
                    </a:cubicBezTo>
                    <a:lnTo>
                      <a:pt x="5016" y="7267"/>
                    </a:lnTo>
                    <a:lnTo>
                      <a:pt x="2067" y="4501"/>
                    </a:lnTo>
                    <a:cubicBezTo>
                      <a:pt x="1847" y="4281"/>
                      <a:pt x="1562" y="4174"/>
                      <a:pt x="1279" y="4174"/>
                    </a:cubicBezTo>
                    <a:cubicBezTo>
                      <a:pt x="977" y="4174"/>
                      <a:pt x="676" y="4296"/>
                      <a:pt x="456" y="4532"/>
                    </a:cubicBezTo>
                    <a:cubicBezTo>
                      <a:pt x="0" y="4988"/>
                      <a:pt x="61" y="5717"/>
                      <a:pt x="517" y="6143"/>
                    </a:cubicBezTo>
                    <a:lnTo>
                      <a:pt x="4499" y="9881"/>
                    </a:lnTo>
                    <a:cubicBezTo>
                      <a:pt x="4712" y="10064"/>
                      <a:pt x="4985" y="10185"/>
                      <a:pt x="5289" y="10185"/>
                    </a:cubicBezTo>
                    <a:cubicBezTo>
                      <a:pt x="5319" y="10185"/>
                      <a:pt x="5411" y="10155"/>
                      <a:pt x="5411" y="10155"/>
                    </a:cubicBezTo>
                    <a:cubicBezTo>
                      <a:pt x="5745" y="10125"/>
                      <a:pt x="6049" y="9942"/>
                      <a:pt x="6231" y="9608"/>
                    </a:cubicBezTo>
                    <a:lnTo>
                      <a:pt x="11095" y="1735"/>
                    </a:lnTo>
                    <a:cubicBezTo>
                      <a:pt x="11399" y="1188"/>
                      <a:pt x="11247" y="520"/>
                      <a:pt x="10730" y="155"/>
                    </a:cubicBezTo>
                    <a:cubicBezTo>
                      <a:pt x="10543" y="51"/>
                      <a:pt x="10343" y="0"/>
                      <a:pt x="101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0"/>
              <p:cNvSpPr/>
              <p:nvPr/>
            </p:nvSpPr>
            <p:spPr>
              <a:xfrm>
                <a:off x="4819574" y="3238022"/>
                <a:ext cx="256401" cy="252236"/>
              </a:xfrm>
              <a:custGeom>
                <a:rect b="b" l="l" r="r" t="t"/>
                <a:pathLst>
                  <a:path extrusionOk="0" h="10738" w="10913">
                    <a:moveTo>
                      <a:pt x="9692" y="0"/>
                    </a:moveTo>
                    <a:cubicBezTo>
                      <a:pt x="9400" y="0"/>
                      <a:pt x="9104" y="114"/>
                      <a:pt x="8876" y="342"/>
                    </a:cubicBezTo>
                    <a:lnTo>
                      <a:pt x="456" y="8792"/>
                    </a:lnTo>
                    <a:cubicBezTo>
                      <a:pt x="0" y="9218"/>
                      <a:pt x="0" y="9917"/>
                      <a:pt x="456" y="10373"/>
                    </a:cubicBezTo>
                    <a:cubicBezTo>
                      <a:pt x="669" y="10616"/>
                      <a:pt x="942" y="10738"/>
                      <a:pt x="1246" y="10738"/>
                    </a:cubicBezTo>
                    <a:cubicBezTo>
                      <a:pt x="1550" y="10738"/>
                      <a:pt x="1824" y="10616"/>
                      <a:pt x="2037" y="10373"/>
                    </a:cubicBezTo>
                    <a:lnTo>
                      <a:pt x="10487" y="1953"/>
                    </a:lnTo>
                    <a:cubicBezTo>
                      <a:pt x="10912" y="1528"/>
                      <a:pt x="10912" y="798"/>
                      <a:pt x="10487" y="342"/>
                    </a:cubicBezTo>
                    <a:cubicBezTo>
                      <a:pt x="10274" y="114"/>
                      <a:pt x="9985" y="0"/>
                      <a:pt x="9692" y="0"/>
                    </a:cubicBezTo>
                    <a:close/>
                  </a:path>
                </a:pathLst>
              </a:custGeom>
              <a:solidFill>
                <a:srgbClr val="DF62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0"/>
              <p:cNvSpPr/>
              <p:nvPr/>
            </p:nvSpPr>
            <p:spPr>
              <a:xfrm>
                <a:off x="4819574" y="3238022"/>
                <a:ext cx="256401" cy="252236"/>
              </a:xfrm>
              <a:custGeom>
                <a:rect b="b" l="l" r="r" t="t"/>
                <a:pathLst>
                  <a:path extrusionOk="0" h="10738" w="10913">
                    <a:moveTo>
                      <a:pt x="1258" y="0"/>
                    </a:moveTo>
                    <a:cubicBezTo>
                      <a:pt x="973" y="0"/>
                      <a:pt x="684" y="114"/>
                      <a:pt x="456" y="342"/>
                    </a:cubicBezTo>
                    <a:cubicBezTo>
                      <a:pt x="0" y="768"/>
                      <a:pt x="0" y="1497"/>
                      <a:pt x="456" y="1953"/>
                    </a:cubicBezTo>
                    <a:lnTo>
                      <a:pt x="8876" y="10373"/>
                    </a:lnTo>
                    <a:cubicBezTo>
                      <a:pt x="9119" y="10616"/>
                      <a:pt x="9362" y="10738"/>
                      <a:pt x="9666" y="10738"/>
                    </a:cubicBezTo>
                    <a:cubicBezTo>
                      <a:pt x="9970" y="10738"/>
                      <a:pt x="10243" y="10616"/>
                      <a:pt x="10487" y="10373"/>
                    </a:cubicBezTo>
                    <a:cubicBezTo>
                      <a:pt x="10912" y="9978"/>
                      <a:pt x="10912" y="9248"/>
                      <a:pt x="10487" y="8792"/>
                    </a:cubicBezTo>
                    <a:lnTo>
                      <a:pt x="2037" y="342"/>
                    </a:lnTo>
                    <a:cubicBezTo>
                      <a:pt x="1824" y="114"/>
                      <a:pt x="1543" y="0"/>
                      <a:pt x="1258" y="0"/>
                    </a:cubicBezTo>
                    <a:close/>
                  </a:path>
                </a:pathLst>
              </a:custGeom>
              <a:solidFill>
                <a:srgbClr val="DF62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0"/>
              <p:cNvSpPr/>
              <p:nvPr/>
            </p:nvSpPr>
            <p:spPr>
              <a:xfrm>
                <a:off x="5194125" y="3514775"/>
                <a:ext cx="564625" cy="614775"/>
              </a:xfrm>
              <a:custGeom>
                <a:rect b="b" l="l" r="r" t="t"/>
                <a:pathLst>
                  <a:path extrusionOk="0" h="24591" w="22585">
                    <a:moveTo>
                      <a:pt x="10609" y="1"/>
                    </a:moveTo>
                    <a:lnTo>
                      <a:pt x="1" y="7387"/>
                    </a:lnTo>
                    <a:lnTo>
                      <a:pt x="12007" y="24591"/>
                    </a:lnTo>
                    <a:lnTo>
                      <a:pt x="22585" y="17205"/>
                    </a:lnTo>
                    <a:lnTo>
                      <a:pt x="1060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0"/>
              <p:cNvSpPr/>
              <p:nvPr/>
            </p:nvSpPr>
            <p:spPr>
              <a:xfrm>
                <a:off x="3817200" y="2030450"/>
                <a:ext cx="2101900" cy="1875625"/>
              </a:xfrm>
              <a:custGeom>
                <a:rect b="b" l="l" r="r" t="t"/>
                <a:pathLst>
                  <a:path extrusionOk="0" h="75025" w="84076">
                    <a:moveTo>
                      <a:pt x="47438" y="11022"/>
                    </a:moveTo>
                    <a:cubicBezTo>
                      <a:pt x="52330" y="11022"/>
                      <a:pt x="56954" y="12696"/>
                      <a:pt x="60883" y="15543"/>
                    </a:cubicBezTo>
                    <a:cubicBezTo>
                      <a:pt x="67966" y="20741"/>
                      <a:pt x="72616" y="29738"/>
                      <a:pt x="71674" y="38765"/>
                    </a:cubicBezTo>
                    <a:cubicBezTo>
                      <a:pt x="70671" y="47915"/>
                      <a:pt x="64318" y="55787"/>
                      <a:pt x="56871" y="60438"/>
                    </a:cubicBezTo>
                    <a:cubicBezTo>
                      <a:pt x="52966" y="62889"/>
                      <a:pt x="48624" y="64024"/>
                      <a:pt x="44297" y="64024"/>
                    </a:cubicBezTo>
                    <a:cubicBezTo>
                      <a:pt x="33602" y="64024"/>
                      <a:pt x="22994" y="57092"/>
                      <a:pt x="19272" y="45969"/>
                    </a:cubicBezTo>
                    <a:cubicBezTo>
                      <a:pt x="13253" y="28066"/>
                      <a:pt x="29606" y="11957"/>
                      <a:pt x="46445" y="11045"/>
                    </a:cubicBezTo>
                    <a:cubicBezTo>
                      <a:pt x="46777" y="11029"/>
                      <a:pt x="47108" y="11022"/>
                      <a:pt x="47438" y="11022"/>
                    </a:cubicBezTo>
                    <a:close/>
                    <a:moveTo>
                      <a:pt x="48507" y="1"/>
                    </a:moveTo>
                    <a:cubicBezTo>
                      <a:pt x="47994" y="1"/>
                      <a:pt x="47479" y="14"/>
                      <a:pt x="46962" y="42"/>
                    </a:cubicBezTo>
                    <a:cubicBezTo>
                      <a:pt x="23102" y="1318"/>
                      <a:pt x="1" y="24115"/>
                      <a:pt x="8512" y="49465"/>
                    </a:cubicBezTo>
                    <a:cubicBezTo>
                      <a:pt x="13813" y="65218"/>
                      <a:pt x="28820" y="75025"/>
                      <a:pt x="43969" y="75025"/>
                    </a:cubicBezTo>
                    <a:cubicBezTo>
                      <a:pt x="50099" y="75025"/>
                      <a:pt x="56252" y="73419"/>
                      <a:pt x="61795" y="69951"/>
                    </a:cubicBezTo>
                    <a:cubicBezTo>
                      <a:pt x="72343" y="63325"/>
                      <a:pt x="81340" y="52170"/>
                      <a:pt x="82707" y="39252"/>
                    </a:cubicBezTo>
                    <a:cubicBezTo>
                      <a:pt x="84075" y="26486"/>
                      <a:pt x="77540" y="13750"/>
                      <a:pt x="67418" y="6394"/>
                    </a:cubicBezTo>
                    <a:cubicBezTo>
                      <a:pt x="61931" y="2434"/>
                      <a:pt x="55390" y="1"/>
                      <a:pt x="485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0"/>
              <p:cNvSpPr/>
              <p:nvPr/>
            </p:nvSpPr>
            <p:spPr>
              <a:xfrm>
                <a:off x="5397775" y="3848350"/>
                <a:ext cx="917000" cy="1002875"/>
              </a:xfrm>
              <a:custGeom>
                <a:rect b="b" l="l" r="r" t="t"/>
                <a:pathLst>
                  <a:path extrusionOk="0" h="40115" w="36680">
                    <a:moveTo>
                      <a:pt x="12351" y="1"/>
                    </a:moveTo>
                    <a:cubicBezTo>
                      <a:pt x="12348" y="1"/>
                      <a:pt x="12345" y="1"/>
                      <a:pt x="12341" y="1"/>
                    </a:cubicBezTo>
                    <a:cubicBezTo>
                      <a:pt x="12007" y="32"/>
                      <a:pt x="12949" y="792"/>
                      <a:pt x="7387" y="4652"/>
                    </a:cubicBezTo>
                    <a:cubicBezTo>
                      <a:pt x="1794" y="8482"/>
                      <a:pt x="882" y="7722"/>
                      <a:pt x="639" y="7995"/>
                    </a:cubicBezTo>
                    <a:cubicBezTo>
                      <a:pt x="1" y="8786"/>
                      <a:pt x="15290" y="36506"/>
                      <a:pt x="19150" y="38300"/>
                    </a:cubicBezTo>
                    <a:cubicBezTo>
                      <a:pt x="20417" y="39560"/>
                      <a:pt x="22072" y="40114"/>
                      <a:pt x="23838" y="40114"/>
                    </a:cubicBezTo>
                    <a:cubicBezTo>
                      <a:pt x="29655" y="40114"/>
                      <a:pt x="36679" y="34101"/>
                      <a:pt x="35047" y="27479"/>
                    </a:cubicBezTo>
                    <a:cubicBezTo>
                      <a:pt x="33925" y="22992"/>
                      <a:pt x="13634" y="1"/>
                      <a:pt x="1235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0" name="Google Shape;490;p20"/>
          <p:cNvGrpSpPr/>
          <p:nvPr/>
        </p:nvGrpSpPr>
        <p:grpSpPr>
          <a:xfrm>
            <a:off x="55656" y="4344619"/>
            <a:ext cx="3083543" cy="726888"/>
            <a:chOff x="2558825" y="1578175"/>
            <a:chExt cx="4373200" cy="1030900"/>
          </a:xfrm>
        </p:grpSpPr>
        <p:sp>
          <p:nvSpPr>
            <p:cNvPr id="491" name="Google Shape;491;p20"/>
            <p:cNvSpPr/>
            <p:nvPr/>
          </p:nvSpPr>
          <p:spPr>
            <a:xfrm>
              <a:off x="2558825" y="1621900"/>
              <a:ext cx="4373200" cy="950650"/>
            </a:xfrm>
            <a:custGeom>
              <a:rect b="b" l="l" r="r" t="t"/>
              <a:pathLst>
                <a:path extrusionOk="0" h="38026" w="174928">
                  <a:moveTo>
                    <a:pt x="49849" y="0"/>
                  </a:moveTo>
                  <a:lnTo>
                    <a:pt x="38299" y="20791"/>
                  </a:lnTo>
                  <a:lnTo>
                    <a:pt x="25077" y="22432"/>
                  </a:lnTo>
                  <a:lnTo>
                    <a:pt x="17326" y="15168"/>
                  </a:lnTo>
                  <a:lnTo>
                    <a:pt x="0" y="20548"/>
                  </a:lnTo>
                  <a:lnTo>
                    <a:pt x="122" y="20943"/>
                  </a:lnTo>
                  <a:lnTo>
                    <a:pt x="17235" y="15563"/>
                  </a:lnTo>
                  <a:lnTo>
                    <a:pt x="24925" y="22797"/>
                  </a:lnTo>
                  <a:lnTo>
                    <a:pt x="38512" y="21125"/>
                  </a:lnTo>
                  <a:lnTo>
                    <a:pt x="50001" y="487"/>
                  </a:lnTo>
                  <a:lnTo>
                    <a:pt x="63679" y="7903"/>
                  </a:lnTo>
                  <a:lnTo>
                    <a:pt x="66567" y="24286"/>
                  </a:lnTo>
                  <a:lnTo>
                    <a:pt x="78178" y="21885"/>
                  </a:lnTo>
                  <a:lnTo>
                    <a:pt x="86172" y="13374"/>
                  </a:lnTo>
                  <a:lnTo>
                    <a:pt x="94410" y="38025"/>
                  </a:lnTo>
                  <a:lnTo>
                    <a:pt x="108817" y="32615"/>
                  </a:lnTo>
                  <a:lnTo>
                    <a:pt x="115200" y="21125"/>
                  </a:lnTo>
                  <a:lnTo>
                    <a:pt x="125170" y="23435"/>
                  </a:lnTo>
                  <a:lnTo>
                    <a:pt x="131492" y="33679"/>
                  </a:lnTo>
                  <a:lnTo>
                    <a:pt x="151827" y="30730"/>
                  </a:lnTo>
                  <a:lnTo>
                    <a:pt x="151888" y="30700"/>
                  </a:lnTo>
                  <a:lnTo>
                    <a:pt x="160703" y="18086"/>
                  </a:lnTo>
                  <a:lnTo>
                    <a:pt x="174837" y="20791"/>
                  </a:lnTo>
                  <a:lnTo>
                    <a:pt x="174928" y="20396"/>
                  </a:lnTo>
                  <a:lnTo>
                    <a:pt x="160551" y="17660"/>
                  </a:lnTo>
                  <a:lnTo>
                    <a:pt x="151675" y="30365"/>
                  </a:lnTo>
                  <a:lnTo>
                    <a:pt x="131675" y="33253"/>
                  </a:lnTo>
                  <a:lnTo>
                    <a:pt x="125444" y="23192"/>
                  </a:lnTo>
                  <a:lnTo>
                    <a:pt x="125413" y="23101"/>
                  </a:lnTo>
                  <a:lnTo>
                    <a:pt x="115018" y="20700"/>
                  </a:lnTo>
                  <a:lnTo>
                    <a:pt x="108544" y="32311"/>
                  </a:lnTo>
                  <a:lnTo>
                    <a:pt x="94653" y="37539"/>
                  </a:lnTo>
                  <a:lnTo>
                    <a:pt x="86324" y="12645"/>
                  </a:lnTo>
                  <a:lnTo>
                    <a:pt x="77996" y="21551"/>
                  </a:lnTo>
                  <a:lnTo>
                    <a:pt x="66901" y="23830"/>
                  </a:lnTo>
                  <a:lnTo>
                    <a:pt x="64014" y="7690"/>
                  </a:lnTo>
                  <a:lnTo>
                    <a:pt x="498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0"/>
            <p:cNvSpPr/>
            <p:nvPr/>
          </p:nvSpPr>
          <p:spPr>
            <a:xfrm>
              <a:off x="4096850" y="1765625"/>
              <a:ext cx="121600" cy="101800"/>
            </a:xfrm>
            <a:custGeom>
              <a:rect b="b" l="l" r="r" t="t"/>
              <a:pathLst>
                <a:path extrusionOk="0" h="4072" w="4864">
                  <a:moveTo>
                    <a:pt x="2466" y="0"/>
                  </a:moveTo>
                  <a:cubicBezTo>
                    <a:pt x="1545" y="0"/>
                    <a:pt x="645" y="453"/>
                    <a:pt x="365" y="1394"/>
                  </a:cubicBezTo>
                  <a:cubicBezTo>
                    <a:pt x="0" y="2640"/>
                    <a:pt x="912" y="3978"/>
                    <a:pt x="2219" y="4069"/>
                  </a:cubicBezTo>
                  <a:cubicBezTo>
                    <a:pt x="2260" y="4071"/>
                    <a:pt x="2300" y="4072"/>
                    <a:pt x="2341" y="4072"/>
                  </a:cubicBezTo>
                  <a:cubicBezTo>
                    <a:pt x="3035" y="4072"/>
                    <a:pt x="3768" y="3826"/>
                    <a:pt x="4256" y="3309"/>
                  </a:cubicBezTo>
                  <a:cubicBezTo>
                    <a:pt x="4742" y="2762"/>
                    <a:pt x="4864" y="1972"/>
                    <a:pt x="4590" y="1333"/>
                  </a:cubicBezTo>
                  <a:cubicBezTo>
                    <a:pt x="4438" y="938"/>
                    <a:pt x="4195" y="604"/>
                    <a:pt x="3830" y="361"/>
                  </a:cubicBezTo>
                  <a:cubicBezTo>
                    <a:pt x="3426" y="122"/>
                    <a:pt x="2943" y="0"/>
                    <a:pt x="2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0"/>
            <p:cNvSpPr/>
            <p:nvPr/>
          </p:nvSpPr>
          <p:spPr>
            <a:xfrm>
              <a:off x="4131800" y="1794800"/>
              <a:ext cx="53225" cy="44450"/>
            </a:xfrm>
            <a:custGeom>
              <a:rect b="b" l="l" r="r" t="t"/>
              <a:pathLst>
                <a:path extrusionOk="0" h="1778" w="2129">
                  <a:moveTo>
                    <a:pt x="1035" y="0"/>
                  </a:moveTo>
                  <a:cubicBezTo>
                    <a:pt x="640" y="0"/>
                    <a:pt x="270" y="191"/>
                    <a:pt x="153" y="622"/>
                  </a:cubicBezTo>
                  <a:cubicBezTo>
                    <a:pt x="1" y="1170"/>
                    <a:pt x="365" y="1747"/>
                    <a:pt x="943" y="1777"/>
                  </a:cubicBezTo>
                  <a:cubicBezTo>
                    <a:pt x="1247" y="1777"/>
                    <a:pt x="1642" y="1717"/>
                    <a:pt x="1824" y="1443"/>
                  </a:cubicBezTo>
                  <a:cubicBezTo>
                    <a:pt x="2098" y="1230"/>
                    <a:pt x="2128" y="835"/>
                    <a:pt x="2007" y="562"/>
                  </a:cubicBezTo>
                  <a:cubicBezTo>
                    <a:pt x="1946" y="410"/>
                    <a:pt x="1824" y="258"/>
                    <a:pt x="1672" y="166"/>
                  </a:cubicBezTo>
                  <a:cubicBezTo>
                    <a:pt x="1478" y="58"/>
                    <a:pt x="1253" y="0"/>
                    <a:pt x="1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0"/>
            <p:cNvSpPr/>
            <p:nvPr/>
          </p:nvSpPr>
          <p:spPr>
            <a:xfrm>
              <a:off x="3741975" y="1578175"/>
              <a:ext cx="120850" cy="101725"/>
            </a:xfrm>
            <a:custGeom>
              <a:rect b="b" l="l" r="r" t="t"/>
              <a:pathLst>
                <a:path extrusionOk="0" h="4069" w="4834">
                  <a:moveTo>
                    <a:pt x="2477" y="0"/>
                  </a:moveTo>
                  <a:cubicBezTo>
                    <a:pt x="1564" y="0"/>
                    <a:pt x="674" y="461"/>
                    <a:pt x="396" y="1415"/>
                  </a:cubicBezTo>
                  <a:cubicBezTo>
                    <a:pt x="1" y="2661"/>
                    <a:pt x="912" y="3999"/>
                    <a:pt x="2250" y="4059"/>
                  </a:cubicBezTo>
                  <a:cubicBezTo>
                    <a:pt x="2322" y="4065"/>
                    <a:pt x="2396" y="4068"/>
                    <a:pt x="2469" y="4068"/>
                  </a:cubicBezTo>
                  <a:cubicBezTo>
                    <a:pt x="3134" y="4068"/>
                    <a:pt x="3818" y="3820"/>
                    <a:pt x="4256" y="3299"/>
                  </a:cubicBezTo>
                  <a:cubicBezTo>
                    <a:pt x="4712" y="2813"/>
                    <a:pt x="4834" y="2023"/>
                    <a:pt x="4621" y="1324"/>
                  </a:cubicBezTo>
                  <a:cubicBezTo>
                    <a:pt x="4469" y="959"/>
                    <a:pt x="4226" y="594"/>
                    <a:pt x="3861" y="381"/>
                  </a:cubicBezTo>
                  <a:cubicBezTo>
                    <a:pt x="3451" y="129"/>
                    <a:pt x="2961" y="0"/>
                    <a:pt x="24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0"/>
            <p:cNvSpPr/>
            <p:nvPr/>
          </p:nvSpPr>
          <p:spPr>
            <a:xfrm>
              <a:off x="3777700" y="1607275"/>
              <a:ext cx="53200" cy="45050"/>
            </a:xfrm>
            <a:custGeom>
              <a:rect b="b" l="l" r="r" t="t"/>
              <a:pathLst>
                <a:path extrusionOk="0" h="1802" w="2128">
                  <a:moveTo>
                    <a:pt x="1055" y="1"/>
                  </a:moveTo>
                  <a:cubicBezTo>
                    <a:pt x="653" y="1"/>
                    <a:pt x="272" y="197"/>
                    <a:pt x="152" y="616"/>
                  </a:cubicBezTo>
                  <a:cubicBezTo>
                    <a:pt x="0" y="1193"/>
                    <a:pt x="365" y="1771"/>
                    <a:pt x="942" y="1801"/>
                  </a:cubicBezTo>
                  <a:cubicBezTo>
                    <a:pt x="1246" y="1801"/>
                    <a:pt x="1611" y="1740"/>
                    <a:pt x="1824" y="1467"/>
                  </a:cubicBezTo>
                  <a:cubicBezTo>
                    <a:pt x="2067" y="1224"/>
                    <a:pt x="2128" y="889"/>
                    <a:pt x="2006" y="585"/>
                  </a:cubicBezTo>
                  <a:cubicBezTo>
                    <a:pt x="1915" y="433"/>
                    <a:pt x="1824" y="281"/>
                    <a:pt x="1672" y="160"/>
                  </a:cubicBezTo>
                  <a:cubicBezTo>
                    <a:pt x="1484" y="55"/>
                    <a:pt x="1266"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0"/>
            <p:cNvSpPr/>
            <p:nvPr/>
          </p:nvSpPr>
          <p:spPr>
            <a:xfrm>
              <a:off x="3464625" y="2089550"/>
              <a:ext cx="120850" cy="101600"/>
            </a:xfrm>
            <a:custGeom>
              <a:rect b="b" l="l" r="r" t="t"/>
              <a:pathLst>
                <a:path extrusionOk="0" h="4064" w="4834">
                  <a:moveTo>
                    <a:pt x="2470" y="0"/>
                  </a:moveTo>
                  <a:cubicBezTo>
                    <a:pt x="1559" y="0"/>
                    <a:pt x="673" y="454"/>
                    <a:pt x="395" y="1386"/>
                  </a:cubicBezTo>
                  <a:cubicBezTo>
                    <a:pt x="0" y="2662"/>
                    <a:pt x="912" y="3969"/>
                    <a:pt x="2249" y="4061"/>
                  </a:cubicBezTo>
                  <a:cubicBezTo>
                    <a:pt x="2294" y="4062"/>
                    <a:pt x="2339" y="4063"/>
                    <a:pt x="2385" y="4063"/>
                  </a:cubicBezTo>
                  <a:cubicBezTo>
                    <a:pt x="3075" y="4063"/>
                    <a:pt x="3799" y="3843"/>
                    <a:pt x="4256" y="3301"/>
                  </a:cubicBezTo>
                  <a:cubicBezTo>
                    <a:pt x="4772" y="2754"/>
                    <a:pt x="4833" y="1963"/>
                    <a:pt x="4620" y="1325"/>
                  </a:cubicBezTo>
                  <a:cubicBezTo>
                    <a:pt x="4468" y="930"/>
                    <a:pt x="4225" y="595"/>
                    <a:pt x="3860" y="383"/>
                  </a:cubicBezTo>
                  <a:cubicBezTo>
                    <a:pt x="3448" y="129"/>
                    <a:pt x="2955" y="0"/>
                    <a:pt x="24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0"/>
            <p:cNvSpPr/>
            <p:nvPr/>
          </p:nvSpPr>
          <p:spPr>
            <a:xfrm>
              <a:off x="3500325" y="2117750"/>
              <a:ext cx="53225" cy="44450"/>
            </a:xfrm>
            <a:custGeom>
              <a:rect b="b" l="l" r="r" t="t"/>
              <a:pathLst>
                <a:path extrusionOk="0" h="1778" w="2129">
                  <a:moveTo>
                    <a:pt x="1035" y="0"/>
                  </a:moveTo>
                  <a:cubicBezTo>
                    <a:pt x="640" y="0"/>
                    <a:pt x="270" y="192"/>
                    <a:pt x="153" y="623"/>
                  </a:cubicBezTo>
                  <a:cubicBezTo>
                    <a:pt x="1" y="1170"/>
                    <a:pt x="366" y="1747"/>
                    <a:pt x="943" y="1778"/>
                  </a:cubicBezTo>
                  <a:cubicBezTo>
                    <a:pt x="1247" y="1778"/>
                    <a:pt x="1612" y="1717"/>
                    <a:pt x="1825" y="1443"/>
                  </a:cubicBezTo>
                  <a:cubicBezTo>
                    <a:pt x="2068" y="1230"/>
                    <a:pt x="2128" y="866"/>
                    <a:pt x="2007" y="562"/>
                  </a:cubicBezTo>
                  <a:cubicBezTo>
                    <a:pt x="1916" y="410"/>
                    <a:pt x="1825" y="258"/>
                    <a:pt x="1673" y="167"/>
                  </a:cubicBezTo>
                  <a:cubicBezTo>
                    <a:pt x="1478" y="59"/>
                    <a:pt x="1253" y="0"/>
                    <a:pt x="1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0"/>
            <p:cNvSpPr/>
            <p:nvPr/>
          </p:nvSpPr>
          <p:spPr>
            <a:xfrm>
              <a:off x="3125700" y="2134175"/>
              <a:ext cx="120850" cy="101800"/>
            </a:xfrm>
            <a:custGeom>
              <a:rect b="b" l="l" r="r" t="t"/>
              <a:pathLst>
                <a:path extrusionOk="0" h="4072" w="4834">
                  <a:moveTo>
                    <a:pt x="2481" y="0"/>
                  </a:moveTo>
                  <a:cubicBezTo>
                    <a:pt x="1562" y="0"/>
                    <a:pt x="656" y="453"/>
                    <a:pt x="396" y="1394"/>
                  </a:cubicBezTo>
                  <a:cubicBezTo>
                    <a:pt x="1" y="2640"/>
                    <a:pt x="913" y="3978"/>
                    <a:pt x="2250" y="4069"/>
                  </a:cubicBezTo>
                  <a:cubicBezTo>
                    <a:pt x="2289" y="4071"/>
                    <a:pt x="2328" y="4071"/>
                    <a:pt x="2367" y="4071"/>
                  </a:cubicBezTo>
                  <a:cubicBezTo>
                    <a:pt x="3039" y="4071"/>
                    <a:pt x="3797" y="3826"/>
                    <a:pt x="4256" y="3309"/>
                  </a:cubicBezTo>
                  <a:cubicBezTo>
                    <a:pt x="4712" y="2762"/>
                    <a:pt x="4834" y="1972"/>
                    <a:pt x="4590" y="1333"/>
                  </a:cubicBezTo>
                  <a:cubicBezTo>
                    <a:pt x="4438" y="938"/>
                    <a:pt x="4226" y="604"/>
                    <a:pt x="3831" y="361"/>
                  </a:cubicBezTo>
                  <a:cubicBezTo>
                    <a:pt x="3436" y="122"/>
                    <a:pt x="2957" y="0"/>
                    <a:pt x="24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0"/>
            <p:cNvSpPr/>
            <p:nvPr/>
          </p:nvSpPr>
          <p:spPr>
            <a:xfrm>
              <a:off x="3160650" y="2163350"/>
              <a:ext cx="53225" cy="44450"/>
            </a:xfrm>
            <a:custGeom>
              <a:rect b="b" l="l" r="r" t="t"/>
              <a:pathLst>
                <a:path extrusionOk="0" h="1778" w="2129">
                  <a:moveTo>
                    <a:pt x="1056" y="0"/>
                  </a:moveTo>
                  <a:cubicBezTo>
                    <a:pt x="667" y="0"/>
                    <a:pt x="290" y="191"/>
                    <a:pt x="153" y="622"/>
                  </a:cubicBezTo>
                  <a:cubicBezTo>
                    <a:pt x="1" y="1169"/>
                    <a:pt x="396" y="1747"/>
                    <a:pt x="974" y="1777"/>
                  </a:cubicBezTo>
                  <a:cubicBezTo>
                    <a:pt x="1277" y="1777"/>
                    <a:pt x="1642" y="1716"/>
                    <a:pt x="1825" y="1443"/>
                  </a:cubicBezTo>
                  <a:cubicBezTo>
                    <a:pt x="2068" y="1230"/>
                    <a:pt x="2129" y="835"/>
                    <a:pt x="2037" y="561"/>
                  </a:cubicBezTo>
                  <a:cubicBezTo>
                    <a:pt x="1946" y="409"/>
                    <a:pt x="1825" y="258"/>
                    <a:pt x="1673" y="166"/>
                  </a:cubicBezTo>
                  <a:cubicBezTo>
                    <a:pt x="1489" y="58"/>
                    <a:pt x="1271" y="0"/>
                    <a:pt x="105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0"/>
            <p:cNvSpPr/>
            <p:nvPr/>
          </p:nvSpPr>
          <p:spPr>
            <a:xfrm>
              <a:off x="2926600" y="1967000"/>
              <a:ext cx="121625" cy="101800"/>
            </a:xfrm>
            <a:custGeom>
              <a:rect b="b" l="l" r="r" t="t"/>
              <a:pathLst>
                <a:path extrusionOk="0" h="4072" w="4865">
                  <a:moveTo>
                    <a:pt x="2466" y="0"/>
                  </a:moveTo>
                  <a:cubicBezTo>
                    <a:pt x="1546" y="0"/>
                    <a:pt x="646" y="453"/>
                    <a:pt x="366" y="1394"/>
                  </a:cubicBezTo>
                  <a:cubicBezTo>
                    <a:pt x="1" y="2640"/>
                    <a:pt x="882" y="3978"/>
                    <a:pt x="2220" y="4069"/>
                  </a:cubicBezTo>
                  <a:cubicBezTo>
                    <a:pt x="2260" y="4071"/>
                    <a:pt x="2301" y="4071"/>
                    <a:pt x="2342" y="4071"/>
                  </a:cubicBezTo>
                  <a:cubicBezTo>
                    <a:pt x="3036" y="4071"/>
                    <a:pt x="3768" y="3826"/>
                    <a:pt x="4256" y="3309"/>
                  </a:cubicBezTo>
                  <a:cubicBezTo>
                    <a:pt x="4743" y="2792"/>
                    <a:pt x="4864" y="2002"/>
                    <a:pt x="4591" y="1333"/>
                  </a:cubicBezTo>
                  <a:cubicBezTo>
                    <a:pt x="4439" y="938"/>
                    <a:pt x="4196" y="604"/>
                    <a:pt x="3831" y="361"/>
                  </a:cubicBezTo>
                  <a:cubicBezTo>
                    <a:pt x="3426" y="122"/>
                    <a:pt x="2943" y="0"/>
                    <a:pt x="2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0"/>
            <p:cNvSpPr/>
            <p:nvPr/>
          </p:nvSpPr>
          <p:spPr>
            <a:xfrm>
              <a:off x="2961575" y="1995800"/>
              <a:ext cx="53200" cy="44825"/>
            </a:xfrm>
            <a:custGeom>
              <a:rect b="b" l="l" r="r" t="t"/>
              <a:pathLst>
                <a:path extrusionOk="0" h="1793" w="2128">
                  <a:moveTo>
                    <a:pt x="1030" y="0"/>
                  </a:moveTo>
                  <a:cubicBezTo>
                    <a:pt x="637" y="0"/>
                    <a:pt x="269" y="197"/>
                    <a:pt x="152" y="607"/>
                  </a:cubicBezTo>
                  <a:cubicBezTo>
                    <a:pt x="0" y="1184"/>
                    <a:pt x="365" y="1762"/>
                    <a:pt x="942" y="1792"/>
                  </a:cubicBezTo>
                  <a:cubicBezTo>
                    <a:pt x="1246" y="1792"/>
                    <a:pt x="1642" y="1731"/>
                    <a:pt x="1824" y="1458"/>
                  </a:cubicBezTo>
                  <a:cubicBezTo>
                    <a:pt x="2098" y="1245"/>
                    <a:pt x="2128" y="850"/>
                    <a:pt x="2006" y="576"/>
                  </a:cubicBezTo>
                  <a:cubicBezTo>
                    <a:pt x="1946" y="424"/>
                    <a:pt x="1824" y="272"/>
                    <a:pt x="1672" y="181"/>
                  </a:cubicBezTo>
                  <a:cubicBezTo>
                    <a:pt x="1476" y="62"/>
                    <a:pt x="1249" y="0"/>
                    <a:pt x="10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0"/>
            <p:cNvSpPr/>
            <p:nvPr/>
          </p:nvSpPr>
          <p:spPr>
            <a:xfrm>
              <a:off x="4450950" y="2111375"/>
              <a:ext cx="120850" cy="101200"/>
            </a:xfrm>
            <a:custGeom>
              <a:rect b="b" l="l" r="r" t="t"/>
              <a:pathLst>
                <a:path extrusionOk="0" h="4048" w="4834">
                  <a:moveTo>
                    <a:pt x="2466" y="0"/>
                  </a:moveTo>
                  <a:cubicBezTo>
                    <a:pt x="1546" y="0"/>
                    <a:pt x="646" y="453"/>
                    <a:pt x="366" y="1394"/>
                  </a:cubicBezTo>
                  <a:cubicBezTo>
                    <a:pt x="1" y="2640"/>
                    <a:pt x="913" y="3978"/>
                    <a:pt x="2250" y="4039"/>
                  </a:cubicBezTo>
                  <a:cubicBezTo>
                    <a:pt x="2320" y="4045"/>
                    <a:pt x="2390" y="4048"/>
                    <a:pt x="2462" y="4048"/>
                  </a:cubicBezTo>
                  <a:cubicBezTo>
                    <a:pt x="3109" y="4048"/>
                    <a:pt x="3818" y="3799"/>
                    <a:pt x="4256" y="3279"/>
                  </a:cubicBezTo>
                  <a:cubicBezTo>
                    <a:pt x="4712" y="2792"/>
                    <a:pt x="4834" y="2002"/>
                    <a:pt x="4591" y="1333"/>
                  </a:cubicBezTo>
                  <a:cubicBezTo>
                    <a:pt x="4439" y="938"/>
                    <a:pt x="4226" y="604"/>
                    <a:pt x="3831" y="361"/>
                  </a:cubicBezTo>
                  <a:cubicBezTo>
                    <a:pt x="3426" y="122"/>
                    <a:pt x="2943" y="0"/>
                    <a:pt x="2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0"/>
            <p:cNvSpPr/>
            <p:nvPr/>
          </p:nvSpPr>
          <p:spPr>
            <a:xfrm>
              <a:off x="4485900" y="2140550"/>
              <a:ext cx="53225" cy="44450"/>
            </a:xfrm>
            <a:custGeom>
              <a:rect b="b" l="l" r="r" t="t"/>
              <a:pathLst>
                <a:path extrusionOk="0" h="1778" w="2129">
                  <a:moveTo>
                    <a:pt x="1049" y="0"/>
                  </a:moveTo>
                  <a:cubicBezTo>
                    <a:pt x="653" y="0"/>
                    <a:pt x="271" y="191"/>
                    <a:pt x="153" y="622"/>
                  </a:cubicBezTo>
                  <a:cubicBezTo>
                    <a:pt x="1" y="1170"/>
                    <a:pt x="396" y="1747"/>
                    <a:pt x="943" y="1777"/>
                  </a:cubicBezTo>
                  <a:cubicBezTo>
                    <a:pt x="1247" y="1777"/>
                    <a:pt x="1642" y="1717"/>
                    <a:pt x="1825" y="1443"/>
                  </a:cubicBezTo>
                  <a:cubicBezTo>
                    <a:pt x="2068" y="1230"/>
                    <a:pt x="2129" y="866"/>
                    <a:pt x="2007" y="562"/>
                  </a:cubicBezTo>
                  <a:cubicBezTo>
                    <a:pt x="1946" y="410"/>
                    <a:pt x="1825" y="258"/>
                    <a:pt x="1673" y="166"/>
                  </a:cubicBezTo>
                  <a:cubicBezTo>
                    <a:pt x="1489" y="58"/>
                    <a:pt x="1267" y="0"/>
                    <a:pt x="10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0"/>
            <p:cNvSpPr/>
            <p:nvPr/>
          </p:nvSpPr>
          <p:spPr>
            <a:xfrm>
              <a:off x="4640175" y="1900325"/>
              <a:ext cx="120075" cy="101600"/>
            </a:xfrm>
            <a:custGeom>
              <a:rect b="b" l="l" r="r" t="t"/>
              <a:pathLst>
                <a:path extrusionOk="0" h="4064" w="4803">
                  <a:moveTo>
                    <a:pt x="2440" y="1"/>
                  </a:moveTo>
                  <a:cubicBezTo>
                    <a:pt x="1528" y="1"/>
                    <a:pt x="643" y="454"/>
                    <a:pt x="365" y="1386"/>
                  </a:cubicBezTo>
                  <a:cubicBezTo>
                    <a:pt x="0" y="2663"/>
                    <a:pt x="882" y="4000"/>
                    <a:pt x="2219" y="4061"/>
                  </a:cubicBezTo>
                  <a:cubicBezTo>
                    <a:pt x="2264" y="4063"/>
                    <a:pt x="2309" y="4064"/>
                    <a:pt x="2355" y="4064"/>
                  </a:cubicBezTo>
                  <a:cubicBezTo>
                    <a:pt x="3045" y="4064"/>
                    <a:pt x="3771" y="3843"/>
                    <a:pt x="4256" y="3301"/>
                  </a:cubicBezTo>
                  <a:cubicBezTo>
                    <a:pt x="4712" y="2815"/>
                    <a:pt x="4803" y="2025"/>
                    <a:pt x="4590" y="1325"/>
                  </a:cubicBezTo>
                  <a:cubicBezTo>
                    <a:pt x="4438" y="961"/>
                    <a:pt x="4195" y="596"/>
                    <a:pt x="3830" y="383"/>
                  </a:cubicBezTo>
                  <a:cubicBezTo>
                    <a:pt x="3418" y="130"/>
                    <a:pt x="2925" y="1"/>
                    <a:pt x="24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0"/>
            <p:cNvSpPr/>
            <p:nvPr/>
          </p:nvSpPr>
          <p:spPr>
            <a:xfrm>
              <a:off x="4675125" y="1929475"/>
              <a:ext cx="53225" cy="45025"/>
            </a:xfrm>
            <a:custGeom>
              <a:rect b="b" l="l" r="r" t="t"/>
              <a:pathLst>
                <a:path extrusionOk="0" h="1801" w="2129">
                  <a:moveTo>
                    <a:pt x="1055" y="1"/>
                  </a:moveTo>
                  <a:cubicBezTo>
                    <a:pt x="653" y="1"/>
                    <a:pt x="272" y="197"/>
                    <a:pt x="152" y="615"/>
                  </a:cubicBezTo>
                  <a:cubicBezTo>
                    <a:pt x="1" y="1193"/>
                    <a:pt x="365" y="1740"/>
                    <a:pt x="943" y="1801"/>
                  </a:cubicBezTo>
                  <a:cubicBezTo>
                    <a:pt x="1247" y="1801"/>
                    <a:pt x="1642" y="1710"/>
                    <a:pt x="1824" y="1436"/>
                  </a:cubicBezTo>
                  <a:cubicBezTo>
                    <a:pt x="2098" y="1223"/>
                    <a:pt x="2128" y="889"/>
                    <a:pt x="2007" y="585"/>
                  </a:cubicBezTo>
                  <a:cubicBezTo>
                    <a:pt x="1946" y="433"/>
                    <a:pt x="1824" y="281"/>
                    <a:pt x="1672" y="159"/>
                  </a:cubicBezTo>
                  <a:cubicBezTo>
                    <a:pt x="1484" y="55"/>
                    <a:pt x="1267"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0"/>
            <p:cNvSpPr/>
            <p:nvPr/>
          </p:nvSpPr>
          <p:spPr>
            <a:xfrm>
              <a:off x="4860550" y="2507500"/>
              <a:ext cx="120075" cy="101575"/>
            </a:xfrm>
            <a:custGeom>
              <a:rect b="b" l="l" r="r" t="t"/>
              <a:pathLst>
                <a:path extrusionOk="0" h="4063" w="4803">
                  <a:moveTo>
                    <a:pt x="2439" y="0"/>
                  </a:moveTo>
                  <a:cubicBezTo>
                    <a:pt x="1528" y="0"/>
                    <a:pt x="642" y="453"/>
                    <a:pt x="365" y="1385"/>
                  </a:cubicBezTo>
                  <a:cubicBezTo>
                    <a:pt x="0" y="2662"/>
                    <a:pt x="882" y="3969"/>
                    <a:pt x="2219" y="4060"/>
                  </a:cubicBezTo>
                  <a:cubicBezTo>
                    <a:pt x="2264" y="4062"/>
                    <a:pt x="2309" y="4063"/>
                    <a:pt x="2354" y="4063"/>
                  </a:cubicBezTo>
                  <a:cubicBezTo>
                    <a:pt x="3045" y="4063"/>
                    <a:pt x="3769" y="3842"/>
                    <a:pt x="4225" y="3300"/>
                  </a:cubicBezTo>
                  <a:cubicBezTo>
                    <a:pt x="4711" y="2753"/>
                    <a:pt x="4803" y="1963"/>
                    <a:pt x="4590" y="1325"/>
                  </a:cubicBezTo>
                  <a:cubicBezTo>
                    <a:pt x="4438" y="929"/>
                    <a:pt x="4195" y="595"/>
                    <a:pt x="3830" y="382"/>
                  </a:cubicBezTo>
                  <a:cubicBezTo>
                    <a:pt x="3418" y="129"/>
                    <a:pt x="2925" y="0"/>
                    <a:pt x="243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0"/>
            <p:cNvSpPr/>
            <p:nvPr/>
          </p:nvSpPr>
          <p:spPr>
            <a:xfrm>
              <a:off x="4895500" y="2536625"/>
              <a:ext cx="52450" cy="45025"/>
            </a:xfrm>
            <a:custGeom>
              <a:rect b="b" l="l" r="r" t="t"/>
              <a:pathLst>
                <a:path extrusionOk="0" h="1801" w="2098">
                  <a:moveTo>
                    <a:pt x="1055" y="1"/>
                  </a:moveTo>
                  <a:cubicBezTo>
                    <a:pt x="653" y="1"/>
                    <a:pt x="272" y="197"/>
                    <a:pt x="152" y="615"/>
                  </a:cubicBezTo>
                  <a:cubicBezTo>
                    <a:pt x="0" y="1193"/>
                    <a:pt x="365" y="1740"/>
                    <a:pt x="943" y="1801"/>
                  </a:cubicBezTo>
                  <a:cubicBezTo>
                    <a:pt x="1246" y="1801"/>
                    <a:pt x="1642" y="1710"/>
                    <a:pt x="1824" y="1436"/>
                  </a:cubicBezTo>
                  <a:cubicBezTo>
                    <a:pt x="2037" y="1193"/>
                    <a:pt x="2098" y="828"/>
                    <a:pt x="2006" y="585"/>
                  </a:cubicBezTo>
                  <a:cubicBezTo>
                    <a:pt x="1946" y="433"/>
                    <a:pt x="1824" y="281"/>
                    <a:pt x="1672" y="160"/>
                  </a:cubicBezTo>
                  <a:cubicBezTo>
                    <a:pt x="1484" y="55"/>
                    <a:pt x="1266"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0"/>
            <p:cNvSpPr/>
            <p:nvPr/>
          </p:nvSpPr>
          <p:spPr>
            <a:xfrm>
              <a:off x="5207800" y="2384925"/>
              <a:ext cx="120850" cy="101800"/>
            </a:xfrm>
            <a:custGeom>
              <a:rect b="b" l="l" r="r" t="t"/>
              <a:pathLst>
                <a:path extrusionOk="0" h="4072" w="4834">
                  <a:moveTo>
                    <a:pt x="2466" y="1"/>
                  </a:moveTo>
                  <a:cubicBezTo>
                    <a:pt x="1546" y="1"/>
                    <a:pt x="646" y="454"/>
                    <a:pt x="366" y="1395"/>
                  </a:cubicBezTo>
                  <a:cubicBezTo>
                    <a:pt x="1" y="2641"/>
                    <a:pt x="913" y="3978"/>
                    <a:pt x="2250" y="4069"/>
                  </a:cubicBezTo>
                  <a:cubicBezTo>
                    <a:pt x="2289" y="4071"/>
                    <a:pt x="2328" y="4072"/>
                    <a:pt x="2367" y="4072"/>
                  </a:cubicBezTo>
                  <a:cubicBezTo>
                    <a:pt x="3039" y="4072"/>
                    <a:pt x="3797" y="3826"/>
                    <a:pt x="4256" y="3310"/>
                  </a:cubicBezTo>
                  <a:cubicBezTo>
                    <a:pt x="4743" y="2793"/>
                    <a:pt x="4834" y="2003"/>
                    <a:pt x="4591" y="1334"/>
                  </a:cubicBezTo>
                  <a:cubicBezTo>
                    <a:pt x="4439" y="939"/>
                    <a:pt x="4226" y="604"/>
                    <a:pt x="3831" y="361"/>
                  </a:cubicBezTo>
                  <a:cubicBezTo>
                    <a:pt x="3426" y="123"/>
                    <a:pt x="2943" y="1"/>
                    <a:pt x="246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0"/>
            <p:cNvSpPr/>
            <p:nvPr/>
          </p:nvSpPr>
          <p:spPr>
            <a:xfrm>
              <a:off x="5242775" y="2414100"/>
              <a:ext cx="53200" cy="44450"/>
            </a:xfrm>
            <a:custGeom>
              <a:rect b="b" l="l" r="r" t="t"/>
              <a:pathLst>
                <a:path extrusionOk="0" h="1778" w="2128">
                  <a:moveTo>
                    <a:pt x="1055" y="1"/>
                  </a:moveTo>
                  <a:cubicBezTo>
                    <a:pt x="666" y="1"/>
                    <a:pt x="289" y="192"/>
                    <a:pt x="152" y="623"/>
                  </a:cubicBezTo>
                  <a:cubicBezTo>
                    <a:pt x="0" y="1170"/>
                    <a:pt x="395" y="1747"/>
                    <a:pt x="973" y="1778"/>
                  </a:cubicBezTo>
                  <a:cubicBezTo>
                    <a:pt x="1277" y="1778"/>
                    <a:pt x="1641" y="1717"/>
                    <a:pt x="1824" y="1443"/>
                  </a:cubicBezTo>
                  <a:cubicBezTo>
                    <a:pt x="2097" y="1231"/>
                    <a:pt x="2128" y="866"/>
                    <a:pt x="2037" y="562"/>
                  </a:cubicBezTo>
                  <a:cubicBezTo>
                    <a:pt x="1945" y="410"/>
                    <a:pt x="1824" y="258"/>
                    <a:pt x="1672" y="167"/>
                  </a:cubicBezTo>
                  <a:cubicBezTo>
                    <a:pt x="1488" y="59"/>
                    <a:pt x="1270"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0"/>
            <p:cNvSpPr/>
            <p:nvPr/>
          </p:nvSpPr>
          <p:spPr>
            <a:xfrm>
              <a:off x="5370425" y="2089550"/>
              <a:ext cx="121600" cy="101600"/>
            </a:xfrm>
            <a:custGeom>
              <a:rect b="b" l="l" r="r" t="t"/>
              <a:pathLst>
                <a:path extrusionOk="0" h="4064" w="4864">
                  <a:moveTo>
                    <a:pt x="2440" y="0"/>
                  </a:moveTo>
                  <a:cubicBezTo>
                    <a:pt x="1529" y="0"/>
                    <a:pt x="643" y="454"/>
                    <a:pt x="365" y="1386"/>
                  </a:cubicBezTo>
                  <a:cubicBezTo>
                    <a:pt x="1" y="2662"/>
                    <a:pt x="912" y="3969"/>
                    <a:pt x="2219" y="4061"/>
                  </a:cubicBezTo>
                  <a:cubicBezTo>
                    <a:pt x="2264" y="4062"/>
                    <a:pt x="2310" y="4063"/>
                    <a:pt x="2355" y="4063"/>
                  </a:cubicBezTo>
                  <a:cubicBezTo>
                    <a:pt x="3045" y="4063"/>
                    <a:pt x="3771" y="3843"/>
                    <a:pt x="4256" y="3301"/>
                  </a:cubicBezTo>
                  <a:cubicBezTo>
                    <a:pt x="4742" y="2754"/>
                    <a:pt x="4864" y="1963"/>
                    <a:pt x="4590" y="1325"/>
                  </a:cubicBezTo>
                  <a:cubicBezTo>
                    <a:pt x="4438" y="930"/>
                    <a:pt x="4226" y="595"/>
                    <a:pt x="3830" y="383"/>
                  </a:cubicBezTo>
                  <a:cubicBezTo>
                    <a:pt x="3418" y="129"/>
                    <a:pt x="2926" y="0"/>
                    <a:pt x="244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0"/>
            <p:cNvSpPr/>
            <p:nvPr/>
          </p:nvSpPr>
          <p:spPr>
            <a:xfrm>
              <a:off x="5406150" y="2117750"/>
              <a:ext cx="52450" cy="44450"/>
            </a:xfrm>
            <a:custGeom>
              <a:rect b="b" l="l" r="r" t="t"/>
              <a:pathLst>
                <a:path extrusionOk="0" h="1778" w="2098">
                  <a:moveTo>
                    <a:pt x="1055" y="0"/>
                  </a:moveTo>
                  <a:cubicBezTo>
                    <a:pt x="666" y="0"/>
                    <a:pt x="289" y="192"/>
                    <a:pt x="152" y="623"/>
                  </a:cubicBezTo>
                  <a:cubicBezTo>
                    <a:pt x="0" y="1170"/>
                    <a:pt x="395" y="1747"/>
                    <a:pt x="973" y="1778"/>
                  </a:cubicBezTo>
                  <a:cubicBezTo>
                    <a:pt x="1277" y="1778"/>
                    <a:pt x="1642" y="1717"/>
                    <a:pt x="1824" y="1443"/>
                  </a:cubicBezTo>
                  <a:cubicBezTo>
                    <a:pt x="2067" y="1230"/>
                    <a:pt x="2097" y="866"/>
                    <a:pt x="2037" y="562"/>
                  </a:cubicBezTo>
                  <a:cubicBezTo>
                    <a:pt x="1946" y="410"/>
                    <a:pt x="1824" y="258"/>
                    <a:pt x="1672" y="167"/>
                  </a:cubicBezTo>
                  <a:cubicBezTo>
                    <a:pt x="1488" y="59"/>
                    <a:pt x="1270" y="0"/>
                    <a:pt x="10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0"/>
            <p:cNvSpPr/>
            <p:nvPr/>
          </p:nvSpPr>
          <p:spPr>
            <a:xfrm>
              <a:off x="5628800" y="2151125"/>
              <a:ext cx="120850" cy="101575"/>
            </a:xfrm>
            <a:custGeom>
              <a:rect b="b" l="l" r="r" t="t"/>
              <a:pathLst>
                <a:path extrusionOk="0" h="4063" w="4834">
                  <a:moveTo>
                    <a:pt x="2447" y="1"/>
                  </a:moveTo>
                  <a:cubicBezTo>
                    <a:pt x="1533" y="1"/>
                    <a:pt x="643" y="461"/>
                    <a:pt x="365" y="1415"/>
                  </a:cubicBezTo>
                  <a:cubicBezTo>
                    <a:pt x="0" y="2661"/>
                    <a:pt x="912" y="3999"/>
                    <a:pt x="2249" y="4060"/>
                  </a:cubicBezTo>
                  <a:cubicBezTo>
                    <a:pt x="2292" y="4061"/>
                    <a:pt x="2336" y="4062"/>
                    <a:pt x="2380" y="4062"/>
                  </a:cubicBezTo>
                  <a:cubicBezTo>
                    <a:pt x="3048" y="4062"/>
                    <a:pt x="3799" y="3842"/>
                    <a:pt x="4256" y="3300"/>
                  </a:cubicBezTo>
                  <a:cubicBezTo>
                    <a:pt x="4711" y="2813"/>
                    <a:pt x="4833" y="2023"/>
                    <a:pt x="4590" y="1324"/>
                  </a:cubicBezTo>
                  <a:cubicBezTo>
                    <a:pt x="4438" y="959"/>
                    <a:pt x="4225" y="595"/>
                    <a:pt x="3830" y="382"/>
                  </a:cubicBezTo>
                  <a:cubicBezTo>
                    <a:pt x="3420" y="129"/>
                    <a:pt x="2930" y="1"/>
                    <a:pt x="24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0"/>
            <p:cNvSpPr/>
            <p:nvPr/>
          </p:nvSpPr>
          <p:spPr>
            <a:xfrm>
              <a:off x="5663750" y="2180250"/>
              <a:ext cx="53225" cy="45025"/>
            </a:xfrm>
            <a:custGeom>
              <a:rect b="b" l="l" r="r" t="t"/>
              <a:pathLst>
                <a:path extrusionOk="0" h="1801" w="2129">
                  <a:moveTo>
                    <a:pt x="1068" y="0"/>
                  </a:moveTo>
                  <a:cubicBezTo>
                    <a:pt x="666" y="0"/>
                    <a:pt x="272" y="197"/>
                    <a:pt x="152" y="615"/>
                  </a:cubicBezTo>
                  <a:cubicBezTo>
                    <a:pt x="0" y="1192"/>
                    <a:pt x="395" y="1770"/>
                    <a:pt x="943" y="1800"/>
                  </a:cubicBezTo>
                  <a:cubicBezTo>
                    <a:pt x="1247" y="1800"/>
                    <a:pt x="1642" y="1709"/>
                    <a:pt x="1824" y="1466"/>
                  </a:cubicBezTo>
                  <a:cubicBezTo>
                    <a:pt x="2098" y="1223"/>
                    <a:pt x="2128" y="858"/>
                    <a:pt x="2006" y="585"/>
                  </a:cubicBezTo>
                  <a:cubicBezTo>
                    <a:pt x="1946" y="433"/>
                    <a:pt x="1824" y="281"/>
                    <a:pt x="1672" y="159"/>
                  </a:cubicBezTo>
                  <a:cubicBezTo>
                    <a:pt x="1494" y="54"/>
                    <a:pt x="1280" y="0"/>
                    <a:pt x="10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0"/>
            <p:cNvSpPr/>
            <p:nvPr/>
          </p:nvSpPr>
          <p:spPr>
            <a:xfrm>
              <a:off x="5786850" y="2407725"/>
              <a:ext cx="120850" cy="101800"/>
            </a:xfrm>
            <a:custGeom>
              <a:rect b="b" l="l" r="r" t="t"/>
              <a:pathLst>
                <a:path extrusionOk="0" h="4072" w="4834">
                  <a:moveTo>
                    <a:pt x="2496" y="1"/>
                  </a:moveTo>
                  <a:cubicBezTo>
                    <a:pt x="1576" y="1"/>
                    <a:pt x="676" y="454"/>
                    <a:pt x="396" y="1395"/>
                  </a:cubicBezTo>
                  <a:cubicBezTo>
                    <a:pt x="0" y="2641"/>
                    <a:pt x="912" y="3978"/>
                    <a:pt x="2250" y="4069"/>
                  </a:cubicBezTo>
                  <a:cubicBezTo>
                    <a:pt x="2290" y="4071"/>
                    <a:pt x="2331" y="4072"/>
                    <a:pt x="2371" y="4072"/>
                  </a:cubicBezTo>
                  <a:cubicBezTo>
                    <a:pt x="3066" y="4072"/>
                    <a:pt x="3796" y="3826"/>
                    <a:pt x="4256" y="3309"/>
                  </a:cubicBezTo>
                  <a:cubicBezTo>
                    <a:pt x="4742" y="2762"/>
                    <a:pt x="4833" y="1972"/>
                    <a:pt x="4621" y="1334"/>
                  </a:cubicBezTo>
                  <a:cubicBezTo>
                    <a:pt x="4469" y="939"/>
                    <a:pt x="4225" y="604"/>
                    <a:pt x="3861" y="361"/>
                  </a:cubicBezTo>
                  <a:cubicBezTo>
                    <a:pt x="3456" y="122"/>
                    <a:pt x="2973" y="1"/>
                    <a:pt x="24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0"/>
            <p:cNvSpPr/>
            <p:nvPr/>
          </p:nvSpPr>
          <p:spPr>
            <a:xfrm>
              <a:off x="5822575" y="2435575"/>
              <a:ext cx="53200" cy="45025"/>
            </a:xfrm>
            <a:custGeom>
              <a:rect b="b" l="l" r="r" t="t"/>
              <a:pathLst>
                <a:path extrusionOk="0" h="1801" w="2128">
                  <a:moveTo>
                    <a:pt x="1055" y="0"/>
                  </a:moveTo>
                  <a:cubicBezTo>
                    <a:pt x="652" y="0"/>
                    <a:pt x="272" y="196"/>
                    <a:pt x="152" y="615"/>
                  </a:cubicBezTo>
                  <a:cubicBezTo>
                    <a:pt x="0" y="1192"/>
                    <a:pt x="365" y="1770"/>
                    <a:pt x="942" y="1800"/>
                  </a:cubicBezTo>
                  <a:cubicBezTo>
                    <a:pt x="1246" y="1800"/>
                    <a:pt x="1641" y="1740"/>
                    <a:pt x="1824" y="1466"/>
                  </a:cubicBezTo>
                  <a:cubicBezTo>
                    <a:pt x="2097" y="1223"/>
                    <a:pt x="2128" y="888"/>
                    <a:pt x="2006" y="584"/>
                  </a:cubicBezTo>
                  <a:cubicBezTo>
                    <a:pt x="1945" y="432"/>
                    <a:pt x="1824" y="281"/>
                    <a:pt x="1672" y="159"/>
                  </a:cubicBezTo>
                  <a:cubicBezTo>
                    <a:pt x="1483" y="54"/>
                    <a:pt x="1266" y="0"/>
                    <a:pt x="10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0"/>
            <p:cNvSpPr/>
            <p:nvPr/>
          </p:nvSpPr>
          <p:spPr>
            <a:xfrm>
              <a:off x="6293700" y="2334275"/>
              <a:ext cx="120850" cy="101550"/>
            </a:xfrm>
            <a:custGeom>
              <a:rect b="b" l="l" r="r" t="t"/>
              <a:pathLst>
                <a:path extrusionOk="0" h="4062" w="4834">
                  <a:moveTo>
                    <a:pt x="2447" y="0"/>
                  </a:moveTo>
                  <a:cubicBezTo>
                    <a:pt x="1533" y="0"/>
                    <a:pt x="643" y="460"/>
                    <a:pt x="365" y="1415"/>
                  </a:cubicBezTo>
                  <a:cubicBezTo>
                    <a:pt x="0" y="2661"/>
                    <a:pt x="912" y="3998"/>
                    <a:pt x="2250" y="4059"/>
                  </a:cubicBezTo>
                  <a:cubicBezTo>
                    <a:pt x="2293" y="4061"/>
                    <a:pt x="2336" y="4062"/>
                    <a:pt x="2380" y="4062"/>
                  </a:cubicBezTo>
                  <a:cubicBezTo>
                    <a:pt x="3049" y="4062"/>
                    <a:pt x="3799" y="3841"/>
                    <a:pt x="4256" y="3299"/>
                  </a:cubicBezTo>
                  <a:cubicBezTo>
                    <a:pt x="4712" y="2782"/>
                    <a:pt x="4833" y="1992"/>
                    <a:pt x="4590" y="1323"/>
                  </a:cubicBezTo>
                  <a:cubicBezTo>
                    <a:pt x="4438" y="959"/>
                    <a:pt x="4225" y="624"/>
                    <a:pt x="3830" y="381"/>
                  </a:cubicBezTo>
                  <a:cubicBezTo>
                    <a:pt x="3420" y="129"/>
                    <a:pt x="2930" y="0"/>
                    <a:pt x="244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0"/>
            <p:cNvSpPr/>
            <p:nvPr/>
          </p:nvSpPr>
          <p:spPr>
            <a:xfrm>
              <a:off x="6328650" y="2362625"/>
              <a:ext cx="53225" cy="45025"/>
            </a:xfrm>
            <a:custGeom>
              <a:rect b="b" l="l" r="r" t="t"/>
              <a:pathLst>
                <a:path extrusionOk="0" h="1801" w="2129">
                  <a:moveTo>
                    <a:pt x="1069" y="0"/>
                  </a:moveTo>
                  <a:cubicBezTo>
                    <a:pt x="666" y="0"/>
                    <a:pt x="272" y="196"/>
                    <a:pt x="153" y="615"/>
                  </a:cubicBezTo>
                  <a:cubicBezTo>
                    <a:pt x="1" y="1192"/>
                    <a:pt x="396" y="1770"/>
                    <a:pt x="943" y="1800"/>
                  </a:cubicBezTo>
                  <a:cubicBezTo>
                    <a:pt x="1247" y="1800"/>
                    <a:pt x="1642" y="1709"/>
                    <a:pt x="1824" y="1436"/>
                  </a:cubicBezTo>
                  <a:cubicBezTo>
                    <a:pt x="2067" y="1223"/>
                    <a:pt x="2128" y="888"/>
                    <a:pt x="2007" y="585"/>
                  </a:cubicBezTo>
                  <a:cubicBezTo>
                    <a:pt x="1946" y="433"/>
                    <a:pt x="1824" y="281"/>
                    <a:pt x="1672" y="159"/>
                  </a:cubicBezTo>
                  <a:cubicBezTo>
                    <a:pt x="1494" y="54"/>
                    <a:pt x="1280" y="0"/>
                    <a:pt x="1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0"/>
            <p:cNvSpPr/>
            <p:nvPr/>
          </p:nvSpPr>
          <p:spPr>
            <a:xfrm>
              <a:off x="6511775" y="2018150"/>
              <a:ext cx="120850" cy="101575"/>
            </a:xfrm>
            <a:custGeom>
              <a:rect b="b" l="l" r="r" t="t"/>
              <a:pathLst>
                <a:path extrusionOk="0" h="4063" w="4834">
                  <a:moveTo>
                    <a:pt x="2478" y="1"/>
                  </a:moveTo>
                  <a:cubicBezTo>
                    <a:pt x="1564" y="1"/>
                    <a:pt x="674" y="461"/>
                    <a:pt x="396" y="1415"/>
                  </a:cubicBezTo>
                  <a:cubicBezTo>
                    <a:pt x="1" y="2661"/>
                    <a:pt x="913" y="3999"/>
                    <a:pt x="2250" y="4059"/>
                  </a:cubicBezTo>
                  <a:cubicBezTo>
                    <a:pt x="2295" y="4061"/>
                    <a:pt x="2340" y="4062"/>
                    <a:pt x="2386" y="4062"/>
                  </a:cubicBezTo>
                  <a:cubicBezTo>
                    <a:pt x="3076" y="4062"/>
                    <a:pt x="3800" y="3841"/>
                    <a:pt x="4256" y="3300"/>
                  </a:cubicBezTo>
                  <a:cubicBezTo>
                    <a:pt x="4712" y="2783"/>
                    <a:pt x="4834" y="1962"/>
                    <a:pt x="4621" y="1324"/>
                  </a:cubicBezTo>
                  <a:cubicBezTo>
                    <a:pt x="4469" y="959"/>
                    <a:pt x="4226" y="594"/>
                    <a:pt x="3861" y="382"/>
                  </a:cubicBezTo>
                  <a:cubicBezTo>
                    <a:pt x="3451" y="129"/>
                    <a:pt x="2961" y="1"/>
                    <a:pt x="24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0"/>
            <p:cNvSpPr/>
            <p:nvPr/>
          </p:nvSpPr>
          <p:spPr>
            <a:xfrm>
              <a:off x="6547500" y="2046500"/>
              <a:ext cx="53225" cy="45025"/>
            </a:xfrm>
            <a:custGeom>
              <a:rect b="b" l="l" r="r" t="t"/>
              <a:pathLst>
                <a:path extrusionOk="0" h="1801" w="2129">
                  <a:moveTo>
                    <a:pt x="1055" y="1"/>
                  </a:moveTo>
                  <a:cubicBezTo>
                    <a:pt x="653" y="1"/>
                    <a:pt x="272" y="197"/>
                    <a:pt x="153" y="615"/>
                  </a:cubicBezTo>
                  <a:cubicBezTo>
                    <a:pt x="1" y="1193"/>
                    <a:pt x="365" y="1740"/>
                    <a:pt x="943" y="1801"/>
                  </a:cubicBezTo>
                  <a:cubicBezTo>
                    <a:pt x="1247" y="1801"/>
                    <a:pt x="1612" y="1710"/>
                    <a:pt x="1824" y="1436"/>
                  </a:cubicBezTo>
                  <a:cubicBezTo>
                    <a:pt x="2067" y="1223"/>
                    <a:pt x="2128" y="889"/>
                    <a:pt x="2007" y="585"/>
                  </a:cubicBezTo>
                  <a:cubicBezTo>
                    <a:pt x="1915" y="433"/>
                    <a:pt x="1824" y="281"/>
                    <a:pt x="1672" y="159"/>
                  </a:cubicBezTo>
                  <a:cubicBezTo>
                    <a:pt x="1484" y="55"/>
                    <a:pt x="1267"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4169800" y="2162525"/>
              <a:ext cx="120850" cy="101575"/>
            </a:xfrm>
            <a:custGeom>
              <a:rect b="b" l="l" r="r" t="t"/>
              <a:pathLst>
                <a:path extrusionOk="0" h="4063" w="4834">
                  <a:moveTo>
                    <a:pt x="2447" y="1"/>
                  </a:moveTo>
                  <a:cubicBezTo>
                    <a:pt x="1533" y="1"/>
                    <a:pt x="643" y="461"/>
                    <a:pt x="365" y="1415"/>
                  </a:cubicBezTo>
                  <a:cubicBezTo>
                    <a:pt x="0" y="2661"/>
                    <a:pt x="912" y="3999"/>
                    <a:pt x="2219" y="4060"/>
                  </a:cubicBezTo>
                  <a:cubicBezTo>
                    <a:pt x="2264" y="4061"/>
                    <a:pt x="2309" y="4062"/>
                    <a:pt x="2355" y="4062"/>
                  </a:cubicBezTo>
                  <a:cubicBezTo>
                    <a:pt x="3045" y="4062"/>
                    <a:pt x="3771" y="3842"/>
                    <a:pt x="4256" y="3300"/>
                  </a:cubicBezTo>
                  <a:cubicBezTo>
                    <a:pt x="4712" y="2783"/>
                    <a:pt x="4833" y="1962"/>
                    <a:pt x="4590" y="1324"/>
                  </a:cubicBezTo>
                  <a:cubicBezTo>
                    <a:pt x="4438" y="959"/>
                    <a:pt x="4225" y="594"/>
                    <a:pt x="3830" y="382"/>
                  </a:cubicBezTo>
                  <a:cubicBezTo>
                    <a:pt x="3420" y="129"/>
                    <a:pt x="2930" y="1"/>
                    <a:pt x="24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p:nvPr/>
          </p:nvSpPr>
          <p:spPr>
            <a:xfrm>
              <a:off x="4204750" y="2191650"/>
              <a:ext cx="52450" cy="45025"/>
            </a:xfrm>
            <a:custGeom>
              <a:rect b="b" l="l" r="r" t="t"/>
              <a:pathLst>
                <a:path extrusionOk="0" h="1801" w="2098">
                  <a:moveTo>
                    <a:pt x="1069" y="0"/>
                  </a:moveTo>
                  <a:cubicBezTo>
                    <a:pt x="666" y="0"/>
                    <a:pt x="272" y="196"/>
                    <a:pt x="153" y="615"/>
                  </a:cubicBezTo>
                  <a:cubicBezTo>
                    <a:pt x="1" y="1192"/>
                    <a:pt x="396" y="1770"/>
                    <a:pt x="943" y="1800"/>
                  </a:cubicBezTo>
                  <a:cubicBezTo>
                    <a:pt x="1247" y="1800"/>
                    <a:pt x="1642" y="1709"/>
                    <a:pt x="1824" y="1436"/>
                  </a:cubicBezTo>
                  <a:cubicBezTo>
                    <a:pt x="2067" y="1223"/>
                    <a:pt x="2098" y="858"/>
                    <a:pt x="2007" y="584"/>
                  </a:cubicBezTo>
                  <a:cubicBezTo>
                    <a:pt x="1946" y="433"/>
                    <a:pt x="1824" y="281"/>
                    <a:pt x="1672" y="159"/>
                  </a:cubicBezTo>
                  <a:cubicBezTo>
                    <a:pt x="1494" y="54"/>
                    <a:pt x="1280" y="0"/>
                    <a:pt x="1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522" name="Shape 522"/>
        <p:cNvGrpSpPr/>
        <p:nvPr/>
      </p:nvGrpSpPr>
      <p:grpSpPr>
        <a:xfrm>
          <a:off x="0" y="0"/>
          <a:ext cx="0" cy="0"/>
          <a:chOff x="0" y="0"/>
          <a:chExt cx="0" cy="0"/>
        </a:xfrm>
      </p:grpSpPr>
      <p:grpSp>
        <p:nvGrpSpPr>
          <p:cNvPr id="523" name="Google Shape;523;p21"/>
          <p:cNvGrpSpPr/>
          <p:nvPr/>
        </p:nvGrpSpPr>
        <p:grpSpPr>
          <a:xfrm>
            <a:off x="-244" y="24"/>
            <a:ext cx="9144155" cy="5165694"/>
            <a:chOff x="-244" y="24"/>
            <a:chExt cx="9144155" cy="5165694"/>
          </a:xfrm>
        </p:grpSpPr>
        <p:sp>
          <p:nvSpPr>
            <p:cNvPr id="524" name="Google Shape;524;p21"/>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 name="Google Shape;526;p21"/>
          <p:cNvGrpSpPr/>
          <p:nvPr/>
        </p:nvGrpSpPr>
        <p:grpSpPr>
          <a:xfrm>
            <a:off x="303630" y="306525"/>
            <a:ext cx="8536741" cy="4552701"/>
            <a:chOff x="2434200" y="841500"/>
            <a:chExt cx="4622450" cy="3053250"/>
          </a:xfrm>
        </p:grpSpPr>
        <p:sp>
          <p:nvSpPr>
            <p:cNvPr id="527" name="Google Shape;527;p21"/>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9" name="Google Shape;529;p21"/>
          <p:cNvSpPr txBox="1"/>
          <p:nvPr>
            <p:ph type="title"/>
          </p:nvPr>
        </p:nvSpPr>
        <p:spPr>
          <a:xfrm>
            <a:off x="720006" y="1695975"/>
            <a:ext cx="22632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30" name="Google Shape;530;p21"/>
          <p:cNvSpPr txBox="1"/>
          <p:nvPr>
            <p:ph idx="2" type="title"/>
          </p:nvPr>
        </p:nvSpPr>
        <p:spPr>
          <a:xfrm>
            <a:off x="3440406" y="1695975"/>
            <a:ext cx="22632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31" name="Google Shape;531;p21"/>
          <p:cNvSpPr txBox="1"/>
          <p:nvPr>
            <p:ph idx="1" type="subTitle"/>
          </p:nvPr>
        </p:nvSpPr>
        <p:spPr>
          <a:xfrm>
            <a:off x="720013" y="2035200"/>
            <a:ext cx="22632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solidFill>
                  <a:srgbClr val="242424"/>
                </a:solidFill>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2" name="Google Shape;532;p21"/>
          <p:cNvSpPr txBox="1"/>
          <p:nvPr>
            <p:ph idx="3" type="subTitle"/>
          </p:nvPr>
        </p:nvSpPr>
        <p:spPr>
          <a:xfrm>
            <a:off x="3440401" y="2035200"/>
            <a:ext cx="22632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solidFill>
                  <a:srgbClr val="242424"/>
                </a:solidFill>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3" name="Google Shape;533;p21"/>
          <p:cNvSpPr txBox="1"/>
          <p:nvPr>
            <p:ph idx="4" type="title"/>
          </p:nvPr>
        </p:nvSpPr>
        <p:spPr>
          <a:xfrm>
            <a:off x="720006" y="2763275"/>
            <a:ext cx="22632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34" name="Google Shape;534;p21"/>
          <p:cNvSpPr txBox="1"/>
          <p:nvPr>
            <p:ph idx="5" type="title"/>
          </p:nvPr>
        </p:nvSpPr>
        <p:spPr>
          <a:xfrm>
            <a:off x="3440394" y="2763275"/>
            <a:ext cx="22632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35" name="Google Shape;535;p21"/>
          <p:cNvSpPr txBox="1"/>
          <p:nvPr>
            <p:ph idx="6" type="subTitle"/>
          </p:nvPr>
        </p:nvSpPr>
        <p:spPr>
          <a:xfrm>
            <a:off x="720013" y="3102500"/>
            <a:ext cx="22632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solidFill>
                  <a:srgbClr val="242424"/>
                </a:solidFill>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6" name="Google Shape;536;p21"/>
          <p:cNvSpPr txBox="1"/>
          <p:nvPr>
            <p:ph idx="7" type="subTitle"/>
          </p:nvPr>
        </p:nvSpPr>
        <p:spPr>
          <a:xfrm>
            <a:off x="3440401" y="3102500"/>
            <a:ext cx="22632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solidFill>
                  <a:srgbClr val="242424"/>
                </a:solidFill>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7" name="Google Shape;537;p21"/>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38" name="Google Shape;538;p21"/>
          <p:cNvSpPr txBox="1"/>
          <p:nvPr>
            <p:ph idx="9" type="title"/>
          </p:nvPr>
        </p:nvSpPr>
        <p:spPr>
          <a:xfrm>
            <a:off x="6160938" y="1695975"/>
            <a:ext cx="22632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39" name="Google Shape;539;p21"/>
          <p:cNvSpPr txBox="1"/>
          <p:nvPr>
            <p:ph idx="13" type="subTitle"/>
          </p:nvPr>
        </p:nvSpPr>
        <p:spPr>
          <a:xfrm>
            <a:off x="6160945" y="2035200"/>
            <a:ext cx="22632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solidFill>
                  <a:srgbClr val="242424"/>
                </a:solidFill>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40" name="Google Shape;540;p21"/>
          <p:cNvSpPr txBox="1"/>
          <p:nvPr>
            <p:ph idx="14" type="title"/>
          </p:nvPr>
        </p:nvSpPr>
        <p:spPr>
          <a:xfrm>
            <a:off x="6160938" y="2763275"/>
            <a:ext cx="22632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5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41" name="Google Shape;541;p21"/>
          <p:cNvSpPr txBox="1"/>
          <p:nvPr>
            <p:ph idx="15" type="subTitle"/>
          </p:nvPr>
        </p:nvSpPr>
        <p:spPr>
          <a:xfrm>
            <a:off x="6160945" y="3102500"/>
            <a:ext cx="2263200" cy="572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solidFill>
                  <a:srgbClr val="242424"/>
                </a:solidFill>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42" name="Google Shape;54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543" name="Google Shape;543;p21"/>
          <p:cNvGrpSpPr/>
          <p:nvPr/>
        </p:nvGrpSpPr>
        <p:grpSpPr>
          <a:xfrm rot="10800000">
            <a:off x="7879173" y="100052"/>
            <a:ext cx="1891143" cy="2921210"/>
            <a:chOff x="7864023" y="121502"/>
            <a:chExt cx="1891143" cy="2921210"/>
          </a:xfrm>
        </p:grpSpPr>
        <p:sp>
          <p:nvSpPr>
            <p:cNvPr id="544" name="Google Shape;544;p21"/>
            <p:cNvSpPr/>
            <p:nvPr/>
          </p:nvSpPr>
          <p:spPr>
            <a:xfrm rot="6508762">
              <a:off x="7452925" y="1036930"/>
              <a:ext cx="2713340" cy="1087171"/>
            </a:xfrm>
            <a:custGeom>
              <a:rect b="b" l="l" r="r" t="t"/>
              <a:pathLst>
                <a:path extrusionOk="0" h="96932" w="241921">
                  <a:moveTo>
                    <a:pt x="240826" y="0"/>
                  </a:moveTo>
                  <a:lnTo>
                    <a:pt x="224899" y="15928"/>
                  </a:lnTo>
                  <a:lnTo>
                    <a:pt x="207907" y="15928"/>
                  </a:lnTo>
                  <a:lnTo>
                    <a:pt x="186083" y="37752"/>
                  </a:lnTo>
                  <a:lnTo>
                    <a:pt x="166265" y="37752"/>
                  </a:lnTo>
                  <a:lnTo>
                    <a:pt x="154988" y="49059"/>
                  </a:lnTo>
                  <a:lnTo>
                    <a:pt x="129365" y="49059"/>
                  </a:lnTo>
                  <a:lnTo>
                    <a:pt x="112617" y="65807"/>
                  </a:lnTo>
                  <a:lnTo>
                    <a:pt x="99182" y="65807"/>
                  </a:lnTo>
                  <a:lnTo>
                    <a:pt x="92252" y="58877"/>
                  </a:lnTo>
                  <a:lnTo>
                    <a:pt x="64014" y="58877"/>
                  </a:lnTo>
                  <a:lnTo>
                    <a:pt x="47448" y="75442"/>
                  </a:lnTo>
                  <a:lnTo>
                    <a:pt x="20366" y="75442"/>
                  </a:lnTo>
                  <a:lnTo>
                    <a:pt x="1" y="95807"/>
                  </a:lnTo>
                  <a:lnTo>
                    <a:pt x="1065" y="96932"/>
                  </a:lnTo>
                  <a:lnTo>
                    <a:pt x="20974" y="76962"/>
                  </a:lnTo>
                  <a:lnTo>
                    <a:pt x="48056" y="76962"/>
                  </a:lnTo>
                  <a:lnTo>
                    <a:pt x="64622" y="60396"/>
                  </a:lnTo>
                  <a:lnTo>
                    <a:pt x="91644" y="60396"/>
                  </a:lnTo>
                  <a:lnTo>
                    <a:pt x="98513" y="67327"/>
                  </a:lnTo>
                  <a:lnTo>
                    <a:pt x="113225" y="67327"/>
                  </a:lnTo>
                  <a:lnTo>
                    <a:pt x="129973" y="50579"/>
                  </a:lnTo>
                  <a:lnTo>
                    <a:pt x="155596" y="50579"/>
                  </a:lnTo>
                  <a:lnTo>
                    <a:pt x="166904" y="39271"/>
                  </a:lnTo>
                  <a:lnTo>
                    <a:pt x="186752" y="39271"/>
                  </a:lnTo>
                  <a:lnTo>
                    <a:pt x="208546" y="17447"/>
                  </a:lnTo>
                  <a:lnTo>
                    <a:pt x="225506" y="17447"/>
                  </a:lnTo>
                  <a:lnTo>
                    <a:pt x="241920" y="1064"/>
                  </a:lnTo>
                  <a:lnTo>
                    <a:pt x="24082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rot="6508762">
              <a:off x="8821528" y="2937998"/>
              <a:ext cx="92048" cy="92732"/>
            </a:xfrm>
            <a:custGeom>
              <a:rect b="b" l="l" r="r" t="t"/>
              <a:pathLst>
                <a:path extrusionOk="0" h="8268" w="8207">
                  <a:moveTo>
                    <a:pt x="0" y="0"/>
                  </a:moveTo>
                  <a:lnTo>
                    <a:pt x="0" y="1520"/>
                  </a:lnTo>
                  <a:lnTo>
                    <a:pt x="6687" y="1520"/>
                  </a:lnTo>
                  <a:lnTo>
                    <a:pt x="6687" y="8268"/>
                  </a:lnTo>
                  <a:lnTo>
                    <a:pt x="8207" y="8268"/>
                  </a:lnTo>
                  <a:lnTo>
                    <a:pt x="820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1"/>
            <p:cNvSpPr/>
            <p:nvPr/>
          </p:nvSpPr>
          <p:spPr>
            <a:xfrm rot="6508762">
              <a:off x="8722826" y="666647"/>
              <a:ext cx="97847" cy="82874"/>
            </a:xfrm>
            <a:custGeom>
              <a:rect b="b" l="l" r="r" t="t"/>
              <a:pathLst>
                <a:path extrusionOk="0" h="7389" w="8724">
                  <a:moveTo>
                    <a:pt x="4506" y="0"/>
                  </a:moveTo>
                  <a:cubicBezTo>
                    <a:pt x="2845" y="0"/>
                    <a:pt x="1209" y="832"/>
                    <a:pt x="669" y="2574"/>
                  </a:cubicBezTo>
                  <a:cubicBezTo>
                    <a:pt x="0" y="4854"/>
                    <a:pt x="1672" y="7285"/>
                    <a:pt x="4012" y="7377"/>
                  </a:cubicBezTo>
                  <a:cubicBezTo>
                    <a:pt x="4127" y="7385"/>
                    <a:pt x="4243" y="7389"/>
                    <a:pt x="4360" y="7389"/>
                  </a:cubicBezTo>
                  <a:cubicBezTo>
                    <a:pt x="5567" y="7389"/>
                    <a:pt x="6828" y="6957"/>
                    <a:pt x="7660" y="6070"/>
                  </a:cubicBezTo>
                  <a:cubicBezTo>
                    <a:pt x="8541" y="5036"/>
                    <a:pt x="8724" y="3577"/>
                    <a:pt x="8329" y="2361"/>
                  </a:cubicBezTo>
                  <a:cubicBezTo>
                    <a:pt x="8055" y="1693"/>
                    <a:pt x="7599" y="1054"/>
                    <a:pt x="6961" y="659"/>
                  </a:cubicBezTo>
                  <a:cubicBezTo>
                    <a:pt x="6235" y="223"/>
                    <a:pt x="5367" y="0"/>
                    <a:pt x="4506"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rot="6508762">
              <a:off x="8749456" y="690534"/>
              <a:ext cx="43652" cy="36586"/>
            </a:xfrm>
            <a:custGeom>
              <a:rect b="b" l="l" r="r" t="t"/>
              <a:pathLst>
                <a:path extrusionOk="0" h="3262" w="3892">
                  <a:moveTo>
                    <a:pt x="2011" y="0"/>
                  </a:moveTo>
                  <a:cubicBezTo>
                    <a:pt x="1268" y="0"/>
                    <a:pt x="546" y="365"/>
                    <a:pt x="305" y="1130"/>
                  </a:cubicBezTo>
                  <a:cubicBezTo>
                    <a:pt x="1" y="2103"/>
                    <a:pt x="730" y="3167"/>
                    <a:pt x="1794" y="3258"/>
                  </a:cubicBezTo>
                  <a:cubicBezTo>
                    <a:pt x="1835" y="3260"/>
                    <a:pt x="1876" y="3261"/>
                    <a:pt x="1917" y="3261"/>
                  </a:cubicBezTo>
                  <a:cubicBezTo>
                    <a:pt x="2460" y="3261"/>
                    <a:pt x="3038" y="3074"/>
                    <a:pt x="3405" y="2650"/>
                  </a:cubicBezTo>
                  <a:cubicBezTo>
                    <a:pt x="3800" y="2194"/>
                    <a:pt x="3891" y="1586"/>
                    <a:pt x="3709" y="1039"/>
                  </a:cubicBezTo>
                  <a:cubicBezTo>
                    <a:pt x="3587" y="735"/>
                    <a:pt x="3405" y="492"/>
                    <a:pt x="3101" y="279"/>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rot="6508762">
              <a:off x="8841669" y="893229"/>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4990"/>
                    <a:pt x="8724" y="3562"/>
                    <a:pt x="8329" y="2376"/>
                  </a:cubicBezTo>
                  <a:cubicBezTo>
                    <a:pt x="8056" y="1677"/>
                    <a:pt x="7600" y="1039"/>
                    <a:pt x="6961"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rot="6508762">
              <a:off x="8868730" y="917352"/>
              <a:ext cx="43641" cy="36496"/>
            </a:xfrm>
            <a:custGeom>
              <a:rect b="b" l="l" r="r" t="t"/>
              <a:pathLst>
                <a:path extrusionOk="0" h="3254" w="3891">
                  <a:moveTo>
                    <a:pt x="2004" y="1"/>
                  </a:moveTo>
                  <a:cubicBezTo>
                    <a:pt x="1264" y="1"/>
                    <a:pt x="545" y="372"/>
                    <a:pt x="304" y="1116"/>
                  </a:cubicBezTo>
                  <a:cubicBezTo>
                    <a:pt x="0" y="2119"/>
                    <a:pt x="730" y="3182"/>
                    <a:pt x="1794" y="3243"/>
                  </a:cubicBezTo>
                  <a:cubicBezTo>
                    <a:pt x="1858" y="3250"/>
                    <a:pt x="1924" y="3253"/>
                    <a:pt x="1989" y="3253"/>
                  </a:cubicBezTo>
                  <a:cubicBezTo>
                    <a:pt x="2511" y="3253"/>
                    <a:pt x="3054" y="3040"/>
                    <a:pt x="3405" y="2635"/>
                  </a:cubicBezTo>
                  <a:cubicBezTo>
                    <a:pt x="3800" y="2240"/>
                    <a:pt x="3891" y="1571"/>
                    <a:pt x="3709" y="1055"/>
                  </a:cubicBezTo>
                  <a:cubicBezTo>
                    <a:pt x="3587" y="751"/>
                    <a:pt x="3405" y="477"/>
                    <a:pt x="3101" y="295"/>
                  </a:cubicBezTo>
                  <a:cubicBezTo>
                    <a:pt x="2771" y="99"/>
                    <a:pt x="2385" y="1"/>
                    <a:pt x="20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1"/>
            <p:cNvSpPr/>
            <p:nvPr/>
          </p:nvSpPr>
          <p:spPr>
            <a:xfrm rot="6508762">
              <a:off x="8741705" y="1191842"/>
              <a:ext cx="98194" cy="82975"/>
            </a:xfrm>
            <a:custGeom>
              <a:rect b="b" l="l" r="r" t="t"/>
              <a:pathLst>
                <a:path extrusionOk="0" h="7398" w="8755">
                  <a:moveTo>
                    <a:pt x="4501" y="0"/>
                  </a:moveTo>
                  <a:cubicBezTo>
                    <a:pt x="2844" y="0"/>
                    <a:pt x="1219" y="839"/>
                    <a:pt x="699" y="2559"/>
                  </a:cubicBezTo>
                  <a:cubicBezTo>
                    <a:pt x="0" y="4838"/>
                    <a:pt x="1672" y="7270"/>
                    <a:pt x="4043" y="7392"/>
                  </a:cubicBezTo>
                  <a:cubicBezTo>
                    <a:pt x="4127" y="7396"/>
                    <a:pt x="4212" y="7398"/>
                    <a:pt x="4297" y="7398"/>
                  </a:cubicBezTo>
                  <a:cubicBezTo>
                    <a:pt x="5509" y="7398"/>
                    <a:pt x="6838" y="6991"/>
                    <a:pt x="7690" y="6054"/>
                  </a:cubicBezTo>
                  <a:cubicBezTo>
                    <a:pt x="8572" y="4990"/>
                    <a:pt x="8754" y="3562"/>
                    <a:pt x="8329" y="2376"/>
                  </a:cubicBezTo>
                  <a:cubicBezTo>
                    <a:pt x="8085" y="1677"/>
                    <a:pt x="7629" y="1039"/>
                    <a:pt x="6961" y="674"/>
                  </a:cubicBezTo>
                  <a:cubicBezTo>
                    <a:pt x="6233" y="227"/>
                    <a:pt x="5363"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rot="6508762">
              <a:off x="8768877" y="1216119"/>
              <a:ext cx="43652" cy="36496"/>
            </a:xfrm>
            <a:custGeom>
              <a:rect b="b" l="l" r="r" t="t"/>
              <a:pathLst>
                <a:path extrusionOk="0" h="3254" w="3892">
                  <a:moveTo>
                    <a:pt x="1989" y="1"/>
                  </a:moveTo>
                  <a:cubicBezTo>
                    <a:pt x="1251" y="1"/>
                    <a:pt x="526" y="372"/>
                    <a:pt x="305" y="1116"/>
                  </a:cubicBezTo>
                  <a:cubicBezTo>
                    <a:pt x="1" y="2119"/>
                    <a:pt x="730" y="3182"/>
                    <a:pt x="1794" y="3243"/>
                  </a:cubicBezTo>
                  <a:cubicBezTo>
                    <a:pt x="1855" y="3250"/>
                    <a:pt x="1918" y="3253"/>
                    <a:pt x="1982" y="3253"/>
                  </a:cubicBezTo>
                  <a:cubicBezTo>
                    <a:pt x="2487" y="3253"/>
                    <a:pt x="3051" y="3040"/>
                    <a:pt x="3375" y="2635"/>
                  </a:cubicBezTo>
                  <a:cubicBezTo>
                    <a:pt x="3800" y="2240"/>
                    <a:pt x="3892" y="1571"/>
                    <a:pt x="3679" y="1055"/>
                  </a:cubicBezTo>
                  <a:cubicBezTo>
                    <a:pt x="3588" y="751"/>
                    <a:pt x="3375" y="477"/>
                    <a:pt x="3071" y="295"/>
                  </a:cubicBezTo>
                  <a:cubicBezTo>
                    <a:pt x="2751" y="99"/>
                    <a:pt x="2369" y="1"/>
                    <a:pt x="1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rot="6508762">
              <a:off x="8647490" y="1238897"/>
              <a:ext cx="98531" cy="83076"/>
            </a:xfrm>
            <a:custGeom>
              <a:rect b="b" l="l" r="r" t="t"/>
              <a:pathLst>
                <a:path extrusionOk="0" h="7407" w="8785">
                  <a:moveTo>
                    <a:pt x="4528" y="1"/>
                  </a:moveTo>
                  <a:cubicBezTo>
                    <a:pt x="2862" y="1"/>
                    <a:pt x="1222" y="839"/>
                    <a:pt x="699" y="2568"/>
                  </a:cubicBezTo>
                  <a:cubicBezTo>
                    <a:pt x="0" y="4848"/>
                    <a:pt x="1672" y="7279"/>
                    <a:pt x="4043" y="7401"/>
                  </a:cubicBezTo>
                  <a:cubicBezTo>
                    <a:pt x="4122" y="7405"/>
                    <a:pt x="4203" y="7406"/>
                    <a:pt x="4283" y="7406"/>
                  </a:cubicBezTo>
                  <a:cubicBezTo>
                    <a:pt x="5499" y="7406"/>
                    <a:pt x="6835" y="6975"/>
                    <a:pt x="7690" y="6063"/>
                  </a:cubicBezTo>
                  <a:cubicBezTo>
                    <a:pt x="8542" y="5030"/>
                    <a:pt x="8785" y="3601"/>
                    <a:pt x="8329" y="2385"/>
                  </a:cubicBezTo>
                  <a:cubicBezTo>
                    <a:pt x="8055" y="1686"/>
                    <a:pt x="7599" y="1048"/>
                    <a:pt x="6961" y="653"/>
                  </a:cubicBezTo>
                  <a:cubicBezTo>
                    <a:pt x="6240"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rot="6508762">
              <a:off x="8675059" y="1262724"/>
              <a:ext cx="43652" cy="36586"/>
            </a:xfrm>
            <a:custGeom>
              <a:rect b="b" l="l" r="r" t="t"/>
              <a:pathLst>
                <a:path extrusionOk="0" h="3262" w="3892">
                  <a:moveTo>
                    <a:pt x="2011" y="0"/>
                  </a:moveTo>
                  <a:cubicBezTo>
                    <a:pt x="1269" y="0"/>
                    <a:pt x="546" y="365"/>
                    <a:pt x="305" y="1131"/>
                  </a:cubicBezTo>
                  <a:cubicBezTo>
                    <a:pt x="1" y="2103"/>
                    <a:pt x="730" y="3167"/>
                    <a:pt x="1794" y="3258"/>
                  </a:cubicBezTo>
                  <a:cubicBezTo>
                    <a:pt x="1835" y="3261"/>
                    <a:pt x="1876" y="3262"/>
                    <a:pt x="1917" y="3262"/>
                  </a:cubicBezTo>
                  <a:cubicBezTo>
                    <a:pt x="2461" y="3262"/>
                    <a:pt x="3038" y="3074"/>
                    <a:pt x="3405" y="2651"/>
                  </a:cubicBezTo>
                  <a:cubicBezTo>
                    <a:pt x="3831" y="2225"/>
                    <a:pt x="3891" y="1587"/>
                    <a:pt x="3709" y="1040"/>
                  </a:cubicBezTo>
                  <a:cubicBezTo>
                    <a:pt x="3588" y="736"/>
                    <a:pt x="3405" y="492"/>
                    <a:pt x="3101" y="280"/>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1"/>
            <p:cNvSpPr/>
            <p:nvPr/>
          </p:nvSpPr>
          <p:spPr>
            <a:xfrm rot="6508762">
              <a:off x="8597897" y="1387794"/>
              <a:ext cx="98194" cy="83076"/>
            </a:xfrm>
            <a:custGeom>
              <a:rect b="b" l="l" r="r" t="t"/>
              <a:pathLst>
                <a:path extrusionOk="0" h="7407" w="8755">
                  <a:moveTo>
                    <a:pt x="4528" y="1"/>
                  </a:moveTo>
                  <a:cubicBezTo>
                    <a:pt x="2862" y="1"/>
                    <a:pt x="1223" y="839"/>
                    <a:pt x="700" y="2568"/>
                  </a:cubicBezTo>
                  <a:cubicBezTo>
                    <a:pt x="1" y="4848"/>
                    <a:pt x="1673" y="7279"/>
                    <a:pt x="4043" y="7401"/>
                  </a:cubicBezTo>
                  <a:cubicBezTo>
                    <a:pt x="4123" y="7405"/>
                    <a:pt x="4203" y="7406"/>
                    <a:pt x="4284" y="7406"/>
                  </a:cubicBezTo>
                  <a:cubicBezTo>
                    <a:pt x="5500" y="7406"/>
                    <a:pt x="6836" y="6975"/>
                    <a:pt x="7691" y="6063"/>
                  </a:cubicBezTo>
                  <a:cubicBezTo>
                    <a:pt x="8572" y="5030"/>
                    <a:pt x="8755" y="3601"/>
                    <a:pt x="8329" y="2385"/>
                  </a:cubicBezTo>
                  <a:cubicBezTo>
                    <a:pt x="8056" y="1686"/>
                    <a:pt x="7600" y="1048"/>
                    <a:pt x="6961" y="653"/>
                  </a:cubicBezTo>
                  <a:cubicBezTo>
                    <a:pt x="6241"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rot="6508762">
              <a:off x="8625363" y="1411945"/>
              <a:ext cx="43304" cy="36586"/>
            </a:xfrm>
            <a:custGeom>
              <a:rect b="b" l="l" r="r" t="t"/>
              <a:pathLst>
                <a:path extrusionOk="0" h="3262" w="3861">
                  <a:moveTo>
                    <a:pt x="1995" y="0"/>
                  </a:moveTo>
                  <a:cubicBezTo>
                    <a:pt x="1255" y="0"/>
                    <a:pt x="526" y="365"/>
                    <a:pt x="305" y="1131"/>
                  </a:cubicBezTo>
                  <a:cubicBezTo>
                    <a:pt x="1" y="2103"/>
                    <a:pt x="730" y="3167"/>
                    <a:pt x="1764" y="3258"/>
                  </a:cubicBezTo>
                  <a:cubicBezTo>
                    <a:pt x="1804" y="3261"/>
                    <a:pt x="1846" y="3262"/>
                    <a:pt x="1887" y="3262"/>
                  </a:cubicBezTo>
                  <a:cubicBezTo>
                    <a:pt x="2430" y="3262"/>
                    <a:pt x="3007" y="3074"/>
                    <a:pt x="3375" y="2651"/>
                  </a:cubicBezTo>
                  <a:cubicBezTo>
                    <a:pt x="3800" y="2225"/>
                    <a:pt x="3861" y="1587"/>
                    <a:pt x="3679" y="1040"/>
                  </a:cubicBezTo>
                  <a:cubicBezTo>
                    <a:pt x="3557" y="736"/>
                    <a:pt x="3375" y="492"/>
                    <a:pt x="3071" y="280"/>
                  </a:cubicBezTo>
                  <a:cubicBezTo>
                    <a:pt x="2753" y="95"/>
                    <a:pt x="2372" y="0"/>
                    <a:pt x="19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p:nvPr/>
          </p:nvSpPr>
          <p:spPr>
            <a:xfrm rot="6508762">
              <a:off x="8712688" y="1623425"/>
              <a:ext cx="98531" cy="82975"/>
            </a:xfrm>
            <a:custGeom>
              <a:rect b="b" l="l" r="r" t="t"/>
              <a:pathLst>
                <a:path extrusionOk="0" h="7398" w="8785">
                  <a:moveTo>
                    <a:pt x="4487" y="0"/>
                  </a:moveTo>
                  <a:cubicBezTo>
                    <a:pt x="2828" y="0"/>
                    <a:pt x="1209" y="839"/>
                    <a:pt x="669" y="2559"/>
                  </a:cubicBezTo>
                  <a:cubicBezTo>
                    <a:pt x="1" y="4838"/>
                    <a:pt x="1672" y="7270"/>
                    <a:pt x="4013" y="7392"/>
                  </a:cubicBezTo>
                  <a:cubicBezTo>
                    <a:pt x="4099" y="7396"/>
                    <a:pt x="4186" y="7398"/>
                    <a:pt x="4273" y="7398"/>
                  </a:cubicBezTo>
                  <a:cubicBezTo>
                    <a:pt x="5506" y="7398"/>
                    <a:pt x="6809" y="6991"/>
                    <a:pt x="7660" y="6054"/>
                  </a:cubicBezTo>
                  <a:cubicBezTo>
                    <a:pt x="8572" y="5021"/>
                    <a:pt x="8785" y="3592"/>
                    <a:pt x="8329" y="2376"/>
                  </a:cubicBezTo>
                  <a:cubicBezTo>
                    <a:pt x="8056" y="1677"/>
                    <a:pt x="7600" y="1039"/>
                    <a:pt x="6961" y="674"/>
                  </a:cubicBezTo>
                  <a:cubicBezTo>
                    <a:pt x="6223" y="227"/>
                    <a:pt x="5350" y="0"/>
                    <a:pt x="4487"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rot="6508762">
              <a:off x="8739754" y="1647450"/>
              <a:ext cx="43652" cy="36485"/>
            </a:xfrm>
            <a:custGeom>
              <a:rect b="b" l="l" r="r" t="t"/>
              <a:pathLst>
                <a:path extrusionOk="0" h="3253" w="3892">
                  <a:moveTo>
                    <a:pt x="2019" y="0"/>
                  </a:moveTo>
                  <a:cubicBezTo>
                    <a:pt x="1281" y="0"/>
                    <a:pt x="556" y="372"/>
                    <a:pt x="335" y="1115"/>
                  </a:cubicBezTo>
                  <a:cubicBezTo>
                    <a:pt x="0" y="2118"/>
                    <a:pt x="730" y="3182"/>
                    <a:pt x="1794" y="3243"/>
                  </a:cubicBezTo>
                  <a:cubicBezTo>
                    <a:pt x="1858" y="3249"/>
                    <a:pt x="1924" y="3253"/>
                    <a:pt x="1989" y="3253"/>
                  </a:cubicBezTo>
                  <a:cubicBezTo>
                    <a:pt x="2511" y="3253"/>
                    <a:pt x="3054" y="3040"/>
                    <a:pt x="3405" y="2635"/>
                  </a:cubicBezTo>
                  <a:cubicBezTo>
                    <a:pt x="3770" y="2179"/>
                    <a:pt x="3891" y="1571"/>
                    <a:pt x="3709" y="1054"/>
                  </a:cubicBezTo>
                  <a:cubicBezTo>
                    <a:pt x="3587" y="750"/>
                    <a:pt x="3405" y="477"/>
                    <a:pt x="3101" y="294"/>
                  </a:cubicBezTo>
                  <a:cubicBezTo>
                    <a:pt x="2781" y="98"/>
                    <a:pt x="2398" y="0"/>
                    <a:pt x="20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1"/>
            <p:cNvSpPr/>
            <p:nvPr/>
          </p:nvSpPr>
          <p:spPr>
            <a:xfrm rot="6508762">
              <a:off x="8619120" y="1904411"/>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5021"/>
                    <a:pt x="8724" y="3592"/>
                    <a:pt x="8329" y="2376"/>
                  </a:cubicBezTo>
                  <a:cubicBezTo>
                    <a:pt x="8056" y="1677"/>
                    <a:pt x="7600" y="1039"/>
                    <a:pt x="6962"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rot="6508762">
              <a:off x="8645856" y="1928431"/>
              <a:ext cx="43641" cy="36485"/>
            </a:xfrm>
            <a:custGeom>
              <a:rect b="b" l="l" r="r" t="t"/>
              <a:pathLst>
                <a:path extrusionOk="0" h="3253" w="3891">
                  <a:moveTo>
                    <a:pt x="2004" y="0"/>
                  </a:moveTo>
                  <a:cubicBezTo>
                    <a:pt x="1264" y="0"/>
                    <a:pt x="545" y="372"/>
                    <a:pt x="304" y="1115"/>
                  </a:cubicBezTo>
                  <a:cubicBezTo>
                    <a:pt x="0" y="2118"/>
                    <a:pt x="730" y="3182"/>
                    <a:pt x="1794" y="3243"/>
                  </a:cubicBezTo>
                  <a:cubicBezTo>
                    <a:pt x="1858" y="3249"/>
                    <a:pt x="1924" y="3253"/>
                    <a:pt x="1989" y="3253"/>
                  </a:cubicBezTo>
                  <a:cubicBezTo>
                    <a:pt x="2511" y="3253"/>
                    <a:pt x="3050" y="3040"/>
                    <a:pt x="3374" y="2635"/>
                  </a:cubicBezTo>
                  <a:cubicBezTo>
                    <a:pt x="3769" y="2179"/>
                    <a:pt x="3891" y="1571"/>
                    <a:pt x="3709" y="1054"/>
                  </a:cubicBezTo>
                  <a:cubicBezTo>
                    <a:pt x="3587" y="750"/>
                    <a:pt x="3405" y="477"/>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1"/>
            <p:cNvSpPr/>
            <p:nvPr/>
          </p:nvSpPr>
          <p:spPr>
            <a:xfrm rot="6508762">
              <a:off x="8704020" y="2062750"/>
              <a:ext cx="98194" cy="83042"/>
            </a:xfrm>
            <a:custGeom>
              <a:rect b="b" l="l" r="r" t="t"/>
              <a:pathLst>
                <a:path extrusionOk="0" h="7404" w="8755">
                  <a:moveTo>
                    <a:pt x="4502" y="1"/>
                  </a:moveTo>
                  <a:cubicBezTo>
                    <a:pt x="2845" y="1"/>
                    <a:pt x="1220" y="839"/>
                    <a:pt x="700" y="2559"/>
                  </a:cubicBezTo>
                  <a:cubicBezTo>
                    <a:pt x="1" y="4838"/>
                    <a:pt x="1673" y="7270"/>
                    <a:pt x="4043" y="7392"/>
                  </a:cubicBezTo>
                  <a:cubicBezTo>
                    <a:pt x="4155" y="7400"/>
                    <a:pt x="4269" y="7404"/>
                    <a:pt x="4383" y="7404"/>
                  </a:cubicBezTo>
                  <a:cubicBezTo>
                    <a:pt x="5572" y="7404"/>
                    <a:pt x="6859" y="6969"/>
                    <a:pt x="7691" y="6054"/>
                  </a:cubicBezTo>
                  <a:cubicBezTo>
                    <a:pt x="8542" y="5051"/>
                    <a:pt x="8755" y="3592"/>
                    <a:pt x="8329" y="2376"/>
                  </a:cubicBezTo>
                  <a:cubicBezTo>
                    <a:pt x="8056" y="1708"/>
                    <a:pt x="7600" y="1039"/>
                    <a:pt x="6961" y="674"/>
                  </a:cubicBezTo>
                  <a:cubicBezTo>
                    <a:pt x="6234" y="227"/>
                    <a:pt x="5364"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rot="6508762">
              <a:off x="8731366" y="2086813"/>
              <a:ext cx="43641" cy="36407"/>
            </a:xfrm>
            <a:custGeom>
              <a:rect b="b" l="l" r="r" t="t"/>
              <a:pathLst>
                <a:path extrusionOk="0" h="3246" w="3891">
                  <a:moveTo>
                    <a:pt x="2004" y="0"/>
                  </a:moveTo>
                  <a:cubicBezTo>
                    <a:pt x="1264" y="0"/>
                    <a:pt x="545" y="372"/>
                    <a:pt x="304" y="1115"/>
                  </a:cubicBezTo>
                  <a:cubicBezTo>
                    <a:pt x="0" y="2118"/>
                    <a:pt x="730" y="3182"/>
                    <a:pt x="1794" y="3242"/>
                  </a:cubicBezTo>
                  <a:cubicBezTo>
                    <a:pt x="1834" y="3244"/>
                    <a:pt x="1876" y="3246"/>
                    <a:pt x="1917" y="3246"/>
                  </a:cubicBezTo>
                  <a:cubicBezTo>
                    <a:pt x="2460" y="3246"/>
                    <a:pt x="3037" y="3058"/>
                    <a:pt x="3405" y="2634"/>
                  </a:cubicBezTo>
                  <a:cubicBezTo>
                    <a:pt x="3830" y="2239"/>
                    <a:pt x="3891" y="1571"/>
                    <a:pt x="3708" y="1054"/>
                  </a:cubicBezTo>
                  <a:cubicBezTo>
                    <a:pt x="3587" y="750"/>
                    <a:pt x="3405" y="476"/>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1"/>
            <p:cNvSpPr/>
            <p:nvPr/>
          </p:nvSpPr>
          <p:spPr>
            <a:xfrm rot="6508762">
              <a:off x="8635190" y="2269207"/>
              <a:ext cx="97858" cy="83042"/>
            </a:xfrm>
            <a:custGeom>
              <a:rect b="b" l="l" r="r" t="t"/>
              <a:pathLst>
                <a:path extrusionOk="0" h="7404" w="8725">
                  <a:moveTo>
                    <a:pt x="4501" y="1"/>
                  </a:moveTo>
                  <a:cubicBezTo>
                    <a:pt x="2841" y="1"/>
                    <a:pt x="1209" y="839"/>
                    <a:pt x="669" y="2559"/>
                  </a:cubicBezTo>
                  <a:cubicBezTo>
                    <a:pt x="1" y="4838"/>
                    <a:pt x="1672" y="7270"/>
                    <a:pt x="4013" y="7392"/>
                  </a:cubicBezTo>
                  <a:cubicBezTo>
                    <a:pt x="4128" y="7400"/>
                    <a:pt x="4243" y="7404"/>
                    <a:pt x="4359" y="7404"/>
                  </a:cubicBezTo>
                  <a:cubicBezTo>
                    <a:pt x="5567" y="7404"/>
                    <a:pt x="6828" y="6969"/>
                    <a:pt x="7660" y="6054"/>
                  </a:cubicBezTo>
                  <a:cubicBezTo>
                    <a:pt x="8542" y="5051"/>
                    <a:pt x="8724" y="3592"/>
                    <a:pt x="8329" y="2376"/>
                  </a:cubicBezTo>
                  <a:cubicBezTo>
                    <a:pt x="8055" y="1708"/>
                    <a:pt x="7600" y="1039"/>
                    <a:pt x="6961" y="674"/>
                  </a:cubicBezTo>
                  <a:cubicBezTo>
                    <a:pt x="6233" y="227"/>
                    <a:pt x="5363" y="1"/>
                    <a:pt x="4501"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1"/>
            <p:cNvSpPr/>
            <p:nvPr/>
          </p:nvSpPr>
          <p:spPr>
            <a:xfrm rot="6508762">
              <a:off x="8662315" y="2293430"/>
              <a:ext cx="43641" cy="36407"/>
            </a:xfrm>
            <a:custGeom>
              <a:rect b="b" l="l" r="r" t="t"/>
              <a:pathLst>
                <a:path extrusionOk="0" h="3246" w="3891">
                  <a:moveTo>
                    <a:pt x="2004" y="0"/>
                  </a:moveTo>
                  <a:cubicBezTo>
                    <a:pt x="1264" y="0"/>
                    <a:pt x="545" y="372"/>
                    <a:pt x="304" y="1115"/>
                  </a:cubicBezTo>
                  <a:cubicBezTo>
                    <a:pt x="0" y="2118"/>
                    <a:pt x="730" y="3182"/>
                    <a:pt x="1793" y="3242"/>
                  </a:cubicBezTo>
                  <a:cubicBezTo>
                    <a:pt x="1834" y="3244"/>
                    <a:pt x="1875" y="3246"/>
                    <a:pt x="1917" y="3246"/>
                  </a:cubicBezTo>
                  <a:cubicBezTo>
                    <a:pt x="2460" y="3246"/>
                    <a:pt x="3037" y="3058"/>
                    <a:pt x="3404" y="2634"/>
                  </a:cubicBezTo>
                  <a:cubicBezTo>
                    <a:pt x="3769" y="2239"/>
                    <a:pt x="3891" y="1571"/>
                    <a:pt x="3708" y="1054"/>
                  </a:cubicBezTo>
                  <a:cubicBezTo>
                    <a:pt x="3587" y="750"/>
                    <a:pt x="3404" y="476"/>
                    <a:pt x="3100" y="294"/>
                  </a:cubicBezTo>
                  <a:cubicBezTo>
                    <a:pt x="2770" y="98"/>
                    <a:pt x="2384"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1"/>
            <p:cNvSpPr/>
            <p:nvPr/>
          </p:nvSpPr>
          <p:spPr>
            <a:xfrm rot="6508762">
              <a:off x="8786553" y="2579591"/>
              <a:ext cx="98194" cy="82975"/>
            </a:xfrm>
            <a:custGeom>
              <a:rect b="b" l="l" r="r" t="t"/>
              <a:pathLst>
                <a:path extrusionOk="0" h="7398" w="8755">
                  <a:moveTo>
                    <a:pt x="4502" y="1"/>
                  </a:moveTo>
                  <a:cubicBezTo>
                    <a:pt x="2845" y="1"/>
                    <a:pt x="1219" y="839"/>
                    <a:pt x="699" y="2559"/>
                  </a:cubicBezTo>
                  <a:cubicBezTo>
                    <a:pt x="0" y="4839"/>
                    <a:pt x="1672" y="7270"/>
                    <a:pt x="4043" y="7392"/>
                  </a:cubicBezTo>
                  <a:cubicBezTo>
                    <a:pt x="4127" y="7396"/>
                    <a:pt x="4212" y="7398"/>
                    <a:pt x="4298" y="7398"/>
                  </a:cubicBezTo>
                  <a:cubicBezTo>
                    <a:pt x="5510" y="7398"/>
                    <a:pt x="6839" y="6991"/>
                    <a:pt x="7690" y="6054"/>
                  </a:cubicBezTo>
                  <a:cubicBezTo>
                    <a:pt x="8572" y="4991"/>
                    <a:pt x="8754" y="3562"/>
                    <a:pt x="8329" y="2376"/>
                  </a:cubicBezTo>
                  <a:cubicBezTo>
                    <a:pt x="8055" y="1708"/>
                    <a:pt x="7599" y="1039"/>
                    <a:pt x="6961" y="674"/>
                  </a:cubicBezTo>
                  <a:cubicBezTo>
                    <a:pt x="6233" y="227"/>
                    <a:pt x="5363"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1"/>
            <p:cNvSpPr/>
            <p:nvPr/>
          </p:nvSpPr>
          <p:spPr>
            <a:xfrm rot="6508762">
              <a:off x="8813946" y="2603717"/>
              <a:ext cx="43304" cy="36485"/>
            </a:xfrm>
            <a:custGeom>
              <a:rect b="b" l="l" r="r" t="t"/>
              <a:pathLst>
                <a:path extrusionOk="0" h="3253" w="3861">
                  <a:moveTo>
                    <a:pt x="1989" y="0"/>
                  </a:moveTo>
                  <a:cubicBezTo>
                    <a:pt x="1250" y="0"/>
                    <a:pt x="525" y="372"/>
                    <a:pt x="304" y="1115"/>
                  </a:cubicBezTo>
                  <a:cubicBezTo>
                    <a:pt x="0" y="2118"/>
                    <a:pt x="730" y="3182"/>
                    <a:pt x="1763" y="3242"/>
                  </a:cubicBezTo>
                  <a:cubicBezTo>
                    <a:pt x="1828" y="3249"/>
                    <a:pt x="1893" y="3253"/>
                    <a:pt x="1960" y="3253"/>
                  </a:cubicBezTo>
                  <a:cubicBezTo>
                    <a:pt x="2486" y="3253"/>
                    <a:pt x="3050" y="3040"/>
                    <a:pt x="3374" y="2635"/>
                  </a:cubicBezTo>
                  <a:cubicBezTo>
                    <a:pt x="3800" y="2239"/>
                    <a:pt x="3860" y="1571"/>
                    <a:pt x="3678" y="1054"/>
                  </a:cubicBezTo>
                  <a:cubicBezTo>
                    <a:pt x="3556"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1"/>
            <p:cNvSpPr/>
            <p:nvPr/>
          </p:nvSpPr>
          <p:spPr>
            <a:xfrm rot="6508762">
              <a:off x="8727668" y="2756295"/>
              <a:ext cx="97858" cy="82975"/>
            </a:xfrm>
            <a:custGeom>
              <a:rect b="b" l="l" r="r" t="t"/>
              <a:pathLst>
                <a:path extrusionOk="0" h="7398" w="8725">
                  <a:moveTo>
                    <a:pt x="4472" y="1"/>
                  </a:moveTo>
                  <a:cubicBezTo>
                    <a:pt x="2815" y="1"/>
                    <a:pt x="1189" y="839"/>
                    <a:pt x="669" y="2559"/>
                  </a:cubicBezTo>
                  <a:cubicBezTo>
                    <a:pt x="1" y="4839"/>
                    <a:pt x="1673" y="7270"/>
                    <a:pt x="4013" y="7392"/>
                  </a:cubicBezTo>
                  <a:cubicBezTo>
                    <a:pt x="4097" y="7396"/>
                    <a:pt x="4182" y="7398"/>
                    <a:pt x="4268" y="7398"/>
                  </a:cubicBezTo>
                  <a:cubicBezTo>
                    <a:pt x="5480" y="7398"/>
                    <a:pt x="6809" y="6991"/>
                    <a:pt x="7660" y="6054"/>
                  </a:cubicBezTo>
                  <a:cubicBezTo>
                    <a:pt x="8542" y="4991"/>
                    <a:pt x="8724" y="3562"/>
                    <a:pt x="8299" y="2376"/>
                  </a:cubicBezTo>
                  <a:cubicBezTo>
                    <a:pt x="8056" y="1708"/>
                    <a:pt x="7600" y="1039"/>
                    <a:pt x="6931" y="674"/>
                  </a:cubicBezTo>
                  <a:cubicBezTo>
                    <a:pt x="6203" y="227"/>
                    <a:pt x="5333" y="1"/>
                    <a:pt x="447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1"/>
            <p:cNvSpPr/>
            <p:nvPr/>
          </p:nvSpPr>
          <p:spPr>
            <a:xfrm rot="6508762">
              <a:off x="8754723" y="2780421"/>
              <a:ext cx="43641" cy="36485"/>
            </a:xfrm>
            <a:custGeom>
              <a:rect b="b" l="l" r="r" t="t"/>
              <a:pathLst>
                <a:path extrusionOk="0" h="3253" w="3891">
                  <a:moveTo>
                    <a:pt x="1989" y="0"/>
                  </a:moveTo>
                  <a:cubicBezTo>
                    <a:pt x="1250" y="0"/>
                    <a:pt x="525" y="372"/>
                    <a:pt x="304" y="1115"/>
                  </a:cubicBezTo>
                  <a:cubicBezTo>
                    <a:pt x="0" y="2118"/>
                    <a:pt x="730" y="3182"/>
                    <a:pt x="1794" y="3242"/>
                  </a:cubicBezTo>
                  <a:cubicBezTo>
                    <a:pt x="1858" y="3249"/>
                    <a:pt x="1923" y="3253"/>
                    <a:pt x="1989" y="3253"/>
                  </a:cubicBezTo>
                  <a:cubicBezTo>
                    <a:pt x="2510" y="3253"/>
                    <a:pt x="3050" y="3040"/>
                    <a:pt x="3374" y="2635"/>
                  </a:cubicBezTo>
                  <a:cubicBezTo>
                    <a:pt x="3800" y="2239"/>
                    <a:pt x="3891" y="1571"/>
                    <a:pt x="3678" y="1054"/>
                  </a:cubicBezTo>
                  <a:cubicBezTo>
                    <a:pt x="3587"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n columns">
  <p:cSld name="CUSTOM_9">
    <p:spTree>
      <p:nvGrpSpPr>
        <p:cNvPr id="568" name="Shape 568"/>
        <p:cNvGrpSpPr/>
        <p:nvPr/>
      </p:nvGrpSpPr>
      <p:grpSpPr>
        <a:xfrm>
          <a:off x="0" y="0"/>
          <a:ext cx="0" cy="0"/>
          <a:chOff x="0" y="0"/>
          <a:chExt cx="0" cy="0"/>
        </a:xfrm>
      </p:grpSpPr>
      <p:grpSp>
        <p:nvGrpSpPr>
          <p:cNvPr id="569" name="Google Shape;569;p22"/>
          <p:cNvGrpSpPr/>
          <p:nvPr/>
        </p:nvGrpSpPr>
        <p:grpSpPr>
          <a:xfrm>
            <a:off x="-244" y="24"/>
            <a:ext cx="9144155" cy="5165694"/>
            <a:chOff x="-244" y="24"/>
            <a:chExt cx="9144155" cy="5165694"/>
          </a:xfrm>
        </p:grpSpPr>
        <p:sp>
          <p:nvSpPr>
            <p:cNvPr id="570" name="Google Shape;570;p22"/>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2"/>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22"/>
          <p:cNvGrpSpPr/>
          <p:nvPr/>
        </p:nvGrpSpPr>
        <p:grpSpPr>
          <a:xfrm>
            <a:off x="303630" y="306525"/>
            <a:ext cx="8536741" cy="4552701"/>
            <a:chOff x="2434200" y="841500"/>
            <a:chExt cx="4622450" cy="3053250"/>
          </a:xfrm>
        </p:grpSpPr>
        <p:sp>
          <p:nvSpPr>
            <p:cNvPr id="573" name="Google Shape;573;p22"/>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2"/>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5" name="Google Shape;575;p22"/>
          <p:cNvSpPr txBox="1"/>
          <p:nvPr>
            <p:ph idx="1" type="subTitle"/>
          </p:nvPr>
        </p:nvSpPr>
        <p:spPr>
          <a:xfrm>
            <a:off x="1396813" y="195855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76" name="Google Shape;576;p22"/>
          <p:cNvSpPr txBox="1"/>
          <p:nvPr>
            <p:ph idx="2" type="subTitle"/>
          </p:nvPr>
        </p:nvSpPr>
        <p:spPr>
          <a:xfrm>
            <a:off x="1396788" y="263140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77" name="Google Shape;577;p22"/>
          <p:cNvSpPr txBox="1"/>
          <p:nvPr>
            <p:ph idx="3" type="subTitle"/>
          </p:nvPr>
        </p:nvSpPr>
        <p:spPr>
          <a:xfrm>
            <a:off x="1396813" y="330425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78" name="Google Shape;578;p22"/>
          <p:cNvSpPr txBox="1"/>
          <p:nvPr>
            <p:ph idx="4" type="subTitle"/>
          </p:nvPr>
        </p:nvSpPr>
        <p:spPr>
          <a:xfrm>
            <a:off x="1396788" y="397710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79" name="Google Shape;579;p22"/>
          <p:cNvSpPr txBox="1"/>
          <p:nvPr>
            <p:ph type="title"/>
          </p:nvPr>
        </p:nvSpPr>
        <p:spPr>
          <a:xfrm>
            <a:off x="720000" y="411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0" name="Google Shape;580;p22"/>
          <p:cNvSpPr txBox="1"/>
          <p:nvPr>
            <p:ph idx="5" type="subTitle"/>
          </p:nvPr>
        </p:nvSpPr>
        <p:spPr>
          <a:xfrm>
            <a:off x="1396813" y="128570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81" name="Google Shape;581;p22"/>
          <p:cNvSpPr txBox="1"/>
          <p:nvPr>
            <p:ph idx="6" type="subTitle"/>
          </p:nvPr>
        </p:nvSpPr>
        <p:spPr>
          <a:xfrm>
            <a:off x="5369987" y="195855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82" name="Google Shape;582;p22"/>
          <p:cNvSpPr txBox="1"/>
          <p:nvPr>
            <p:ph idx="7" type="subTitle"/>
          </p:nvPr>
        </p:nvSpPr>
        <p:spPr>
          <a:xfrm>
            <a:off x="5369962" y="263140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83" name="Google Shape;583;p22"/>
          <p:cNvSpPr txBox="1"/>
          <p:nvPr>
            <p:ph idx="8" type="subTitle"/>
          </p:nvPr>
        </p:nvSpPr>
        <p:spPr>
          <a:xfrm>
            <a:off x="5369987" y="330425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84" name="Google Shape;584;p22"/>
          <p:cNvSpPr txBox="1"/>
          <p:nvPr>
            <p:ph idx="9" type="subTitle"/>
          </p:nvPr>
        </p:nvSpPr>
        <p:spPr>
          <a:xfrm>
            <a:off x="5369962" y="397710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85" name="Google Shape;585;p22"/>
          <p:cNvSpPr txBox="1"/>
          <p:nvPr>
            <p:ph idx="13" type="subTitle"/>
          </p:nvPr>
        </p:nvSpPr>
        <p:spPr>
          <a:xfrm>
            <a:off x="5369987" y="1285700"/>
            <a:ext cx="3060900" cy="4740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86" name="Google Shape;58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587" name="Google Shape;587;p22"/>
          <p:cNvGrpSpPr/>
          <p:nvPr/>
        </p:nvGrpSpPr>
        <p:grpSpPr>
          <a:xfrm>
            <a:off x="8463581" y="73363"/>
            <a:ext cx="600579" cy="696338"/>
            <a:chOff x="5815634" y="1650855"/>
            <a:chExt cx="452039" cy="524114"/>
          </a:xfrm>
        </p:grpSpPr>
        <p:sp>
          <p:nvSpPr>
            <p:cNvPr id="588" name="Google Shape;588;p2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4" name="Google Shape;594;p22"/>
          <p:cNvGrpSpPr/>
          <p:nvPr/>
        </p:nvGrpSpPr>
        <p:grpSpPr>
          <a:xfrm>
            <a:off x="8463581" y="899463"/>
            <a:ext cx="600579" cy="696338"/>
            <a:chOff x="5815634" y="1650855"/>
            <a:chExt cx="452039" cy="524114"/>
          </a:xfrm>
        </p:grpSpPr>
        <p:sp>
          <p:nvSpPr>
            <p:cNvPr id="595" name="Google Shape;595;p2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 name="Google Shape;601;p22"/>
          <p:cNvGrpSpPr/>
          <p:nvPr/>
        </p:nvGrpSpPr>
        <p:grpSpPr>
          <a:xfrm>
            <a:off x="43231" y="4373713"/>
            <a:ext cx="600579" cy="696338"/>
            <a:chOff x="5815634" y="1650855"/>
            <a:chExt cx="452039" cy="524114"/>
          </a:xfrm>
        </p:grpSpPr>
        <p:sp>
          <p:nvSpPr>
            <p:cNvPr id="602" name="Google Shape;602;p2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6">
    <p:spTree>
      <p:nvGrpSpPr>
        <p:cNvPr id="608" name="Shape 608"/>
        <p:cNvGrpSpPr/>
        <p:nvPr/>
      </p:nvGrpSpPr>
      <p:grpSpPr>
        <a:xfrm>
          <a:off x="0" y="0"/>
          <a:ext cx="0" cy="0"/>
          <a:chOff x="0" y="0"/>
          <a:chExt cx="0" cy="0"/>
        </a:xfrm>
      </p:grpSpPr>
      <p:grpSp>
        <p:nvGrpSpPr>
          <p:cNvPr id="609" name="Google Shape;609;p23"/>
          <p:cNvGrpSpPr/>
          <p:nvPr/>
        </p:nvGrpSpPr>
        <p:grpSpPr>
          <a:xfrm>
            <a:off x="-244" y="24"/>
            <a:ext cx="9144155" cy="5165694"/>
            <a:chOff x="-244" y="24"/>
            <a:chExt cx="9144155" cy="5165694"/>
          </a:xfrm>
        </p:grpSpPr>
        <p:sp>
          <p:nvSpPr>
            <p:cNvPr id="610" name="Google Shape;610;p23"/>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3"/>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 name="Google Shape;612;p23"/>
          <p:cNvGrpSpPr/>
          <p:nvPr/>
        </p:nvGrpSpPr>
        <p:grpSpPr>
          <a:xfrm>
            <a:off x="303630" y="306525"/>
            <a:ext cx="8536741" cy="4552701"/>
            <a:chOff x="2434200" y="841500"/>
            <a:chExt cx="4622450" cy="3053250"/>
          </a:xfrm>
        </p:grpSpPr>
        <p:sp>
          <p:nvSpPr>
            <p:cNvPr id="613" name="Google Shape;613;p23"/>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3"/>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5" name="Google Shape;615;p23"/>
          <p:cNvSpPr txBox="1"/>
          <p:nvPr>
            <p:ph type="title"/>
          </p:nvPr>
        </p:nvSpPr>
        <p:spPr>
          <a:xfrm>
            <a:off x="1074575" y="2039025"/>
            <a:ext cx="3218700" cy="8826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16" name="Google Shape;616;p23"/>
          <p:cNvSpPr txBox="1"/>
          <p:nvPr>
            <p:ph idx="1" type="subTitle"/>
          </p:nvPr>
        </p:nvSpPr>
        <p:spPr>
          <a:xfrm>
            <a:off x="1319225" y="2845500"/>
            <a:ext cx="2729400" cy="97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17" name="Google Shape;61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618" name="Google Shape;618;p23"/>
          <p:cNvGrpSpPr/>
          <p:nvPr/>
        </p:nvGrpSpPr>
        <p:grpSpPr>
          <a:xfrm>
            <a:off x="-61900" y="0"/>
            <a:ext cx="1360250" cy="919525"/>
            <a:chOff x="-286950" y="732175"/>
            <a:chExt cx="1360250" cy="919525"/>
          </a:xfrm>
        </p:grpSpPr>
        <p:sp>
          <p:nvSpPr>
            <p:cNvPr id="619" name="Google Shape;619;p23"/>
            <p:cNvSpPr/>
            <p:nvPr/>
          </p:nvSpPr>
          <p:spPr>
            <a:xfrm flipH="1" rot="10800000">
              <a:off x="-286950" y="732175"/>
              <a:ext cx="1360250" cy="919525"/>
            </a:xfrm>
            <a:custGeom>
              <a:rect b="b" l="l" r="r" t="t"/>
              <a:pathLst>
                <a:path extrusionOk="0" h="36781" w="54410">
                  <a:moveTo>
                    <a:pt x="43930" y="1"/>
                  </a:moveTo>
                  <a:cubicBezTo>
                    <a:pt x="35713" y="1"/>
                    <a:pt x="25156" y="320"/>
                    <a:pt x="24986" y="792"/>
                  </a:cubicBezTo>
                  <a:cubicBezTo>
                    <a:pt x="24743" y="1552"/>
                    <a:pt x="30427" y="7722"/>
                    <a:pt x="30427" y="7722"/>
                  </a:cubicBezTo>
                  <a:cubicBezTo>
                    <a:pt x="30427" y="7722"/>
                    <a:pt x="4074" y="31461"/>
                    <a:pt x="1" y="36780"/>
                  </a:cubicBezTo>
                  <a:lnTo>
                    <a:pt x="32099" y="36780"/>
                  </a:lnTo>
                  <a:cubicBezTo>
                    <a:pt x="36962" y="32008"/>
                    <a:pt x="45929" y="23649"/>
                    <a:pt x="45929" y="23649"/>
                  </a:cubicBezTo>
                  <a:cubicBezTo>
                    <a:pt x="45929" y="23649"/>
                    <a:pt x="51860" y="29464"/>
                    <a:pt x="52888" y="29464"/>
                  </a:cubicBezTo>
                  <a:cubicBezTo>
                    <a:pt x="52911" y="29464"/>
                    <a:pt x="52932" y="29461"/>
                    <a:pt x="52950" y="29455"/>
                  </a:cubicBezTo>
                  <a:cubicBezTo>
                    <a:pt x="53862" y="29181"/>
                    <a:pt x="54409" y="1096"/>
                    <a:pt x="53467" y="397"/>
                  </a:cubicBezTo>
                  <a:cubicBezTo>
                    <a:pt x="53098" y="120"/>
                    <a:pt x="48951" y="1"/>
                    <a:pt x="4393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3"/>
            <p:cNvSpPr/>
            <p:nvPr/>
          </p:nvSpPr>
          <p:spPr>
            <a:xfrm flipH="1" rot="10800000">
              <a:off x="469900" y="1127325"/>
              <a:ext cx="326025" cy="334375"/>
            </a:xfrm>
            <a:custGeom>
              <a:rect b="b" l="l" r="r" t="t"/>
              <a:pathLst>
                <a:path extrusionOk="0" h="13375" w="13041">
                  <a:moveTo>
                    <a:pt x="275" y="1"/>
                  </a:moveTo>
                  <a:lnTo>
                    <a:pt x="1" y="274"/>
                  </a:lnTo>
                  <a:cubicBezTo>
                    <a:pt x="92" y="335"/>
                    <a:pt x="6384" y="7235"/>
                    <a:pt x="12767" y="13375"/>
                  </a:cubicBezTo>
                  <a:lnTo>
                    <a:pt x="13041" y="13101"/>
                  </a:lnTo>
                  <a:cubicBezTo>
                    <a:pt x="6658" y="6931"/>
                    <a:pt x="335" y="92"/>
                    <a:pt x="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6_1">
    <p:spTree>
      <p:nvGrpSpPr>
        <p:cNvPr id="621" name="Shape 621"/>
        <p:cNvGrpSpPr/>
        <p:nvPr/>
      </p:nvGrpSpPr>
      <p:grpSpPr>
        <a:xfrm>
          <a:off x="0" y="0"/>
          <a:ext cx="0" cy="0"/>
          <a:chOff x="0" y="0"/>
          <a:chExt cx="0" cy="0"/>
        </a:xfrm>
      </p:grpSpPr>
      <p:grpSp>
        <p:nvGrpSpPr>
          <p:cNvPr id="622" name="Google Shape;622;p24"/>
          <p:cNvGrpSpPr/>
          <p:nvPr/>
        </p:nvGrpSpPr>
        <p:grpSpPr>
          <a:xfrm>
            <a:off x="-244" y="24"/>
            <a:ext cx="9144155" cy="5165694"/>
            <a:chOff x="-244" y="24"/>
            <a:chExt cx="9144155" cy="5165694"/>
          </a:xfrm>
        </p:grpSpPr>
        <p:sp>
          <p:nvSpPr>
            <p:cNvPr id="623" name="Google Shape;623;p24"/>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4"/>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24"/>
          <p:cNvGrpSpPr/>
          <p:nvPr/>
        </p:nvGrpSpPr>
        <p:grpSpPr>
          <a:xfrm>
            <a:off x="303630" y="306525"/>
            <a:ext cx="8536741" cy="4552701"/>
            <a:chOff x="2434200" y="841500"/>
            <a:chExt cx="4622450" cy="3053250"/>
          </a:xfrm>
        </p:grpSpPr>
        <p:sp>
          <p:nvSpPr>
            <p:cNvPr id="626" name="Google Shape;626;p24"/>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4"/>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8" name="Google Shape;628;p24"/>
          <p:cNvSpPr txBox="1"/>
          <p:nvPr>
            <p:ph idx="1" type="subTitle"/>
          </p:nvPr>
        </p:nvSpPr>
        <p:spPr>
          <a:xfrm>
            <a:off x="1092025" y="2243425"/>
            <a:ext cx="2196600" cy="111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29" name="Google Shape;62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630" name="Google Shape;630;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631" name="Google Shape;631;p24"/>
          <p:cNvGrpSpPr/>
          <p:nvPr/>
        </p:nvGrpSpPr>
        <p:grpSpPr>
          <a:xfrm>
            <a:off x="3807559" y="4469092"/>
            <a:ext cx="452039" cy="524114"/>
            <a:chOff x="5815634" y="1650855"/>
            <a:chExt cx="452039" cy="524114"/>
          </a:xfrm>
        </p:grpSpPr>
        <p:sp>
          <p:nvSpPr>
            <p:cNvPr id="632" name="Google Shape;632;p24"/>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4"/>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4"/>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4"/>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4"/>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1">
    <p:spTree>
      <p:nvGrpSpPr>
        <p:cNvPr id="638" name="Shape 638"/>
        <p:cNvGrpSpPr/>
        <p:nvPr/>
      </p:nvGrpSpPr>
      <p:grpSpPr>
        <a:xfrm>
          <a:off x="0" y="0"/>
          <a:ext cx="0" cy="0"/>
          <a:chOff x="0" y="0"/>
          <a:chExt cx="0" cy="0"/>
        </a:xfrm>
      </p:grpSpPr>
      <p:grpSp>
        <p:nvGrpSpPr>
          <p:cNvPr id="639" name="Google Shape;639;p25"/>
          <p:cNvGrpSpPr/>
          <p:nvPr/>
        </p:nvGrpSpPr>
        <p:grpSpPr>
          <a:xfrm>
            <a:off x="-244" y="24"/>
            <a:ext cx="9144155" cy="5165694"/>
            <a:chOff x="-244" y="24"/>
            <a:chExt cx="9144155" cy="5165694"/>
          </a:xfrm>
        </p:grpSpPr>
        <p:sp>
          <p:nvSpPr>
            <p:cNvPr id="640" name="Google Shape;640;p25"/>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5"/>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 name="Google Shape;642;p25"/>
          <p:cNvGrpSpPr/>
          <p:nvPr/>
        </p:nvGrpSpPr>
        <p:grpSpPr>
          <a:xfrm>
            <a:off x="303630" y="306525"/>
            <a:ext cx="8536741" cy="4552701"/>
            <a:chOff x="2434200" y="841500"/>
            <a:chExt cx="4622450" cy="3053250"/>
          </a:xfrm>
        </p:grpSpPr>
        <p:sp>
          <p:nvSpPr>
            <p:cNvPr id="643" name="Google Shape;643;p25"/>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 name="Google Shape;645;p25"/>
          <p:cNvSpPr txBox="1"/>
          <p:nvPr>
            <p:ph type="title"/>
          </p:nvPr>
        </p:nvSpPr>
        <p:spPr>
          <a:xfrm>
            <a:off x="720000" y="2554200"/>
            <a:ext cx="58641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46" name="Google Shape;646;p25"/>
          <p:cNvSpPr txBox="1"/>
          <p:nvPr>
            <p:ph hasCustomPrompt="1" idx="2" type="title"/>
          </p:nvPr>
        </p:nvSpPr>
        <p:spPr>
          <a:xfrm>
            <a:off x="3040300"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10000"/>
              <a:buNone/>
              <a:defRPr sz="6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647" name="Google Shape;647;p25"/>
          <p:cNvSpPr txBox="1"/>
          <p:nvPr>
            <p:ph idx="1" type="subTitle"/>
          </p:nvPr>
        </p:nvSpPr>
        <p:spPr>
          <a:xfrm>
            <a:off x="1224550" y="3478300"/>
            <a:ext cx="4854600" cy="589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1_1">
    <p:spTree>
      <p:nvGrpSpPr>
        <p:cNvPr id="648" name="Shape 648"/>
        <p:cNvGrpSpPr/>
        <p:nvPr/>
      </p:nvGrpSpPr>
      <p:grpSpPr>
        <a:xfrm>
          <a:off x="0" y="0"/>
          <a:ext cx="0" cy="0"/>
          <a:chOff x="0" y="0"/>
          <a:chExt cx="0" cy="0"/>
        </a:xfrm>
      </p:grpSpPr>
      <p:grpSp>
        <p:nvGrpSpPr>
          <p:cNvPr id="649" name="Google Shape;649;p26"/>
          <p:cNvGrpSpPr/>
          <p:nvPr/>
        </p:nvGrpSpPr>
        <p:grpSpPr>
          <a:xfrm>
            <a:off x="-244" y="24"/>
            <a:ext cx="9144155" cy="5165694"/>
            <a:chOff x="-244" y="24"/>
            <a:chExt cx="9144155" cy="5165694"/>
          </a:xfrm>
        </p:grpSpPr>
        <p:sp>
          <p:nvSpPr>
            <p:cNvPr id="650" name="Google Shape;650;p26"/>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6"/>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 name="Google Shape;652;p26"/>
          <p:cNvGrpSpPr/>
          <p:nvPr/>
        </p:nvGrpSpPr>
        <p:grpSpPr>
          <a:xfrm>
            <a:off x="303630" y="306525"/>
            <a:ext cx="8536741" cy="4552701"/>
            <a:chOff x="2434200" y="841500"/>
            <a:chExt cx="4622450" cy="3053250"/>
          </a:xfrm>
        </p:grpSpPr>
        <p:sp>
          <p:nvSpPr>
            <p:cNvPr id="653" name="Google Shape;653;p26"/>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6"/>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5" name="Google Shape;655;p26"/>
          <p:cNvSpPr txBox="1"/>
          <p:nvPr>
            <p:ph type="title"/>
          </p:nvPr>
        </p:nvSpPr>
        <p:spPr>
          <a:xfrm>
            <a:off x="2566775" y="2554200"/>
            <a:ext cx="58641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56" name="Google Shape;656;p26"/>
          <p:cNvSpPr txBox="1"/>
          <p:nvPr>
            <p:ph hasCustomPrompt="1" idx="2" type="title"/>
          </p:nvPr>
        </p:nvSpPr>
        <p:spPr>
          <a:xfrm>
            <a:off x="4887075"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10000"/>
              <a:buNone/>
              <a:defRPr sz="6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657" name="Google Shape;657;p26"/>
          <p:cNvSpPr txBox="1"/>
          <p:nvPr>
            <p:ph idx="1" type="subTitle"/>
          </p:nvPr>
        </p:nvSpPr>
        <p:spPr>
          <a:xfrm>
            <a:off x="3071325" y="3396000"/>
            <a:ext cx="4854600" cy="59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grpSp>
        <p:nvGrpSpPr>
          <p:cNvPr id="658" name="Google Shape;658;p26"/>
          <p:cNvGrpSpPr/>
          <p:nvPr/>
        </p:nvGrpSpPr>
        <p:grpSpPr>
          <a:xfrm>
            <a:off x="2619284" y="4431317"/>
            <a:ext cx="452039" cy="524114"/>
            <a:chOff x="5815634" y="1650855"/>
            <a:chExt cx="452039" cy="524114"/>
          </a:xfrm>
        </p:grpSpPr>
        <p:sp>
          <p:nvSpPr>
            <p:cNvPr id="659" name="Google Shape;659;p26"/>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6"/>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6"/>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6"/>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6"/>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6"/>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 name="Google Shape;665;p26"/>
          <p:cNvGrpSpPr/>
          <p:nvPr/>
        </p:nvGrpSpPr>
        <p:grpSpPr>
          <a:xfrm>
            <a:off x="2415209" y="156705"/>
            <a:ext cx="452039" cy="524114"/>
            <a:chOff x="5815634" y="1650855"/>
            <a:chExt cx="452039" cy="524114"/>
          </a:xfrm>
        </p:grpSpPr>
        <p:sp>
          <p:nvSpPr>
            <p:cNvPr id="666" name="Google Shape;666;p26"/>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6"/>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6"/>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6"/>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6"/>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6"/>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1_1_1">
    <p:spTree>
      <p:nvGrpSpPr>
        <p:cNvPr id="672" name="Shape 672"/>
        <p:cNvGrpSpPr/>
        <p:nvPr/>
      </p:nvGrpSpPr>
      <p:grpSpPr>
        <a:xfrm>
          <a:off x="0" y="0"/>
          <a:ext cx="0" cy="0"/>
          <a:chOff x="0" y="0"/>
          <a:chExt cx="0" cy="0"/>
        </a:xfrm>
      </p:grpSpPr>
      <p:grpSp>
        <p:nvGrpSpPr>
          <p:cNvPr id="673" name="Google Shape;673;p27"/>
          <p:cNvGrpSpPr/>
          <p:nvPr/>
        </p:nvGrpSpPr>
        <p:grpSpPr>
          <a:xfrm>
            <a:off x="-244" y="24"/>
            <a:ext cx="9144155" cy="5165694"/>
            <a:chOff x="-244" y="24"/>
            <a:chExt cx="9144155" cy="5165694"/>
          </a:xfrm>
        </p:grpSpPr>
        <p:sp>
          <p:nvSpPr>
            <p:cNvPr id="674" name="Google Shape;674;p27"/>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7"/>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27"/>
          <p:cNvGrpSpPr/>
          <p:nvPr/>
        </p:nvGrpSpPr>
        <p:grpSpPr>
          <a:xfrm>
            <a:off x="303630" y="306525"/>
            <a:ext cx="8536741" cy="4552701"/>
            <a:chOff x="2434200" y="841500"/>
            <a:chExt cx="4622450" cy="3053250"/>
          </a:xfrm>
        </p:grpSpPr>
        <p:sp>
          <p:nvSpPr>
            <p:cNvPr id="677" name="Google Shape;677;p27"/>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7"/>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9" name="Google Shape;679;p27"/>
          <p:cNvSpPr txBox="1"/>
          <p:nvPr>
            <p:ph type="title"/>
          </p:nvPr>
        </p:nvSpPr>
        <p:spPr>
          <a:xfrm>
            <a:off x="1243950" y="2554200"/>
            <a:ext cx="66561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80" name="Google Shape;680;p27"/>
          <p:cNvSpPr txBox="1"/>
          <p:nvPr>
            <p:ph hasCustomPrompt="1" idx="2" type="title"/>
          </p:nvPr>
        </p:nvSpPr>
        <p:spPr>
          <a:xfrm>
            <a:off x="3960450"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rtl="0" algn="ctr">
              <a:spcBef>
                <a:spcPts val="0"/>
              </a:spcBef>
              <a:spcAft>
                <a:spcPts val="0"/>
              </a:spcAft>
              <a:buSzPts val="10000"/>
              <a:buNone/>
              <a:defRPr sz="6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681" name="Google Shape;681;p27"/>
          <p:cNvSpPr txBox="1"/>
          <p:nvPr>
            <p:ph idx="1" type="subTitle"/>
          </p:nvPr>
        </p:nvSpPr>
        <p:spPr>
          <a:xfrm>
            <a:off x="2144700" y="3396000"/>
            <a:ext cx="4854600" cy="59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grpSp>
        <p:nvGrpSpPr>
          <p:cNvPr id="682" name="Google Shape;682;p27"/>
          <p:cNvGrpSpPr/>
          <p:nvPr/>
        </p:nvGrpSpPr>
        <p:grpSpPr>
          <a:xfrm>
            <a:off x="720009" y="4489817"/>
            <a:ext cx="452039" cy="524114"/>
            <a:chOff x="5815634" y="1650855"/>
            <a:chExt cx="452039" cy="524114"/>
          </a:xfrm>
        </p:grpSpPr>
        <p:sp>
          <p:nvSpPr>
            <p:cNvPr id="683" name="Google Shape;683;p2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 name="Google Shape;689;p27"/>
          <p:cNvGrpSpPr/>
          <p:nvPr/>
        </p:nvGrpSpPr>
        <p:grpSpPr>
          <a:xfrm>
            <a:off x="6307609" y="165417"/>
            <a:ext cx="452039" cy="524114"/>
            <a:chOff x="5815634" y="1650855"/>
            <a:chExt cx="452039" cy="524114"/>
          </a:xfrm>
        </p:grpSpPr>
        <p:sp>
          <p:nvSpPr>
            <p:cNvPr id="690" name="Google Shape;690;p2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696" name="Shape 696"/>
        <p:cNvGrpSpPr/>
        <p:nvPr/>
      </p:nvGrpSpPr>
      <p:grpSpPr>
        <a:xfrm>
          <a:off x="0" y="0"/>
          <a:ext cx="0" cy="0"/>
          <a:chOff x="0" y="0"/>
          <a:chExt cx="0" cy="0"/>
        </a:xfrm>
      </p:grpSpPr>
      <p:grpSp>
        <p:nvGrpSpPr>
          <p:cNvPr id="697" name="Google Shape;697;p28"/>
          <p:cNvGrpSpPr/>
          <p:nvPr/>
        </p:nvGrpSpPr>
        <p:grpSpPr>
          <a:xfrm>
            <a:off x="-244" y="24"/>
            <a:ext cx="9144155" cy="5165694"/>
            <a:chOff x="-244" y="24"/>
            <a:chExt cx="9144155" cy="5165694"/>
          </a:xfrm>
        </p:grpSpPr>
        <p:sp>
          <p:nvSpPr>
            <p:cNvPr id="698" name="Google Shape;698;p28"/>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8"/>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 name="Google Shape;700;p28"/>
          <p:cNvGrpSpPr/>
          <p:nvPr/>
        </p:nvGrpSpPr>
        <p:grpSpPr>
          <a:xfrm>
            <a:off x="303630" y="306525"/>
            <a:ext cx="8536741" cy="4552701"/>
            <a:chOff x="2434200" y="841500"/>
            <a:chExt cx="4622450" cy="3053250"/>
          </a:xfrm>
        </p:grpSpPr>
        <p:sp>
          <p:nvSpPr>
            <p:cNvPr id="701" name="Google Shape;701;p28"/>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8"/>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3" name="Google Shape;703;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4" name="Google Shape;704;p28"/>
          <p:cNvSpPr/>
          <p:nvPr/>
        </p:nvSpPr>
        <p:spPr>
          <a:xfrm rot="-5400000">
            <a:off x="8390397" y="31364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8"/>
          <p:cNvSpPr/>
          <p:nvPr/>
        </p:nvSpPr>
        <p:spPr>
          <a:xfrm flipH="1" rot="5400000">
            <a:off x="-150678" y="438989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706" name="Shape 706"/>
        <p:cNvGrpSpPr/>
        <p:nvPr/>
      </p:nvGrpSpPr>
      <p:grpSpPr>
        <a:xfrm>
          <a:off x="0" y="0"/>
          <a:ext cx="0" cy="0"/>
          <a:chOff x="0" y="0"/>
          <a:chExt cx="0" cy="0"/>
        </a:xfrm>
      </p:grpSpPr>
      <p:grpSp>
        <p:nvGrpSpPr>
          <p:cNvPr id="707" name="Google Shape;707;p29"/>
          <p:cNvGrpSpPr/>
          <p:nvPr/>
        </p:nvGrpSpPr>
        <p:grpSpPr>
          <a:xfrm>
            <a:off x="-244" y="24"/>
            <a:ext cx="9144155" cy="5165694"/>
            <a:chOff x="-244" y="24"/>
            <a:chExt cx="9144155" cy="5165694"/>
          </a:xfrm>
        </p:grpSpPr>
        <p:sp>
          <p:nvSpPr>
            <p:cNvPr id="708" name="Google Shape;708;p29"/>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9"/>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 name="Google Shape;710;p29"/>
          <p:cNvGrpSpPr/>
          <p:nvPr/>
        </p:nvGrpSpPr>
        <p:grpSpPr>
          <a:xfrm>
            <a:off x="303630" y="306525"/>
            <a:ext cx="8536741" cy="4552701"/>
            <a:chOff x="2434200" y="841500"/>
            <a:chExt cx="4622450" cy="3053250"/>
          </a:xfrm>
        </p:grpSpPr>
        <p:sp>
          <p:nvSpPr>
            <p:cNvPr id="711" name="Google Shape;711;p29"/>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9"/>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 name="Google Shape;713;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14" name="Google Shape;714;p29"/>
          <p:cNvGrpSpPr/>
          <p:nvPr/>
        </p:nvGrpSpPr>
        <p:grpSpPr>
          <a:xfrm>
            <a:off x="8350335" y="19176"/>
            <a:ext cx="768895" cy="625639"/>
            <a:chOff x="481275" y="890825"/>
            <a:chExt cx="1708275" cy="1390000"/>
          </a:xfrm>
        </p:grpSpPr>
        <p:sp>
          <p:nvSpPr>
            <p:cNvPr id="715" name="Google Shape;715;p29"/>
            <p:cNvSpPr/>
            <p:nvPr/>
          </p:nvSpPr>
          <p:spPr>
            <a:xfrm>
              <a:off x="548150" y="907600"/>
              <a:ext cx="631500" cy="1102625"/>
            </a:xfrm>
            <a:custGeom>
              <a:rect b="b" l="l" r="r" t="t"/>
              <a:pathLst>
                <a:path extrusionOk="0" h="44105" w="25260">
                  <a:moveTo>
                    <a:pt x="17539" y="0"/>
                  </a:moveTo>
                  <a:lnTo>
                    <a:pt x="16353" y="608"/>
                  </a:lnTo>
                  <a:cubicBezTo>
                    <a:pt x="7295" y="5411"/>
                    <a:pt x="1399" y="13952"/>
                    <a:pt x="548" y="23527"/>
                  </a:cubicBezTo>
                  <a:cubicBezTo>
                    <a:pt x="0" y="29910"/>
                    <a:pt x="1885" y="37873"/>
                    <a:pt x="5107" y="42949"/>
                  </a:cubicBezTo>
                  <a:lnTo>
                    <a:pt x="5867" y="44104"/>
                  </a:lnTo>
                  <a:lnTo>
                    <a:pt x="19211" y="35533"/>
                  </a:lnTo>
                  <a:lnTo>
                    <a:pt x="18451" y="34347"/>
                  </a:lnTo>
                  <a:cubicBezTo>
                    <a:pt x="16900" y="31916"/>
                    <a:pt x="15958" y="27843"/>
                    <a:pt x="16201" y="24742"/>
                  </a:cubicBezTo>
                  <a:cubicBezTo>
                    <a:pt x="16627" y="20062"/>
                    <a:pt x="19514" y="15897"/>
                    <a:pt x="23952" y="13557"/>
                  </a:cubicBezTo>
                  <a:lnTo>
                    <a:pt x="25259" y="12888"/>
                  </a:lnTo>
                  <a:lnTo>
                    <a:pt x="17539"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9"/>
            <p:cNvSpPr/>
            <p:nvPr/>
          </p:nvSpPr>
          <p:spPr>
            <a:xfrm>
              <a:off x="481275" y="891650"/>
              <a:ext cx="1147475" cy="1389175"/>
            </a:xfrm>
            <a:custGeom>
              <a:rect b="b" l="l" r="r" t="t"/>
              <a:pathLst>
                <a:path extrusionOk="0" h="55567" w="45899">
                  <a:moveTo>
                    <a:pt x="37205" y="0"/>
                  </a:moveTo>
                  <a:cubicBezTo>
                    <a:pt x="13040" y="1307"/>
                    <a:pt x="1" y="26596"/>
                    <a:pt x="14408" y="43983"/>
                  </a:cubicBezTo>
                  <a:cubicBezTo>
                    <a:pt x="21136" y="51974"/>
                    <a:pt x="30147" y="55566"/>
                    <a:pt x="38857" y="55566"/>
                  </a:cubicBezTo>
                  <a:cubicBezTo>
                    <a:pt x="41244" y="55566"/>
                    <a:pt x="43609" y="55296"/>
                    <a:pt x="45898" y="54773"/>
                  </a:cubicBezTo>
                  <a:lnTo>
                    <a:pt x="42494" y="43010"/>
                  </a:lnTo>
                  <a:cubicBezTo>
                    <a:pt x="41180" y="43315"/>
                    <a:pt x="39825" y="43473"/>
                    <a:pt x="38458" y="43473"/>
                  </a:cubicBezTo>
                  <a:cubicBezTo>
                    <a:pt x="33562" y="43473"/>
                    <a:pt x="28521" y="41452"/>
                    <a:pt x="24743" y="36961"/>
                  </a:cubicBezTo>
                  <a:cubicBezTo>
                    <a:pt x="16597" y="27113"/>
                    <a:pt x="23983" y="12857"/>
                    <a:pt x="37570" y="12098"/>
                  </a:cubicBezTo>
                  <a:lnTo>
                    <a:pt x="37205" y="0"/>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9"/>
            <p:cNvSpPr/>
            <p:nvPr/>
          </p:nvSpPr>
          <p:spPr>
            <a:xfrm>
              <a:off x="1627200" y="948625"/>
              <a:ext cx="519025" cy="509150"/>
            </a:xfrm>
            <a:custGeom>
              <a:rect b="b" l="l" r="r" t="t"/>
              <a:pathLst>
                <a:path extrusionOk="0" h="20366" w="20761">
                  <a:moveTo>
                    <a:pt x="5958" y="1"/>
                  </a:moveTo>
                  <a:lnTo>
                    <a:pt x="0" y="11126"/>
                  </a:lnTo>
                  <a:cubicBezTo>
                    <a:pt x="3557" y="12585"/>
                    <a:pt x="6140" y="15259"/>
                    <a:pt x="7994" y="19424"/>
                  </a:cubicBezTo>
                  <a:cubicBezTo>
                    <a:pt x="8116" y="19697"/>
                    <a:pt x="8238" y="20001"/>
                    <a:pt x="8359" y="20366"/>
                  </a:cubicBezTo>
                  <a:lnTo>
                    <a:pt x="20761" y="16323"/>
                  </a:lnTo>
                  <a:cubicBezTo>
                    <a:pt x="20578" y="15776"/>
                    <a:pt x="20396" y="15199"/>
                    <a:pt x="20153" y="14712"/>
                  </a:cubicBezTo>
                  <a:cubicBezTo>
                    <a:pt x="16870" y="7357"/>
                    <a:pt x="12250" y="2584"/>
                    <a:pt x="595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9"/>
            <p:cNvSpPr/>
            <p:nvPr/>
          </p:nvSpPr>
          <p:spPr>
            <a:xfrm>
              <a:off x="1544375" y="1355925"/>
              <a:ext cx="645175" cy="906575"/>
            </a:xfrm>
            <a:custGeom>
              <a:rect b="b" l="l" r="r" t="t"/>
              <a:pathLst>
                <a:path extrusionOk="0" h="36263" w="25807">
                  <a:moveTo>
                    <a:pt x="24074" y="1"/>
                  </a:moveTo>
                  <a:lnTo>
                    <a:pt x="11672" y="4043"/>
                  </a:lnTo>
                  <a:cubicBezTo>
                    <a:pt x="12614" y="7022"/>
                    <a:pt x="12523" y="11521"/>
                    <a:pt x="11338" y="14773"/>
                  </a:cubicBezTo>
                  <a:cubicBezTo>
                    <a:pt x="9514" y="19910"/>
                    <a:pt x="5076" y="23345"/>
                    <a:pt x="0" y="24469"/>
                  </a:cubicBezTo>
                  <a:lnTo>
                    <a:pt x="3405" y="36263"/>
                  </a:lnTo>
                  <a:cubicBezTo>
                    <a:pt x="12432" y="34196"/>
                    <a:pt x="20244" y="28117"/>
                    <a:pt x="23526" y="19028"/>
                  </a:cubicBezTo>
                  <a:cubicBezTo>
                    <a:pt x="25593" y="13253"/>
                    <a:pt x="25806" y="5320"/>
                    <a:pt x="24074"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9"/>
            <p:cNvSpPr/>
            <p:nvPr/>
          </p:nvSpPr>
          <p:spPr>
            <a:xfrm>
              <a:off x="1411375" y="890825"/>
              <a:ext cx="364775" cy="335950"/>
            </a:xfrm>
            <a:custGeom>
              <a:rect b="b" l="l" r="r" t="t"/>
              <a:pathLst>
                <a:path extrusionOk="0" h="13438" w="14591">
                  <a:moveTo>
                    <a:pt x="1962" y="0"/>
                  </a:moveTo>
                  <a:cubicBezTo>
                    <a:pt x="1301" y="0"/>
                    <a:pt x="647" y="20"/>
                    <a:pt x="1" y="64"/>
                  </a:cubicBezTo>
                  <a:lnTo>
                    <a:pt x="366" y="12191"/>
                  </a:lnTo>
                  <a:cubicBezTo>
                    <a:pt x="845" y="12149"/>
                    <a:pt x="1332" y="12126"/>
                    <a:pt x="1824" y="12126"/>
                  </a:cubicBezTo>
                  <a:cubicBezTo>
                    <a:pt x="2393" y="12126"/>
                    <a:pt x="2971" y="12157"/>
                    <a:pt x="3557" y="12222"/>
                  </a:cubicBezTo>
                  <a:cubicBezTo>
                    <a:pt x="5442" y="12404"/>
                    <a:pt x="7114" y="12799"/>
                    <a:pt x="8633" y="13438"/>
                  </a:cubicBezTo>
                  <a:lnTo>
                    <a:pt x="14591" y="2313"/>
                  </a:lnTo>
                  <a:cubicBezTo>
                    <a:pt x="11916" y="1219"/>
                    <a:pt x="8968" y="519"/>
                    <a:pt x="5655" y="185"/>
                  </a:cubicBezTo>
                  <a:cubicBezTo>
                    <a:pt x="4398" y="67"/>
                    <a:pt x="3168" y="0"/>
                    <a:pt x="19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 name="Google Shape;720;p29"/>
          <p:cNvGrpSpPr/>
          <p:nvPr/>
        </p:nvGrpSpPr>
        <p:grpSpPr>
          <a:xfrm rot="-5400000">
            <a:off x="-580562" y="3738745"/>
            <a:ext cx="1955999" cy="703517"/>
            <a:chOff x="3365825" y="3411425"/>
            <a:chExt cx="3866375" cy="1390625"/>
          </a:xfrm>
        </p:grpSpPr>
        <p:sp>
          <p:nvSpPr>
            <p:cNvPr id="721" name="Google Shape;721;p29"/>
            <p:cNvSpPr/>
            <p:nvPr/>
          </p:nvSpPr>
          <p:spPr>
            <a:xfrm>
              <a:off x="3510200" y="4007200"/>
              <a:ext cx="1109475" cy="718100"/>
            </a:xfrm>
            <a:custGeom>
              <a:rect b="b" l="l" r="r" t="t"/>
              <a:pathLst>
                <a:path extrusionOk="0" h="28724" w="44379">
                  <a:moveTo>
                    <a:pt x="44227" y="0"/>
                  </a:moveTo>
                  <a:lnTo>
                    <a:pt x="42069" y="486"/>
                  </a:lnTo>
                  <a:lnTo>
                    <a:pt x="42221" y="1216"/>
                  </a:lnTo>
                  <a:lnTo>
                    <a:pt x="44379" y="730"/>
                  </a:lnTo>
                  <a:lnTo>
                    <a:pt x="44227" y="0"/>
                  </a:lnTo>
                  <a:close/>
                  <a:moveTo>
                    <a:pt x="40275" y="912"/>
                  </a:moveTo>
                  <a:lnTo>
                    <a:pt x="38117" y="1398"/>
                  </a:lnTo>
                  <a:lnTo>
                    <a:pt x="38269" y="2128"/>
                  </a:lnTo>
                  <a:lnTo>
                    <a:pt x="40427" y="1641"/>
                  </a:lnTo>
                  <a:lnTo>
                    <a:pt x="40275" y="912"/>
                  </a:lnTo>
                  <a:close/>
                  <a:moveTo>
                    <a:pt x="36293" y="1824"/>
                  </a:moveTo>
                  <a:lnTo>
                    <a:pt x="34135" y="2310"/>
                  </a:lnTo>
                  <a:lnTo>
                    <a:pt x="34287" y="3040"/>
                  </a:lnTo>
                  <a:lnTo>
                    <a:pt x="36445" y="2553"/>
                  </a:lnTo>
                  <a:lnTo>
                    <a:pt x="36293" y="1824"/>
                  </a:lnTo>
                  <a:close/>
                  <a:moveTo>
                    <a:pt x="32312" y="2736"/>
                  </a:moveTo>
                  <a:lnTo>
                    <a:pt x="30153" y="3222"/>
                  </a:lnTo>
                  <a:lnTo>
                    <a:pt x="30305" y="3951"/>
                  </a:lnTo>
                  <a:lnTo>
                    <a:pt x="32464" y="3465"/>
                  </a:lnTo>
                  <a:lnTo>
                    <a:pt x="32312" y="2736"/>
                  </a:lnTo>
                  <a:close/>
                  <a:moveTo>
                    <a:pt x="28330" y="3617"/>
                  </a:moveTo>
                  <a:lnTo>
                    <a:pt x="26901" y="3951"/>
                  </a:lnTo>
                  <a:lnTo>
                    <a:pt x="26293" y="4863"/>
                  </a:lnTo>
                  <a:lnTo>
                    <a:pt x="26962" y="5289"/>
                  </a:lnTo>
                  <a:lnTo>
                    <a:pt x="27357" y="4590"/>
                  </a:lnTo>
                  <a:lnTo>
                    <a:pt x="28482" y="4316"/>
                  </a:lnTo>
                  <a:lnTo>
                    <a:pt x="28330" y="3617"/>
                  </a:lnTo>
                  <a:close/>
                  <a:moveTo>
                    <a:pt x="25229" y="6413"/>
                  </a:moveTo>
                  <a:lnTo>
                    <a:pt x="24014" y="8268"/>
                  </a:lnTo>
                  <a:lnTo>
                    <a:pt x="24682" y="8693"/>
                  </a:lnTo>
                  <a:lnTo>
                    <a:pt x="25898" y="6839"/>
                  </a:lnTo>
                  <a:lnTo>
                    <a:pt x="25229" y="6413"/>
                  </a:lnTo>
                  <a:close/>
                  <a:moveTo>
                    <a:pt x="23010" y="9787"/>
                  </a:moveTo>
                  <a:lnTo>
                    <a:pt x="21795" y="11672"/>
                  </a:lnTo>
                  <a:lnTo>
                    <a:pt x="22433" y="12067"/>
                  </a:lnTo>
                  <a:lnTo>
                    <a:pt x="23649" y="10213"/>
                  </a:lnTo>
                  <a:lnTo>
                    <a:pt x="23010" y="9787"/>
                  </a:lnTo>
                  <a:close/>
                  <a:moveTo>
                    <a:pt x="20761" y="13222"/>
                  </a:moveTo>
                  <a:lnTo>
                    <a:pt x="19545" y="15076"/>
                  </a:lnTo>
                  <a:lnTo>
                    <a:pt x="20184" y="15502"/>
                  </a:lnTo>
                  <a:lnTo>
                    <a:pt x="21399" y="13648"/>
                  </a:lnTo>
                  <a:lnTo>
                    <a:pt x="20761" y="13222"/>
                  </a:lnTo>
                  <a:close/>
                  <a:moveTo>
                    <a:pt x="18481" y="16626"/>
                  </a:moveTo>
                  <a:lnTo>
                    <a:pt x="17266" y="18511"/>
                  </a:lnTo>
                  <a:lnTo>
                    <a:pt x="17904" y="18906"/>
                  </a:lnTo>
                  <a:lnTo>
                    <a:pt x="19120" y="17052"/>
                  </a:lnTo>
                  <a:lnTo>
                    <a:pt x="18481" y="16626"/>
                  </a:lnTo>
                  <a:close/>
                  <a:moveTo>
                    <a:pt x="16263" y="20031"/>
                  </a:moveTo>
                  <a:lnTo>
                    <a:pt x="15472" y="21247"/>
                  </a:lnTo>
                  <a:lnTo>
                    <a:pt x="14986" y="21459"/>
                  </a:lnTo>
                  <a:lnTo>
                    <a:pt x="15290" y="22158"/>
                  </a:lnTo>
                  <a:lnTo>
                    <a:pt x="15959" y="21854"/>
                  </a:lnTo>
                  <a:lnTo>
                    <a:pt x="16931" y="20426"/>
                  </a:lnTo>
                  <a:lnTo>
                    <a:pt x="16263" y="20031"/>
                  </a:lnTo>
                  <a:close/>
                  <a:moveTo>
                    <a:pt x="13284" y="22219"/>
                  </a:moveTo>
                  <a:lnTo>
                    <a:pt x="11217" y="23131"/>
                  </a:lnTo>
                  <a:lnTo>
                    <a:pt x="11521" y="23830"/>
                  </a:lnTo>
                  <a:lnTo>
                    <a:pt x="13588" y="22918"/>
                  </a:lnTo>
                  <a:lnTo>
                    <a:pt x="13284" y="22219"/>
                  </a:lnTo>
                  <a:close/>
                  <a:moveTo>
                    <a:pt x="9545" y="23861"/>
                  </a:moveTo>
                  <a:lnTo>
                    <a:pt x="7509" y="24772"/>
                  </a:lnTo>
                  <a:lnTo>
                    <a:pt x="7813" y="25441"/>
                  </a:lnTo>
                  <a:lnTo>
                    <a:pt x="9849" y="24529"/>
                  </a:lnTo>
                  <a:lnTo>
                    <a:pt x="9545" y="23861"/>
                  </a:lnTo>
                  <a:close/>
                  <a:moveTo>
                    <a:pt x="5776" y="25502"/>
                  </a:moveTo>
                  <a:lnTo>
                    <a:pt x="3740" y="26414"/>
                  </a:lnTo>
                  <a:lnTo>
                    <a:pt x="4044" y="27082"/>
                  </a:lnTo>
                  <a:lnTo>
                    <a:pt x="6080" y="26171"/>
                  </a:lnTo>
                  <a:lnTo>
                    <a:pt x="5776" y="25502"/>
                  </a:lnTo>
                  <a:close/>
                  <a:moveTo>
                    <a:pt x="2068" y="27113"/>
                  </a:moveTo>
                  <a:lnTo>
                    <a:pt x="1" y="28025"/>
                  </a:lnTo>
                  <a:lnTo>
                    <a:pt x="305" y="28724"/>
                  </a:lnTo>
                  <a:lnTo>
                    <a:pt x="2372" y="27812"/>
                  </a:lnTo>
                  <a:lnTo>
                    <a:pt x="2068" y="27113"/>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9"/>
            <p:cNvSpPr/>
            <p:nvPr/>
          </p:nvSpPr>
          <p:spPr>
            <a:xfrm>
              <a:off x="4717675" y="3584700"/>
              <a:ext cx="193050" cy="349575"/>
            </a:xfrm>
            <a:custGeom>
              <a:rect b="b" l="l" r="r" t="t"/>
              <a:pathLst>
                <a:path extrusionOk="0" h="13983" w="7722">
                  <a:moveTo>
                    <a:pt x="7022" y="0"/>
                  </a:moveTo>
                  <a:lnTo>
                    <a:pt x="5958" y="2067"/>
                  </a:lnTo>
                  <a:lnTo>
                    <a:pt x="6657" y="2432"/>
                  </a:lnTo>
                  <a:lnTo>
                    <a:pt x="7721" y="334"/>
                  </a:lnTo>
                  <a:lnTo>
                    <a:pt x="7022" y="0"/>
                  </a:lnTo>
                  <a:close/>
                  <a:moveTo>
                    <a:pt x="5046" y="3860"/>
                  </a:moveTo>
                  <a:lnTo>
                    <a:pt x="3983" y="5958"/>
                  </a:lnTo>
                  <a:lnTo>
                    <a:pt x="4682" y="6292"/>
                  </a:lnTo>
                  <a:lnTo>
                    <a:pt x="5745" y="4195"/>
                  </a:lnTo>
                  <a:lnTo>
                    <a:pt x="5046" y="3860"/>
                  </a:lnTo>
                  <a:close/>
                  <a:moveTo>
                    <a:pt x="3071" y="7690"/>
                  </a:moveTo>
                  <a:lnTo>
                    <a:pt x="2007" y="9787"/>
                  </a:lnTo>
                  <a:lnTo>
                    <a:pt x="2706" y="10122"/>
                  </a:lnTo>
                  <a:lnTo>
                    <a:pt x="3770" y="8055"/>
                  </a:lnTo>
                  <a:lnTo>
                    <a:pt x="3071" y="7690"/>
                  </a:lnTo>
                  <a:close/>
                  <a:moveTo>
                    <a:pt x="1065" y="11550"/>
                  </a:moveTo>
                  <a:lnTo>
                    <a:pt x="1" y="13617"/>
                  </a:lnTo>
                  <a:lnTo>
                    <a:pt x="700" y="13982"/>
                  </a:lnTo>
                  <a:lnTo>
                    <a:pt x="1764" y="11885"/>
                  </a:lnTo>
                  <a:lnTo>
                    <a:pt x="1065" y="1155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9"/>
            <p:cNvSpPr/>
            <p:nvPr/>
          </p:nvSpPr>
          <p:spPr>
            <a:xfrm>
              <a:off x="5012525" y="3452475"/>
              <a:ext cx="466600" cy="68400"/>
            </a:xfrm>
            <a:custGeom>
              <a:rect b="b" l="l" r="r" t="t"/>
              <a:pathLst>
                <a:path extrusionOk="0" h="2736" w="18664">
                  <a:moveTo>
                    <a:pt x="18602" y="0"/>
                  </a:moveTo>
                  <a:lnTo>
                    <a:pt x="16353" y="213"/>
                  </a:lnTo>
                  <a:lnTo>
                    <a:pt x="16444" y="973"/>
                  </a:lnTo>
                  <a:lnTo>
                    <a:pt x="18663" y="760"/>
                  </a:lnTo>
                  <a:lnTo>
                    <a:pt x="18602" y="0"/>
                  </a:lnTo>
                  <a:close/>
                  <a:moveTo>
                    <a:pt x="14529" y="456"/>
                  </a:moveTo>
                  <a:lnTo>
                    <a:pt x="12310" y="669"/>
                  </a:lnTo>
                  <a:lnTo>
                    <a:pt x="12371" y="1429"/>
                  </a:lnTo>
                  <a:lnTo>
                    <a:pt x="14621" y="1216"/>
                  </a:lnTo>
                  <a:lnTo>
                    <a:pt x="14529" y="456"/>
                  </a:lnTo>
                  <a:close/>
                  <a:moveTo>
                    <a:pt x="10426" y="882"/>
                  </a:moveTo>
                  <a:lnTo>
                    <a:pt x="8177" y="1094"/>
                  </a:lnTo>
                  <a:lnTo>
                    <a:pt x="8268" y="1854"/>
                  </a:lnTo>
                  <a:lnTo>
                    <a:pt x="10517" y="1642"/>
                  </a:lnTo>
                  <a:lnTo>
                    <a:pt x="10426" y="882"/>
                  </a:lnTo>
                  <a:close/>
                  <a:moveTo>
                    <a:pt x="6323" y="1307"/>
                  </a:moveTo>
                  <a:lnTo>
                    <a:pt x="4104" y="1550"/>
                  </a:lnTo>
                  <a:lnTo>
                    <a:pt x="4164" y="2310"/>
                  </a:lnTo>
                  <a:lnTo>
                    <a:pt x="6414" y="2067"/>
                  </a:lnTo>
                  <a:lnTo>
                    <a:pt x="6323" y="1307"/>
                  </a:lnTo>
                  <a:close/>
                  <a:moveTo>
                    <a:pt x="2219" y="1733"/>
                  </a:moveTo>
                  <a:lnTo>
                    <a:pt x="0" y="1976"/>
                  </a:lnTo>
                  <a:lnTo>
                    <a:pt x="61" y="2736"/>
                  </a:lnTo>
                  <a:lnTo>
                    <a:pt x="2310" y="2493"/>
                  </a:lnTo>
                  <a:lnTo>
                    <a:pt x="2219" y="1733"/>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9"/>
            <p:cNvSpPr/>
            <p:nvPr/>
          </p:nvSpPr>
          <p:spPr>
            <a:xfrm>
              <a:off x="5571800" y="3520850"/>
              <a:ext cx="449875" cy="869350"/>
            </a:xfrm>
            <a:custGeom>
              <a:rect b="b" l="l" r="r" t="t"/>
              <a:pathLst>
                <a:path extrusionOk="0" h="34774" w="17995">
                  <a:moveTo>
                    <a:pt x="730" y="1"/>
                  </a:moveTo>
                  <a:lnTo>
                    <a:pt x="0" y="274"/>
                  </a:lnTo>
                  <a:lnTo>
                    <a:pt x="791" y="2311"/>
                  </a:lnTo>
                  <a:lnTo>
                    <a:pt x="1520" y="2037"/>
                  </a:lnTo>
                  <a:lnTo>
                    <a:pt x="730" y="1"/>
                  </a:lnTo>
                  <a:close/>
                  <a:moveTo>
                    <a:pt x="2159" y="3800"/>
                  </a:moveTo>
                  <a:lnTo>
                    <a:pt x="1429" y="4074"/>
                  </a:lnTo>
                  <a:lnTo>
                    <a:pt x="2250" y="6110"/>
                  </a:lnTo>
                  <a:lnTo>
                    <a:pt x="2949" y="5837"/>
                  </a:lnTo>
                  <a:lnTo>
                    <a:pt x="2159" y="3800"/>
                  </a:lnTo>
                  <a:close/>
                  <a:moveTo>
                    <a:pt x="3618" y="7600"/>
                  </a:moveTo>
                  <a:lnTo>
                    <a:pt x="2888" y="7873"/>
                  </a:lnTo>
                  <a:lnTo>
                    <a:pt x="3678" y="9910"/>
                  </a:lnTo>
                  <a:lnTo>
                    <a:pt x="4408" y="9636"/>
                  </a:lnTo>
                  <a:lnTo>
                    <a:pt x="3618" y="7600"/>
                  </a:lnTo>
                  <a:close/>
                  <a:moveTo>
                    <a:pt x="5077" y="11399"/>
                  </a:moveTo>
                  <a:lnTo>
                    <a:pt x="4377" y="11673"/>
                  </a:lnTo>
                  <a:lnTo>
                    <a:pt x="5168" y="13709"/>
                  </a:lnTo>
                  <a:lnTo>
                    <a:pt x="5897" y="13436"/>
                  </a:lnTo>
                  <a:lnTo>
                    <a:pt x="5077" y="11399"/>
                  </a:lnTo>
                  <a:close/>
                  <a:moveTo>
                    <a:pt x="6536" y="15168"/>
                  </a:moveTo>
                  <a:lnTo>
                    <a:pt x="5806" y="15411"/>
                  </a:lnTo>
                  <a:lnTo>
                    <a:pt x="6596" y="17478"/>
                  </a:lnTo>
                  <a:lnTo>
                    <a:pt x="7326" y="17205"/>
                  </a:lnTo>
                  <a:lnTo>
                    <a:pt x="6536" y="15168"/>
                  </a:lnTo>
                  <a:close/>
                  <a:moveTo>
                    <a:pt x="7964" y="18846"/>
                  </a:moveTo>
                  <a:lnTo>
                    <a:pt x="7326" y="19272"/>
                  </a:lnTo>
                  <a:lnTo>
                    <a:pt x="8542" y="21126"/>
                  </a:lnTo>
                  <a:lnTo>
                    <a:pt x="9180" y="20700"/>
                  </a:lnTo>
                  <a:lnTo>
                    <a:pt x="7964" y="18846"/>
                  </a:lnTo>
                  <a:close/>
                  <a:moveTo>
                    <a:pt x="10183" y="22220"/>
                  </a:moveTo>
                  <a:lnTo>
                    <a:pt x="9514" y="22646"/>
                  </a:lnTo>
                  <a:lnTo>
                    <a:pt x="10730" y="24500"/>
                  </a:lnTo>
                  <a:lnTo>
                    <a:pt x="11399" y="24074"/>
                  </a:lnTo>
                  <a:lnTo>
                    <a:pt x="10183" y="22220"/>
                  </a:lnTo>
                  <a:close/>
                  <a:moveTo>
                    <a:pt x="12371" y="25655"/>
                  </a:moveTo>
                  <a:lnTo>
                    <a:pt x="11733" y="26050"/>
                  </a:lnTo>
                  <a:lnTo>
                    <a:pt x="12949" y="27934"/>
                  </a:lnTo>
                  <a:lnTo>
                    <a:pt x="13587" y="27509"/>
                  </a:lnTo>
                  <a:lnTo>
                    <a:pt x="12371" y="25655"/>
                  </a:lnTo>
                  <a:close/>
                  <a:moveTo>
                    <a:pt x="14590" y="29059"/>
                  </a:moveTo>
                  <a:lnTo>
                    <a:pt x="13922" y="29485"/>
                  </a:lnTo>
                  <a:lnTo>
                    <a:pt x="15168" y="31339"/>
                  </a:lnTo>
                  <a:lnTo>
                    <a:pt x="15806" y="30913"/>
                  </a:lnTo>
                  <a:lnTo>
                    <a:pt x="14590" y="29059"/>
                  </a:lnTo>
                  <a:close/>
                  <a:moveTo>
                    <a:pt x="16779" y="32494"/>
                  </a:moveTo>
                  <a:lnTo>
                    <a:pt x="16141" y="32889"/>
                  </a:lnTo>
                  <a:lnTo>
                    <a:pt x="17356" y="34773"/>
                  </a:lnTo>
                  <a:lnTo>
                    <a:pt x="17995" y="34348"/>
                  </a:lnTo>
                  <a:lnTo>
                    <a:pt x="16779" y="3249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9"/>
            <p:cNvSpPr/>
            <p:nvPr/>
          </p:nvSpPr>
          <p:spPr>
            <a:xfrm>
              <a:off x="6109050" y="4086975"/>
              <a:ext cx="815375" cy="320700"/>
            </a:xfrm>
            <a:custGeom>
              <a:rect b="b" l="l" r="r" t="t"/>
              <a:pathLst>
                <a:path extrusionOk="0" h="12828" w="32615">
                  <a:moveTo>
                    <a:pt x="32524" y="1"/>
                  </a:moveTo>
                  <a:lnTo>
                    <a:pt x="30244" y="213"/>
                  </a:lnTo>
                  <a:lnTo>
                    <a:pt x="30335" y="973"/>
                  </a:lnTo>
                  <a:lnTo>
                    <a:pt x="32615" y="760"/>
                  </a:lnTo>
                  <a:lnTo>
                    <a:pt x="32524" y="1"/>
                  </a:lnTo>
                  <a:close/>
                  <a:moveTo>
                    <a:pt x="28359" y="396"/>
                  </a:moveTo>
                  <a:lnTo>
                    <a:pt x="26080" y="639"/>
                  </a:lnTo>
                  <a:lnTo>
                    <a:pt x="26141" y="1399"/>
                  </a:lnTo>
                  <a:lnTo>
                    <a:pt x="28420" y="1156"/>
                  </a:lnTo>
                  <a:lnTo>
                    <a:pt x="28359" y="396"/>
                  </a:lnTo>
                  <a:close/>
                  <a:moveTo>
                    <a:pt x="24165" y="791"/>
                  </a:moveTo>
                  <a:lnTo>
                    <a:pt x="21885" y="1034"/>
                  </a:lnTo>
                  <a:lnTo>
                    <a:pt x="21976" y="1794"/>
                  </a:lnTo>
                  <a:lnTo>
                    <a:pt x="24256" y="1551"/>
                  </a:lnTo>
                  <a:lnTo>
                    <a:pt x="24165" y="791"/>
                  </a:lnTo>
                  <a:close/>
                  <a:moveTo>
                    <a:pt x="19940" y="1216"/>
                  </a:moveTo>
                  <a:lnTo>
                    <a:pt x="17660" y="1429"/>
                  </a:lnTo>
                  <a:lnTo>
                    <a:pt x="17751" y="2189"/>
                  </a:lnTo>
                  <a:lnTo>
                    <a:pt x="20031" y="1976"/>
                  </a:lnTo>
                  <a:lnTo>
                    <a:pt x="19940" y="1216"/>
                  </a:lnTo>
                  <a:close/>
                  <a:moveTo>
                    <a:pt x="15776" y="1642"/>
                  </a:moveTo>
                  <a:lnTo>
                    <a:pt x="13496" y="1855"/>
                  </a:lnTo>
                  <a:lnTo>
                    <a:pt x="13557" y="2615"/>
                  </a:lnTo>
                  <a:lnTo>
                    <a:pt x="15867" y="2402"/>
                  </a:lnTo>
                  <a:lnTo>
                    <a:pt x="15776" y="1642"/>
                  </a:lnTo>
                  <a:close/>
                  <a:moveTo>
                    <a:pt x="11794" y="3071"/>
                  </a:moveTo>
                  <a:lnTo>
                    <a:pt x="9970" y="4469"/>
                  </a:lnTo>
                  <a:lnTo>
                    <a:pt x="10426" y="5077"/>
                  </a:lnTo>
                  <a:lnTo>
                    <a:pt x="12250" y="3678"/>
                  </a:lnTo>
                  <a:lnTo>
                    <a:pt x="11794" y="3071"/>
                  </a:lnTo>
                  <a:close/>
                  <a:moveTo>
                    <a:pt x="8481" y="5654"/>
                  </a:moveTo>
                  <a:lnTo>
                    <a:pt x="6657" y="7052"/>
                  </a:lnTo>
                  <a:lnTo>
                    <a:pt x="7113" y="7660"/>
                  </a:lnTo>
                  <a:lnTo>
                    <a:pt x="8937" y="6262"/>
                  </a:lnTo>
                  <a:lnTo>
                    <a:pt x="8481" y="5654"/>
                  </a:lnTo>
                  <a:close/>
                  <a:moveTo>
                    <a:pt x="5167" y="8238"/>
                  </a:moveTo>
                  <a:lnTo>
                    <a:pt x="3344" y="9636"/>
                  </a:lnTo>
                  <a:lnTo>
                    <a:pt x="3800" y="10244"/>
                  </a:lnTo>
                  <a:lnTo>
                    <a:pt x="5623" y="8846"/>
                  </a:lnTo>
                  <a:lnTo>
                    <a:pt x="5167" y="8238"/>
                  </a:lnTo>
                  <a:close/>
                  <a:moveTo>
                    <a:pt x="1824" y="10821"/>
                  </a:moveTo>
                  <a:lnTo>
                    <a:pt x="0" y="12220"/>
                  </a:lnTo>
                  <a:lnTo>
                    <a:pt x="456" y="12827"/>
                  </a:lnTo>
                  <a:lnTo>
                    <a:pt x="2280" y="11429"/>
                  </a:lnTo>
                  <a:lnTo>
                    <a:pt x="1824" y="1082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9"/>
            <p:cNvSpPr/>
            <p:nvPr/>
          </p:nvSpPr>
          <p:spPr>
            <a:xfrm>
              <a:off x="3365825" y="4716925"/>
              <a:ext cx="85900" cy="85125"/>
            </a:xfrm>
            <a:custGeom>
              <a:rect b="b" l="l" r="r" t="t"/>
              <a:pathLst>
                <a:path extrusionOk="0" h="3405" w="3436">
                  <a:moveTo>
                    <a:pt x="1733" y="0"/>
                  </a:moveTo>
                  <a:cubicBezTo>
                    <a:pt x="761" y="0"/>
                    <a:pt x="1" y="760"/>
                    <a:pt x="1" y="1703"/>
                  </a:cubicBezTo>
                  <a:cubicBezTo>
                    <a:pt x="1" y="2645"/>
                    <a:pt x="761" y="3405"/>
                    <a:pt x="1733" y="3405"/>
                  </a:cubicBezTo>
                  <a:cubicBezTo>
                    <a:pt x="2676" y="3405"/>
                    <a:pt x="3435" y="2645"/>
                    <a:pt x="3435" y="1703"/>
                  </a:cubicBezTo>
                  <a:cubicBezTo>
                    <a:pt x="3435" y="760"/>
                    <a:pt x="2676" y="0"/>
                    <a:pt x="17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9"/>
            <p:cNvSpPr/>
            <p:nvPr/>
          </p:nvSpPr>
          <p:spPr>
            <a:xfrm>
              <a:off x="3855950" y="4495025"/>
              <a:ext cx="85900" cy="85900"/>
            </a:xfrm>
            <a:custGeom>
              <a:rect b="b" l="l" r="r" t="t"/>
              <a:pathLst>
                <a:path extrusionOk="0" h="3436" w="3436">
                  <a:moveTo>
                    <a:pt x="1703" y="1"/>
                  </a:moveTo>
                  <a:cubicBezTo>
                    <a:pt x="761" y="1"/>
                    <a:pt x="1" y="761"/>
                    <a:pt x="1" y="1734"/>
                  </a:cubicBezTo>
                  <a:cubicBezTo>
                    <a:pt x="1" y="2676"/>
                    <a:pt x="761" y="3436"/>
                    <a:pt x="1703" y="3436"/>
                  </a:cubicBezTo>
                  <a:cubicBezTo>
                    <a:pt x="2676" y="3436"/>
                    <a:pt x="3436" y="2676"/>
                    <a:pt x="3436" y="1734"/>
                  </a:cubicBezTo>
                  <a:cubicBezTo>
                    <a:pt x="3436" y="761"/>
                    <a:pt x="2676" y="1"/>
                    <a:pt x="1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9"/>
            <p:cNvSpPr/>
            <p:nvPr/>
          </p:nvSpPr>
          <p:spPr>
            <a:xfrm>
              <a:off x="4145475" y="4071775"/>
              <a:ext cx="85900" cy="85125"/>
            </a:xfrm>
            <a:custGeom>
              <a:rect b="b" l="l" r="r" t="t"/>
              <a:pathLst>
                <a:path extrusionOk="0" h="3405" w="3436">
                  <a:moveTo>
                    <a:pt x="1733" y="1"/>
                  </a:moveTo>
                  <a:cubicBezTo>
                    <a:pt x="791" y="1"/>
                    <a:pt x="1" y="761"/>
                    <a:pt x="1" y="1703"/>
                  </a:cubicBezTo>
                  <a:cubicBezTo>
                    <a:pt x="1" y="2645"/>
                    <a:pt x="791" y="3405"/>
                    <a:pt x="1733" y="3405"/>
                  </a:cubicBezTo>
                  <a:cubicBezTo>
                    <a:pt x="2676" y="3405"/>
                    <a:pt x="3435" y="2645"/>
                    <a:pt x="3435" y="1703"/>
                  </a:cubicBezTo>
                  <a:cubicBezTo>
                    <a:pt x="3435" y="761"/>
                    <a:pt x="2676" y="1"/>
                    <a:pt x="17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9"/>
            <p:cNvSpPr/>
            <p:nvPr/>
          </p:nvSpPr>
          <p:spPr>
            <a:xfrm>
              <a:off x="4648525" y="3955525"/>
              <a:ext cx="85125" cy="85875"/>
            </a:xfrm>
            <a:custGeom>
              <a:rect b="b" l="l" r="r" t="t"/>
              <a:pathLst>
                <a:path extrusionOk="0" h="3435" w="3405">
                  <a:moveTo>
                    <a:pt x="1703" y="0"/>
                  </a:moveTo>
                  <a:cubicBezTo>
                    <a:pt x="761" y="0"/>
                    <a:pt x="1" y="760"/>
                    <a:pt x="1" y="1702"/>
                  </a:cubicBezTo>
                  <a:cubicBezTo>
                    <a:pt x="1" y="2675"/>
                    <a:pt x="761" y="3435"/>
                    <a:pt x="1703" y="3435"/>
                  </a:cubicBezTo>
                  <a:cubicBezTo>
                    <a:pt x="2645" y="3435"/>
                    <a:pt x="3405" y="2675"/>
                    <a:pt x="3405" y="1702"/>
                  </a:cubicBezTo>
                  <a:cubicBezTo>
                    <a:pt x="3405" y="760"/>
                    <a:pt x="2645" y="0"/>
                    <a:pt x="1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9"/>
            <p:cNvSpPr/>
            <p:nvPr/>
          </p:nvSpPr>
          <p:spPr>
            <a:xfrm>
              <a:off x="4895500" y="3476775"/>
              <a:ext cx="85125" cy="85900"/>
            </a:xfrm>
            <a:custGeom>
              <a:rect b="b" l="l" r="r" t="t"/>
              <a:pathLst>
                <a:path extrusionOk="0" h="3436" w="3405">
                  <a:moveTo>
                    <a:pt x="1702" y="1"/>
                  </a:moveTo>
                  <a:cubicBezTo>
                    <a:pt x="760" y="1"/>
                    <a:pt x="0" y="761"/>
                    <a:pt x="0" y="1733"/>
                  </a:cubicBezTo>
                  <a:cubicBezTo>
                    <a:pt x="0" y="2676"/>
                    <a:pt x="760" y="3436"/>
                    <a:pt x="1702" y="3436"/>
                  </a:cubicBezTo>
                  <a:cubicBezTo>
                    <a:pt x="2645" y="3436"/>
                    <a:pt x="3405" y="2676"/>
                    <a:pt x="3405" y="1733"/>
                  </a:cubicBezTo>
                  <a:cubicBezTo>
                    <a:pt x="3405" y="761"/>
                    <a:pt x="2645" y="1"/>
                    <a:pt x="17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9"/>
            <p:cNvSpPr/>
            <p:nvPr/>
          </p:nvSpPr>
          <p:spPr>
            <a:xfrm>
              <a:off x="5511000" y="3411425"/>
              <a:ext cx="85150" cy="85900"/>
            </a:xfrm>
            <a:custGeom>
              <a:rect b="b" l="l" r="r" t="t"/>
              <a:pathLst>
                <a:path extrusionOk="0" h="3436" w="3406">
                  <a:moveTo>
                    <a:pt x="1703" y="1"/>
                  </a:moveTo>
                  <a:cubicBezTo>
                    <a:pt x="761" y="1"/>
                    <a:pt x="1" y="761"/>
                    <a:pt x="1" y="1703"/>
                  </a:cubicBezTo>
                  <a:cubicBezTo>
                    <a:pt x="1" y="2645"/>
                    <a:pt x="761" y="3436"/>
                    <a:pt x="1703" y="3436"/>
                  </a:cubicBezTo>
                  <a:cubicBezTo>
                    <a:pt x="2645" y="3436"/>
                    <a:pt x="3405" y="2645"/>
                    <a:pt x="3405" y="1703"/>
                  </a:cubicBezTo>
                  <a:cubicBezTo>
                    <a:pt x="3405" y="761"/>
                    <a:pt x="2645" y="1"/>
                    <a:pt x="1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9"/>
            <p:cNvSpPr/>
            <p:nvPr/>
          </p:nvSpPr>
          <p:spPr>
            <a:xfrm>
              <a:off x="5723775" y="3943350"/>
              <a:ext cx="85125" cy="85900"/>
            </a:xfrm>
            <a:custGeom>
              <a:rect b="b" l="l" r="r" t="t"/>
              <a:pathLst>
                <a:path extrusionOk="0" h="3436" w="3405">
                  <a:moveTo>
                    <a:pt x="1703" y="1"/>
                  </a:moveTo>
                  <a:cubicBezTo>
                    <a:pt x="760" y="1"/>
                    <a:pt x="1" y="761"/>
                    <a:pt x="1" y="1703"/>
                  </a:cubicBezTo>
                  <a:cubicBezTo>
                    <a:pt x="1" y="2645"/>
                    <a:pt x="760" y="3435"/>
                    <a:pt x="1703" y="3435"/>
                  </a:cubicBezTo>
                  <a:cubicBezTo>
                    <a:pt x="2645" y="3435"/>
                    <a:pt x="3405" y="2645"/>
                    <a:pt x="3405" y="1703"/>
                  </a:cubicBezTo>
                  <a:cubicBezTo>
                    <a:pt x="3405" y="761"/>
                    <a:pt x="2645" y="1"/>
                    <a:pt x="1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9"/>
            <p:cNvSpPr/>
            <p:nvPr/>
          </p:nvSpPr>
          <p:spPr>
            <a:xfrm>
              <a:off x="6011025" y="4392450"/>
              <a:ext cx="85875" cy="85900"/>
            </a:xfrm>
            <a:custGeom>
              <a:rect b="b" l="l" r="r" t="t"/>
              <a:pathLst>
                <a:path extrusionOk="0" h="3436" w="3435">
                  <a:moveTo>
                    <a:pt x="1733" y="1"/>
                  </a:moveTo>
                  <a:cubicBezTo>
                    <a:pt x="760" y="1"/>
                    <a:pt x="0" y="760"/>
                    <a:pt x="0" y="1733"/>
                  </a:cubicBezTo>
                  <a:cubicBezTo>
                    <a:pt x="0" y="2675"/>
                    <a:pt x="760" y="3435"/>
                    <a:pt x="1733" y="3435"/>
                  </a:cubicBezTo>
                  <a:cubicBezTo>
                    <a:pt x="2675" y="3435"/>
                    <a:pt x="3435" y="2675"/>
                    <a:pt x="3435" y="1733"/>
                  </a:cubicBezTo>
                  <a:cubicBezTo>
                    <a:pt x="3435" y="760"/>
                    <a:pt x="2675" y="1"/>
                    <a:pt x="17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9"/>
            <p:cNvSpPr/>
            <p:nvPr/>
          </p:nvSpPr>
          <p:spPr>
            <a:xfrm>
              <a:off x="6403125" y="4099900"/>
              <a:ext cx="85125" cy="85875"/>
            </a:xfrm>
            <a:custGeom>
              <a:rect b="b" l="l" r="r" t="t"/>
              <a:pathLst>
                <a:path extrusionOk="0" h="3435" w="3405">
                  <a:moveTo>
                    <a:pt x="1703" y="0"/>
                  </a:moveTo>
                  <a:cubicBezTo>
                    <a:pt x="760" y="0"/>
                    <a:pt x="0" y="760"/>
                    <a:pt x="0" y="1733"/>
                  </a:cubicBezTo>
                  <a:cubicBezTo>
                    <a:pt x="0" y="2675"/>
                    <a:pt x="760" y="3435"/>
                    <a:pt x="1703" y="3435"/>
                  </a:cubicBezTo>
                  <a:cubicBezTo>
                    <a:pt x="2645" y="3435"/>
                    <a:pt x="3405" y="2675"/>
                    <a:pt x="3405" y="1733"/>
                  </a:cubicBezTo>
                  <a:cubicBezTo>
                    <a:pt x="3405" y="760"/>
                    <a:pt x="2645" y="0"/>
                    <a:pt x="1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9"/>
            <p:cNvSpPr/>
            <p:nvPr/>
          </p:nvSpPr>
          <p:spPr>
            <a:xfrm>
              <a:off x="6988250" y="3996550"/>
              <a:ext cx="243950" cy="177850"/>
            </a:xfrm>
            <a:custGeom>
              <a:rect b="b" l="l" r="r" t="t"/>
              <a:pathLst>
                <a:path extrusionOk="0" h="7114" w="9758">
                  <a:moveTo>
                    <a:pt x="0" y="0"/>
                  </a:moveTo>
                  <a:lnTo>
                    <a:pt x="851" y="7113"/>
                  </a:lnTo>
                  <a:lnTo>
                    <a:pt x="9757" y="228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2_1_1">
    <p:spTree>
      <p:nvGrpSpPr>
        <p:cNvPr id="736" name="Shape 736"/>
        <p:cNvGrpSpPr/>
        <p:nvPr/>
      </p:nvGrpSpPr>
      <p:grpSpPr>
        <a:xfrm>
          <a:off x="0" y="0"/>
          <a:ext cx="0" cy="0"/>
          <a:chOff x="0" y="0"/>
          <a:chExt cx="0" cy="0"/>
        </a:xfrm>
      </p:grpSpPr>
      <p:grpSp>
        <p:nvGrpSpPr>
          <p:cNvPr id="737" name="Google Shape;737;p30"/>
          <p:cNvGrpSpPr/>
          <p:nvPr/>
        </p:nvGrpSpPr>
        <p:grpSpPr>
          <a:xfrm>
            <a:off x="-244" y="24"/>
            <a:ext cx="9144155" cy="5165694"/>
            <a:chOff x="-244" y="24"/>
            <a:chExt cx="9144155" cy="5165694"/>
          </a:xfrm>
        </p:grpSpPr>
        <p:sp>
          <p:nvSpPr>
            <p:cNvPr id="738" name="Google Shape;738;p30"/>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0"/>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 name="Google Shape;740;p30"/>
          <p:cNvGrpSpPr/>
          <p:nvPr/>
        </p:nvGrpSpPr>
        <p:grpSpPr>
          <a:xfrm>
            <a:off x="303630" y="306525"/>
            <a:ext cx="8536741" cy="4552701"/>
            <a:chOff x="2434200" y="841500"/>
            <a:chExt cx="4622450" cy="3053250"/>
          </a:xfrm>
        </p:grpSpPr>
        <p:sp>
          <p:nvSpPr>
            <p:cNvPr id="741" name="Google Shape;741;p30"/>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0"/>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3" name="Google Shape;743;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44" name="Google Shape;744;p30"/>
          <p:cNvGrpSpPr/>
          <p:nvPr/>
        </p:nvGrpSpPr>
        <p:grpSpPr>
          <a:xfrm>
            <a:off x="7900012" y="90568"/>
            <a:ext cx="1177606" cy="869950"/>
            <a:chOff x="887825" y="3946025"/>
            <a:chExt cx="1317675" cy="973425"/>
          </a:xfrm>
        </p:grpSpPr>
        <p:sp>
          <p:nvSpPr>
            <p:cNvPr id="745" name="Google Shape;745;p30"/>
            <p:cNvSpPr/>
            <p:nvPr/>
          </p:nvSpPr>
          <p:spPr>
            <a:xfrm>
              <a:off x="887825" y="3946025"/>
              <a:ext cx="1317675" cy="973425"/>
            </a:xfrm>
            <a:custGeom>
              <a:rect b="b" l="l" r="r" t="t"/>
              <a:pathLst>
                <a:path extrusionOk="0" h="38937" w="52707">
                  <a:moveTo>
                    <a:pt x="42898" y="1"/>
                  </a:moveTo>
                  <a:cubicBezTo>
                    <a:pt x="42574" y="1"/>
                    <a:pt x="42244" y="45"/>
                    <a:pt x="41916" y="137"/>
                  </a:cubicBezTo>
                  <a:cubicBezTo>
                    <a:pt x="28755" y="3572"/>
                    <a:pt x="15806" y="7128"/>
                    <a:pt x="3070" y="10715"/>
                  </a:cubicBezTo>
                  <a:cubicBezTo>
                    <a:pt x="1155" y="11262"/>
                    <a:pt x="0" y="13268"/>
                    <a:pt x="547" y="15213"/>
                  </a:cubicBezTo>
                  <a:cubicBezTo>
                    <a:pt x="2432" y="22235"/>
                    <a:pt x="4377" y="29226"/>
                    <a:pt x="6262" y="36247"/>
                  </a:cubicBezTo>
                  <a:cubicBezTo>
                    <a:pt x="6717" y="37865"/>
                    <a:pt x="8181" y="38936"/>
                    <a:pt x="9780" y="38936"/>
                  </a:cubicBezTo>
                  <a:cubicBezTo>
                    <a:pt x="10104" y="38936"/>
                    <a:pt x="10433" y="38892"/>
                    <a:pt x="10760" y="38800"/>
                  </a:cubicBezTo>
                  <a:cubicBezTo>
                    <a:pt x="23375" y="35548"/>
                    <a:pt x="36323" y="31992"/>
                    <a:pt x="49576" y="28192"/>
                  </a:cubicBezTo>
                  <a:cubicBezTo>
                    <a:pt x="51551" y="27675"/>
                    <a:pt x="52706" y="25669"/>
                    <a:pt x="52129" y="23724"/>
                  </a:cubicBezTo>
                  <a:cubicBezTo>
                    <a:pt x="50640" y="16611"/>
                    <a:pt x="48725" y="9590"/>
                    <a:pt x="46384" y="2660"/>
                  </a:cubicBezTo>
                  <a:cubicBezTo>
                    <a:pt x="45955" y="1068"/>
                    <a:pt x="44495" y="1"/>
                    <a:pt x="4289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0"/>
            <p:cNvSpPr/>
            <p:nvPr/>
          </p:nvSpPr>
          <p:spPr>
            <a:xfrm>
              <a:off x="1947100" y="4445975"/>
              <a:ext cx="157325" cy="158175"/>
            </a:xfrm>
            <a:custGeom>
              <a:rect b="b" l="l" r="r" t="t"/>
              <a:pathLst>
                <a:path extrusionOk="0" h="6327" w="6293">
                  <a:moveTo>
                    <a:pt x="2780" y="1"/>
                  </a:moveTo>
                  <a:cubicBezTo>
                    <a:pt x="2515" y="1"/>
                    <a:pt x="2245" y="36"/>
                    <a:pt x="1977" y="109"/>
                  </a:cubicBezTo>
                  <a:cubicBezTo>
                    <a:pt x="1065" y="352"/>
                    <a:pt x="366" y="990"/>
                    <a:pt x="1" y="1750"/>
                  </a:cubicBezTo>
                  <a:cubicBezTo>
                    <a:pt x="639" y="2176"/>
                    <a:pt x="1095" y="2784"/>
                    <a:pt x="1338" y="3574"/>
                  </a:cubicBezTo>
                  <a:cubicBezTo>
                    <a:pt x="1551" y="4334"/>
                    <a:pt x="1430" y="5124"/>
                    <a:pt x="1095" y="5823"/>
                  </a:cubicBezTo>
                  <a:cubicBezTo>
                    <a:pt x="1604" y="6141"/>
                    <a:pt x="2202" y="6326"/>
                    <a:pt x="2827" y="6326"/>
                  </a:cubicBezTo>
                  <a:cubicBezTo>
                    <a:pt x="3098" y="6326"/>
                    <a:pt x="3373" y="6292"/>
                    <a:pt x="3648" y="6218"/>
                  </a:cubicBezTo>
                  <a:cubicBezTo>
                    <a:pt x="5320" y="5762"/>
                    <a:pt x="6293" y="4030"/>
                    <a:pt x="5837" y="2358"/>
                  </a:cubicBezTo>
                  <a:cubicBezTo>
                    <a:pt x="5454" y="955"/>
                    <a:pt x="4171" y="1"/>
                    <a:pt x="2780"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0"/>
            <p:cNvSpPr/>
            <p:nvPr/>
          </p:nvSpPr>
          <p:spPr>
            <a:xfrm>
              <a:off x="1936475" y="4489725"/>
              <a:ext cx="48650" cy="101850"/>
            </a:xfrm>
            <a:custGeom>
              <a:rect b="b" l="l" r="r" t="t"/>
              <a:pathLst>
                <a:path extrusionOk="0" h="4074" w="1946">
                  <a:moveTo>
                    <a:pt x="426" y="0"/>
                  </a:moveTo>
                  <a:cubicBezTo>
                    <a:pt x="92" y="669"/>
                    <a:pt x="0" y="1429"/>
                    <a:pt x="183" y="2249"/>
                  </a:cubicBezTo>
                  <a:cubicBezTo>
                    <a:pt x="426" y="3009"/>
                    <a:pt x="882" y="3648"/>
                    <a:pt x="1520" y="4073"/>
                  </a:cubicBezTo>
                  <a:cubicBezTo>
                    <a:pt x="1855" y="3374"/>
                    <a:pt x="1946" y="2614"/>
                    <a:pt x="1763" y="1824"/>
                  </a:cubicBezTo>
                  <a:cubicBezTo>
                    <a:pt x="1520" y="1034"/>
                    <a:pt x="1034" y="426"/>
                    <a:pt x="4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0"/>
            <p:cNvSpPr/>
            <p:nvPr/>
          </p:nvSpPr>
          <p:spPr>
            <a:xfrm>
              <a:off x="1016250" y="4560875"/>
              <a:ext cx="52450" cy="73950"/>
            </a:xfrm>
            <a:custGeom>
              <a:rect b="b" l="l" r="r" t="t"/>
              <a:pathLst>
                <a:path extrusionOk="0" h="2958" w="2098">
                  <a:moveTo>
                    <a:pt x="1183" y="1"/>
                  </a:moveTo>
                  <a:cubicBezTo>
                    <a:pt x="857" y="1"/>
                    <a:pt x="160" y="228"/>
                    <a:pt x="61" y="376"/>
                  </a:cubicBezTo>
                  <a:cubicBezTo>
                    <a:pt x="0" y="528"/>
                    <a:pt x="639" y="2838"/>
                    <a:pt x="760" y="2929"/>
                  </a:cubicBezTo>
                  <a:cubicBezTo>
                    <a:pt x="784" y="2949"/>
                    <a:pt x="831" y="2957"/>
                    <a:pt x="892" y="2957"/>
                  </a:cubicBezTo>
                  <a:cubicBezTo>
                    <a:pt x="1210" y="2957"/>
                    <a:pt x="1930" y="2723"/>
                    <a:pt x="2006" y="2595"/>
                  </a:cubicBezTo>
                  <a:cubicBezTo>
                    <a:pt x="2098" y="2473"/>
                    <a:pt x="1429" y="163"/>
                    <a:pt x="1338" y="42"/>
                  </a:cubicBezTo>
                  <a:cubicBezTo>
                    <a:pt x="1315" y="13"/>
                    <a:pt x="1259" y="1"/>
                    <a:pt x="118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0"/>
            <p:cNvSpPr/>
            <p:nvPr/>
          </p:nvSpPr>
          <p:spPr>
            <a:xfrm>
              <a:off x="1069425" y="4546000"/>
              <a:ext cx="52475" cy="73625"/>
            </a:xfrm>
            <a:custGeom>
              <a:rect b="b" l="l" r="r" t="t"/>
              <a:pathLst>
                <a:path extrusionOk="0" h="2945" w="2099">
                  <a:moveTo>
                    <a:pt x="1215" y="1"/>
                  </a:moveTo>
                  <a:cubicBezTo>
                    <a:pt x="901" y="1"/>
                    <a:pt x="138" y="236"/>
                    <a:pt x="62" y="363"/>
                  </a:cubicBezTo>
                  <a:cubicBezTo>
                    <a:pt x="1" y="515"/>
                    <a:pt x="639" y="2825"/>
                    <a:pt x="761" y="2916"/>
                  </a:cubicBezTo>
                  <a:cubicBezTo>
                    <a:pt x="785" y="2936"/>
                    <a:pt x="832" y="2944"/>
                    <a:pt x="894" y="2944"/>
                  </a:cubicBezTo>
                  <a:cubicBezTo>
                    <a:pt x="1219" y="2944"/>
                    <a:pt x="1956" y="2710"/>
                    <a:pt x="2007" y="2582"/>
                  </a:cubicBezTo>
                  <a:cubicBezTo>
                    <a:pt x="2098" y="2461"/>
                    <a:pt x="1429" y="150"/>
                    <a:pt x="1338" y="29"/>
                  </a:cubicBezTo>
                  <a:cubicBezTo>
                    <a:pt x="1319" y="9"/>
                    <a:pt x="1275" y="1"/>
                    <a:pt x="121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0"/>
            <p:cNvSpPr/>
            <p:nvPr/>
          </p:nvSpPr>
          <p:spPr>
            <a:xfrm>
              <a:off x="1122625" y="4531575"/>
              <a:ext cx="52450" cy="73600"/>
            </a:xfrm>
            <a:custGeom>
              <a:rect b="b" l="l" r="r" t="t"/>
              <a:pathLst>
                <a:path extrusionOk="0" h="2944" w="2098">
                  <a:moveTo>
                    <a:pt x="1204" y="0"/>
                  </a:moveTo>
                  <a:cubicBezTo>
                    <a:pt x="879" y="0"/>
                    <a:pt x="138" y="235"/>
                    <a:pt x="61" y="363"/>
                  </a:cubicBezTo>
                  <a:cubicBezTo>
                    <a:pt x="1" y="515"/>
                    <a:pt x="639" y="2855"/>
                    <a:pt x="760" y="2916"/>
                  </a:cubicBezTo>
                  <a:cubicBezTo>
                    <a:pt x="785" y="2935"/>
                    <a:pt x="831" y="2944"/>
                    <a:pt x="892" y="2944"/>
                  </a:cubicBezTo>
                  <a:cubicBezTo>
                    <a:pt x="1211" y="2944"/>
                    <a:pt x="1930" y="2709"/>
                    <a:pt x="2007" y="2582"/>
                  </a:cubicBezTo>
                  <a:cubicBezTo>
                    <a:pt x="2098" y="2460"/>
                    <a:pt x="1429" y="150"/>
                    <a:pt x="1338" y="28"/>
                  </a:cubicBezTo>
                  <a:cubicBezTo>
                    <a:pt x="1314" y="9"/>
                    <a:pt x="1267" y="0"/>
                    <a:pt x="120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0"/>
            <p:cNvSpPr/>
            <p:nvPr/>
          </p:nvSpPr>
          <p:spPr>
            <a:xfrm>
              <a:off x="1175825" y="4517425"/>
              <a:ext cx="52450" cy="73325"/>
            </a:xfrm>
            <a:custGeom>
              <a:rect b="b" l="l" r="r" t="t"/>
              <a:pathLst>
                <a:path extrusionOk="0" h="2933" w="2098">
                  <a:moveTo>
                    <a:pt x="1241" y="0"/>
                  </a:moveTo>
                  <a:cubicBezTo>
                    <a:pt x="939" y="0"/>
                    <a:pt x="141" y="249"/>
                    <a:pt x="61" y="382"/>
                  </a:cubicBezTo>
                  <a:cubicBezTo>
                    <a:pt x="0" y="534"/>
                    <a:pt x="639" y="2844"/>
                    <a:pt x="760" y="2904"/>
                  </a:cubicBezTo>
                  <a:cubicBezTo>
                    <a:pt x="785" y="2924"/>
                    <a:pt x="832" y="2932"/>
                    <a:pt x="894" y="2932"/>
                  </a:cubicBezTo>
                  <a:cubicBezTo>
                    <a:pt x="1218" y="2932"/>
                    <a:pt x="1955" y="2698"/>
                    <a:pt x="2006" y="2570"/>
                  </a:cubicBezTo>
                  <a:cubicBezTo>
                    <a:pt x="2098" y="2448"/>
                    <a:pt x="1429" y="138"/>
                    <a:pt x="1338" y="17"/>
                  </a:cubicBezTo>
                  <a:cubicBezTo>
                    <a:pt x="1318" y="5"/>
                    <a:pt x="1285" y="0"/>
                    <a:pt x="124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0"/>
            <p:cNvSpPr/>
            <p:nvPr/>
          </p:nvSpPr>
          <p:spPr>
            <a:xfrm>
              <a:off x="1300450" y="4483225"/>
              <a:ext cx="51700" cy="73325"/>
            </a:xfrm>
            <a:custGeom>
              <a:rect b="b" l="l" r="r" t="t"/>
              <a:pathLst>
                <a:path extrusionOk="0" h="2933" w="2068">
                  <a:moveTo>
                    <a:pt x="1230" y="0"/>
                  </a:moveTo>
                  <a:cubicBezTo>
                    <a:pt x="963" y="0"/>
                    <a:pt x="141" y="249"/>
                    <a:pt x="61" y="382"/>
                  </a:cubicBezTo>
                  <a:cubicBezTo>
                    <a:pt x="0" y="503"/>
                    <a:pt x="639" y="2844"/>
                    <a:pt x="760" y="2905"/>
                  </a:cubicBezTo>
                  <a:cubicBezTo>
                    <a:pt x="784" y="2924"/>
                    <a:pt x="831" y="2933"/>
                    <a:pt x="892" y="2933"/>
                  </a:cubicBezTo>
                  <a:cubicBezTo>
                    <a:pt x="1210" y="2933"/>
                    <a:pt x="1930" y="2698"/>
                    <a:pt x="2006" y="2570"/>
                  </a:cubicBezTo>
                  <a:cubicBezTo>
                    <a:pt x="2067" y="2449"/>
                    <a:pt x="1429" y="139"/>
                    <a:pt x="1307" y="17"/>
                  </a:cubicBezTo>
                  <a:cubicBezTo>
                    <a:pt x="1296" y="6"/>
                    <a:pt x="1269" y="0"/>
                    <a:pt x="123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0"/>
            <p:cNvSpPr/>
            <p:nvPr/>
          </p:nvSpPr>
          <p:spPr>
            <a:xfrm>
              <a:off x="1353625" y="4468925"/>
              <a:ext cx="51700" cy="73675"/>
            </a:xfrm>
            <a:custGeom>
              <a:rect b="b" l="l" r="r" t="t"/>
              <a:pathLst>
                <a:path extrusionOk="0" h="2947" w="2068">
                  <a:moveTo>
                    <a:pt x="1142" y="1"/>
                  </a:moveTo>
                  <a:cubicBezTo>
                    <a:pt x="809" y="1"/>
                    <a:pt x="136" y="228"/>
                    <a:pt x="62" y="376"/>
                  </a:cubicBezTo>
                  <a:cubicBezTo>
                    <a:pt x="1" y="528"/>
                    <a:pt x="639" y="2838"/>
                    <a:pt x="761" y="2929"/>
                  </a:cubicBezTo>
                  <a:cubicBezTo>
                    <a:pt x="780" y="2941"/>
                    <a:pt x="813" y="2946"/>
                    <a:pt x="856" y="2946"/>
                  </a:cubicBezTo>
                  <a:cubicBezTo>
                    <a:pt x="1152" y="2946"/>
                    <a:pt x="1927" y="2698"/>
                    <a:pt x="2007" y="2565"/>
                  </a:cubicBezTo>
                  <a:cubicBezTo>
                    <a:pt x="2068" y="2474"/>
                    <a:pt x="1429" y="133"/>
                    <a:pt x="1308" y="42"/>
                  </a:cubicBezTo>
                  <a:cubicBezTo>
                    <a:pt x="1279" y="13"/>
                    <a:pt x="1220" y="1"/>
                    <a:pt x="1142"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0"/>
            <p:cNvSpPr/>
            <p:nvPr/>
          </p:nvSpPr>
          <p:spPr>
            <a:xfrm>
              <a:off x="1405300" y="4454500"/>
              <a:ext cx="52475" cy="73950"/>
            </a:xfrm>
            <a:custGeom>
              <a:rect b="b" l="l" r="r" t="t"/>
              <a:pathLst>
                <a:path extrusionOk="0" h="2958" w="2099">
                  <a:moveTo>
                    <a:pt x="1181" y="0"/>
                  </a:moveTo>
                  <a:cubicBezTo>
                    <a:pt x="850" y="0"/>
                    <a:pt x="141" y="228"/>
                    <a:pt x="92" y="376"/>
                  </a:cubicBezTo>
                  <a:cubicBezTo>
                    <a:pt x="1" y="528"/>
                    <a:pt x="670" y="2838"/>
                    <a:pt x="761" y="2929"/>
                  </a:cubicBezTo>
                  <a:cubicBezTo>
                    <a:pt x="785" y="2948"/>
                    <a:pt x="832" y="2957"/>
                    <a:pt x="894" y="2957"/>
                  </a:cubicBezTo>
                  <a:cubicBezTo>
                    <a:pt x="1219" y="2957"/>
                    <a:pt x="1956" y="2722"/>
                    <a:pt x="2007" y="2595"/>
                  </a:cubicBezTo>
                  <a:cubicBezTo>
                    <a:pt x="2098" y="2473"/>
                    <a:pt x="1460" y="163"/>
                    <a:pt x="1338" y="41"/>
                  </a:cubicBezTo>
                  <a:cubicBezTo>
                    <a:pt x="1315" y="13"/>
                    <a:pt x="1258" y="0"/>
                    <a:pt x="118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0"/>
            <p:cNvSpPr/>
            <p:nvPr/>
          </p:nvSpPr>
          <p:spPr>
            <a:xfrm>
              <a:off x="1458500" y="4439625"/>
              <a:ext cx="52450" cy="73325"/>
            </a:xfrm>
            <a:custGeom>
              <a:rect b="b" l="l" r="r" t="t"/>
              <a:pathLst>
                <a:path extrusionOk="0" h="2933" w="2098">
                  <a:moveTo>
                    <a:pt x="1205" y="0"/>
                  </a:moveTo>
                  <a:cubicBezTo>
                    <a:pt x="880" y="0"/>
                    <a:pt x="143" y="235"/>
                    <a:pt x="92" y="363"/>
                  </a:cubicBezTo>
                  <a:cubicBezTo>
                    <a:pt x="1" y="515"/>
                    <a:pt x="639" y="2825"/>
                    <a:pt x="760" y="2916"/>
                  </a:cubicBezTo>
                  <a:cubicBezTo>
                    <a:pt x="780" y="2928"/>
                    <a:pt x="813" y="2933"/>
                    <a:pt x="857" y="2933"/>
                  </a:cubicBezTo>
                  <a:cubicBezTo>
                    <a:pt x="1160" y="2933"/>
                    <a:pt x="1957" y="2688"/>
                    <a:pt x="2037" y="2582"/>
                  </a:cubicBezTo>
                  <a:cubicBezTo>
                    <a:pt x="2098" y="2460"/>
                    <a:pt x="1490" y="180"/>
                    <a:pt x="1338" y="28"/>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0"/>
            <p:cNvSpPr/>
            <p:nvPr/>
          </p:nvSpPr>
          <p:spPr>
            <a:xfrm>
              <a:off x="1689500" y="4376825"/>
              <a:ext cx="52475" cy="73350"/>
            </a:xfrm>
            <a:custGeom>
              <a:rect b="b" l="l" r="r" t="t"/>
              <a:pathLst>
                <a:path extrusionOk="0" h="2934" w="2099">
                  <a:moveTo>
                    <a:pt x="1251" y="1"/>
                  </a:moveTo>
                  <a:cubicBezTo>
                    <a:pt x="964" y="1"/>
                    <a:pt x="145" y="250"/>
                    <a:pt x="92" y="382"/>
                  </a:cubicBezTo>
                  <a:cubicBezTo>
                    <a:pt x="1" y="534"/>
                    <a:pt x="639" y="2844"/>
                    <a:pt x="761" y="2905"/>
                  </a:cubicBezTo>
                  <a:cubicBezTo>
                    <a:pt x="785" y="2925"/>
                    <a:pt x="832" y="2933"/>
                    <a:pt x="894" y="2933"/>
                  </a:cubicBezTo>
                  <a:cubicBezTo>
                    <a:pt x="1219" y="2933"/>
                    <a:pt x="1956" y="2699"/>
                    <a:pt x="2007" y="2571"/>
                  </a:cubicBezTo>
                  <a:cubicBezTo>
                    <a:pt x="2098" y="2449"/>
                    <a:pt x="1460" y="139"/>
                    <a:pt x="1338" y="18"/>
                  </a:cubicBezTo>
                  <a:cubicBezTo>
                    <a:pt x="1323" y="6"/>
                    <a:pt x="1292" y="1"/>
                    <a:pt x="125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0"/>
            <p:cNvSpPr/>
            <p:nvPr/>
          </p:nvSpPr>
          <p:spPr>
            <a:xfrm>
              <a:off x="1742700" y="4362875"/>
              <a:ext cx="52450" cy="73325"/>
            </a:xfrm>
            <a:custGeom>
              <a:rect b="b" l="l" r="r" t="t"/>
              <a:pathLst>
                <a:path extrusionOk="0" h="2933" w="2098">
                  <a:moveTo>
                    <a:pt x="1205" y="0"/>
                  </a:moveTo>
                  <a:cubicBezTo>
                    <a:pt x="880" y="0"/>
                    <a:pt x="143" y="235"/>
                    <a:pt x="92" y="363"/>
                  </a:cubicBezTo>
                  <a:cubicBezTo>
                    <a:pt x="0" y="515"/>
                    <a:pt x="639" y="2825"/>
                    <a:pt x="760" y="2916"/>
                  </a:cubicBezTo>
                  <a:cubicBezTo>
                    <a:pt x="780" y="2928"/>
                    <a:pt x="813" y="2933"/>
                    <a:pt x="857" y="2933"/>
                  </a:cubicBezTo>
                  <a:cubicBezTo>
                    <a:pt x="1158" y="2933"/>
                    <a:pt x="1954" y="2684"/>
                    <a:pt x="2007" y="2551"/>
                  </a:cubicBezTo>
                  <a:cubicBezTo>
                    <a:pt x="2098" y="2399"/>
                    <a:pt x="1429" y="120"/>
                    <a:pt x="1338" y="29"/>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0"/>
            <p:cNvSpPr/>
            <p:nvPr/>
          </p:nvSpPr>
          <p:spPr>
            <a:xfrm>
              <a:off x="1867325" y="4328425"/>
              <a:ext cx="52450" cy="73600"/>
            </a:xfrm>
            <a:custGeom>
              <a:rect b="b" l="l" r="r" t="t"/>
              <a:pathLst>
                <a:path extrusionOk="0" h="2944" w="2098">
                  <a:moveTo>
                    <a:pt x="1196" y="0"/>
                  </a:moveTo>
                  <a:cubicBezTo>
                    <a:pt x="877" y="0"/>
                    <a:pt x="161" y="248"/>
                    <a:pt x="61" y="373"/>
                  </a:cubicBezTo>
                  <a:cubicBezTo>
                    <a:pt x="0" y="525"/>
                    <a:pt x="639" y="2835"/>
                    <a:pt x="760" y="2926"/>
                  </a:cubicBezTo>
                  <a:cubicBezTo>
                    <a:pt x="780" y="2938"/>
                    <a:pt x="813" y="2943"/>
                    <a:pt x="856" y="2943"/>
                  </a:cubicBezTo>
                  <a:cubicBezTo>
                    <a:pt x="1158" y="2943"/>
                    <a:pt x="1953" y="2694"/>
                    <a:pt x="2007" y="2562"/>
                  </a:cubicBezTo>
                  <a:cubicBezTo>
                    <a:pt x="2098" y="2470"/>
                    <a:pt x="1429" y="130"/>
                    <a:pt x="1338" y="39"/>
                  </a:cubicBezTo>
                  <a:cubicBezTo>
                    <a:pt x="1316" y="12"/>
                    <a:pt x="1266" y="0"/>
                    <a:pt x="119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0"/>
            <p:cNvSpPr/>
            <p:nvPr/>
          </p:nvSpPr>
          <p:spPr>
            <a:xfrm>
              <a:off x="1920525" y="4313925"/>
              <a:ext cx="52450" cy="73925"/>
            </a:xfrm>
            <a:custGeom>
              <a:rect b="b" l="l" r="r" t="t"/>
              <a:pathLst>
                <a:path extrusionOk="0" h="2957" w="2098">
                  <a:moveTo>
                    <a:pt x="1180" y="0"/>
                  </a:moveTo>
                  <a:cubicBezTo>
                    <a:pt x="848" y="0"/>
                    <a:pt x="135" y="228"/>
                    <a:pt x="61" y="376"/>
                  </a:cubicBezTo>
                  <a:cubicBezTo>
                    <a:pt x="0" y="528"/>
                    <a:pt x="638" y="2838"/>
                    <a:pt x="760" y="2929"/>
                  </a:cubicBezTo>
                  <a:cubicBezTo>
                    <a:pt x="784" y="2948"/>
                    <a:pt x="831" y="2957"/>
                    <a:pt x="893" y="2957"/>
                  </a:cubicBezTo>
                  <a:cubicBezTo>
                    <a:pt x="1218" y="2957"/>
                    <a:pt x="1955" y="2722"/>
                    <a:pt x="2006" y="2594"/>
                  </a:cubicBezTo>
                  <a:cubicBezTo>
                    <a:pt x="2097" y="2473"/>
                    <a:pt x="1429" y="163"/>
                    <a:pt x="1338" y="41"/>
                  </a:cubicBezTo>
                  <a:cubicBezTo>
                    <a:pt x="1314" y="12"/>
                    <a:pt x="1258" y="0"/>
                    <a:pt x="118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0"/>
            <p:cNvSpPr/>
            <p:nvPr/>
          </p:nvSpPr>
          <p:spPr>
            <a:xfrm>
              <a:off x="1972950" y="4299475"/>
              <a:ext cx="51700" cy="73950"/>
            </a:xfrm>
            <a:custGeom>
              <a:rect b="b" l="l" r="r" t="t"/>
              <a:pathLst>
                <a:path extrusionOk="0" h="2958" w="2068">
                  <a:moveTo>
                    <a:pt x="1167" y="0"/>
                  </a:moveTo>
                  <a:cubicBezTo>
                    <a:pt x="857" y="0"/>
                    <a:pt x="160" y="228"/>
                    <a:pt x="61" y="376"/>
                  </a:cubicBezTo>
                  <a:cubicBezTo>
                    <a:pt x="0" y="528"/>
                    <a:pt x="639" y="2868"/>
                    <a:pt x="760" y="2929"/>
                  </a:cubicBezTo>
                  <a:cubicBezTo>
                    <a:pt x="785" y="2949"/>
                    <a:pt x="831" y="2957"/>
                    <a:pt x="892" y="2957"/>
                  </a:cubicBezTo>
                  <a:cubicBezTo>
                    <a:pt x="1210" y="2957"/>
                    <a:pt x="1930" y="2723"/>
                    <a:pt x="2007" y="2595"/>
                  </a:cubicBezTo>
                  <a:cubicBezTo>
                    <a:pt x="2067" y="2473"/>
                    <a:pt x="1429" y="163"/>
                    <a:pt x="1307" y="42"/>
                  </a:cubicBezTo>
                  <a:cubicBezTo>
                    <a:pt x="1290" y="13"/>
                    <a:pt x="1239" y="0"/>
                    <a:pt x="1167"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0"/>
            <p:cNvSpPr/>
            <p:nvPr/>
          </p:nvSpPr>
          <p:spPr>
            <a:xfrm>
              <a:off x="2026150" y="4284600"/>
              <a:ext cx="53200" cy="73625"/>
            </a:xfrm>
            <a:custGeom>
              <a:rect b="b" l="l" r="r" t="t"/>
              <a:pathLst>
                <a:path extrusionOk="0" h="2945" w="2128">
                  <a:moveTo>
                    <a:pt x="1176" y="1"/>
                  </a:moveTo>
                  <a:cubicBezTo>
                    <a:pt x="857" y="1"/>
                    <a:pt x="137" y="236"/>
                    <a:pt x="61" y="363"/>
                  </a:cubicBezTo>
                  <a:cubicBezTo>
                    <a:pt x="0" y="515"/>
                    <a:pt x="638" y="2856"/>
                    <a:pt x="760" y="2916"/>
                  </a:cubicBezTo>
                  <a:cubicBezTo>
                    <a:pt x="784" y="2936"/>
                    <a:pt x="831" y="2944"/>
                    <a:pt x="891" y="2944"/>
                  </a:cubicBezTo>
                  <a:cubicBezTo>
                    <a:pt x="1210" y="2944"/>
                    <a:pt x="1930" y="2710"/>
                    <a:pt x="2006" y="2582"/>
                  </a:cubicBezTo>
                  <a:cubicBezTo>
                    <a:pt x="2128" y="2460"/>
                    <a:pt x="1459" y="181"/>
                    <a:pt x="1307" y="29"/>
                  </a:cubicBezTo>
                  <a:cubicBezTo>
                    <a:pt x="1283" y="9"/>
                    <a:pt x="1237" y="1"/>
                    <a:pt x="1176"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0"/>
            <p:cNvSpPr/>
            <p:nvPr/>
          </p:nvSpPr>
          <p:spPr>
            <a:xfrm>
              <a:off x="965325" y="4210375"/>
              <a:ext cx="323750" cy="172225"/>
            </a:xfrm>
            <a:custGeom>
              <a:rect b="b" l="l" r="r" t="t"/>
              <a:pathLst>
                <a:path extrusionOk="0" h="6889" w="12950">
                  <a:moveTo>
                    <a:pt x="10457" y="353"/>
                  </a:moveTo>
                  <a:cubicBezTo>
                    <a:pt x="11338" y="353"/>
                    <a:pt x="12129" y="961"/>
                    <a:pt x="12402" y="1812"/>
                  </a:cubicBezTo>
                  <a:cubicBezTo>
                    <a:pt x="12554" y="2359"/>
                    <a:pt x="12493" y="2876"/>
                    <a:pt x="12220" y="3332"/>
                  </a:cubicBezTo>
                  <a:cubicBezTo>
                    <a:pt x="11946" y="3849"/>
                    <a:pt x="11521" y="4153"/>
                    <a:pt x="11004" y="4305"/>
                  </a:cubicBezTo>
                  <a:lnTo>
                    <a:pt x="3162" y="6432"/>
                  </a:lnTo>
                  <a:cubicBezTo>
                    <a:pt x="3004" y="6468"/>
                    <a:pt x="2846" y="6486"/>
                    <a:pt x="2690" y="6486"/>
                  </a:cubicBezTo>
                  <a:cubicBezTo>
                    <a:pt x="1792" y="6486"/>
                    <a:pt x="959" y="5910"/>
                    <a:pt x="700" y="5004"/>
                  </a:cubicBezTo>
                  <a:cubicBezTo>
                    <a:pt x="426" y="3940"/>
                    <a:pt x="1034" y="2846"/>
                    <a:pt x="2098" y="2542"/>
                  </a:cubicBezTo>
                  <a:lnTo>
                    <a:pt x="9940" y="414"/>
                  </a:lnTo>
                  <a:cubicBezTo>
                    <a:pt x="10122" y="384"/>
                    <a:pt x="10274" y="353"/>
                    <a:pt x="10457" y="353"/>
                  </a:cubicBezTo>
                  <a:close/>
                  <a:moveTo>
                    <a:pt x="10460" y="1"/>
                  </a:moveTo>
                  <a:cubicBezTo>
                    <a:pt x="10258" y="1"/>
                    <a:pt x="10053" y="26"/>
                    <a:pt x="9849" y="80"/>
                  </a:cubicBezTo>
                  <a:lnTo>
                    <a:pt x="2037" y="2208"/>
                  </a:lnTo>
                  <a:cubicBezTo>
                    <a:pt x="761" y="2542"/>
                    <a:pt x="1" y="3879"/>
                    <a:pt x="365" y="5125"/>
                  </a:cubicBezTo>
                  <a:cubicBezTo>
                    <a:pt x="639" y="6189"/>
                    <a:pt x="1612" y="6888"/>
                    <a:pt x="2645" y="6888"/>
                  </a:cubicBezTo>
                  <a:cubicBezTo>
                    <a:pt x="2827" y="6888"/>
                    <a:pt x="3010" y="6828"/>
                    <a:pt x="3283" y="6767"/>
                  </a:cubicBezTo>
                  <a:lnTo>
                    <a:pt x="11126" y="4639"/>
                  </a:lnTo>
                  <a:cubicBezTo>
                    <a:pt x="11733" y="4487"/>
                    <a:pt x="12250" y="4092"/>
                    <a:pt x="12554" y="3515"/>
                  </a:cubicBezTo>
                  <a:cubicBezTo>
                    <a:pt x="12858" y="2998"/>
                    <a:pt x="12949" y="2359"/>
                    <a:pt x="12797" y="1752"/>
                  </a:cubicBezTo>
                  <a:cubicBezTo>
                    <a:pt x="12491" y="705"/>
                    <a:pt x="11519" y="1"/>
                    <a:pt x="1046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 name="Google Shape;763;p30"/>
          <p:cNvGrpSpPr/>
          <p:nvPr/>
        </p:nvGrpSpPr>
        <p:grpSpPr>
          <a:xfrm>
            <a:off x="131196" y="87115"/>
            <a:ext cx="1177569" cy="973387"/>
            <a:chOff x="390850" y="3207100"/>
            <a:chExt cx="1354150" cy="1119350"/>
          </a:xfrm>
        </p:grpSpPr>
        <p:sp>
          <p:nvSpPr>
            <p:cNvPr id="764" name="Google Shape;764;p30"/>
            <p:cNvSpPr/>
            <p:nvPr/>
          </p:nvSpPr>
          <p:spPr>
            <a:xfrm>
              <a:off x="390850" y="3207100"/>
              <a:ext cx="1354150" cy="1119350"/>
            </a:xfrm>
            <a:custGeom>
              <a:rect b="b" l="l" r="r" t="t"/>
              <a:pathLst>
                <a:path extrusionOk="0" h="44774" w="54166">
                  <a:moveTo>
                    <a:pt x="13913" y="0"/>
                  </a:moveTo>
                  <a:cubicBezTo>
                    <a:pt x="12570" y="0"/>
                    <a:pt x="11285" y="743"/>
                    <a:pt x="10639" y="2034"/>
                  </a:cubicBezTo>
                  <a:cubicBezTo>
                    <a:pt x="7052" y="8326"/>
                    <a:pt x="3800" y="14831"/>
                    <a:pt x="912" y="21548"/>
                  </a:cubicBezTo>
                  <a:cubicBezTo>
                    <a:pt x="1" y="23372"/>
                    <a:pt x="730" y="25530"/>
                    <a:pt x="2554" y="26442"/>
                  </a:cubicBezTo>
                  <a:cubicBezTo>
                    <a:pt x="14712" y="32612"/>
                    <a:pt x="26718" y="38600"/>
                    <a:pt x="38603" y="44375"/>
                  </a:cubicBezTo>
                  <a:cubicBezTo>
                    <a:pt x="39143" y="44645"/>
                    <a:pt x="39716" y="44774"/>
                    <a:pt x="40277" y="44774"/>
                  </a:cubicBezTo>
                  <a:cubicBezTo>
                    <a:pt x="41612" y="44774"/>
                    <a:pt x="42885" y="44047"/>
                    <a:pt x="43527" y="42764"/>
                  </a:cubicBezTo>
                  <a:cubicBezTo>
                    <a:pt x="46749" y="36259"/>
                    <a:pt x="50001" y="29724"/>
                    <a:pt x="53254" y="23220"/>
                  </a:cubicBezTo>
                  <a:cubicBezTo>
                    <a:pt x="54166" y="21396"/>
                    <a:pt x="53436" y="19238"/>
                    <a:pt x="51612" y="18326"/>
                  </a:cubicBezTo>
                  <a:cubicBezTo>
                    <a:pt x="39971" y="12368"/>
                    <a:pt x="27965" y="6381"/>
                    <a:pt x="15563" y="393"/>
                  </a:cubicBezTo>
                  <a:cubicBezTo>
                    <a:pt x="15031" y="126"/>
                    <a:pt x="14467" y="0"/>
                    <a:pt x="13913"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0"/>
            <p:cNvSpPr/>
            <p:nvPr/>
          </p:nvSpPr>
          <p:spPr>
            <a:xfrm>
              <a:off x="445575" y="3527700"/>
              <a:ext cx="1140600" cy="680125"/>
            </a:xfrm>
            <a:custGeom>
              <a:rect b="b" l="l" r="r" t="t"/>
              <a:pathLst>
                <a:path extrusionOk="0" h="27205" w="45624">
                  <a:moveTo>
                    <a:pt x="2766" y="0"/>
                  </a:moveTo>
                  <a:cubicBezTo>
                    <a:pt x="1824" y="1976"/>
                    <a:pt x="851" y="3952"/>
                    <a:pt x="0" y="5928"/>
                  </a:cubicBezTo>
                  <a:lnTo>
                    <a:pt x="42706" y="27204"/>
                  </a:lnTo>
                  <a:lnTo>
                    <a:pt x="45624" y="21338"/>
                  </a:lnTo>
                  <a:lnTo>
                    <a:pt x="276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0"/>
            <p:cNvSpPr/>
            <p:nvPr/>
          </p:nvSpPr>
          <p:spPr>
            <a:xfrm>
              <a:off x="1423550" y="3646900"/>
              <a:ext cx="208225" cy="145275"/>
            </a:xfrm>
            <a:custGeom>
              <a:rect b="b" l="l" r="r" t="t"/>
              <a:pathLst>
                <a:path extrusionOk="0" h="5811" w="8329">
                  <a:moveTo>
                    <a:pt x="2128" y="339"/>
                  </a:moveTo>
                  <a:cubicBezTo>
                    <a:pt x="2371" y="339"/>
                    <a:pt x="2584" y="430"/>
                    <a:pt x="2766" y="491"/>
                  </a:cubicBezTo>
                  <a:lnTo>
                    <a:pt x="6991" y="2588"/>
                  </a:lnTo>
                  <a:cubicBezTo>
                    <a:pt x="7356" y="2771"/>
                    <a:pt x="7630" y="3074"/>
                    <a:pt x="7751" y="3470"/>
                  </a:cubicBezTo>
                  <a:cubicBezTo>
                    <a:pt x="7873" y="3834"/>
                    <a:pt x="7873" y="4260"/>
                    <a:pt x="7690" y="4594"/>
                  </a:cubicBezTo>
                  <a:cubicBezTo>
                    <a:pt x="7478" y="4989"/>
                    <a:pt x="7174" y="5263"/>
                    <a:pt x="6809" y="5354"/>
                  </a:cubicBezTo>
                  <a:cubicBezTo>
                    <a:pt x="6631" y="5409"/>
                    <a:pt x="6454" y="5439"/>
                    <a:pt x="6279" y="5439"/>
                  </a:cubicBezTo>
                  <a:cubicBezTo>
                    <a:pt x="6065" y="5439"/>
                    <a:pt x="5855" y="5394"/>
                    <a:pt x="5654" y="5293"/>
                  </a:cubicBezTo>
                  <a:lnTo>
                    <a:pt x="1459" y="3196"/>
                  </a:lnTo>
                  <a:cubicBezTo>
                    <a:pt x="699" y="2831"/>
                    <a:pt x="395" y="1950"/>
                    <a:pt x="760" y="1190"/>
                  </a:cubicBezTo>
                  <a:cubicBezTo>
                    <a:pt x="943" y="795"/>
                    <a:pt x="1247" y="552"/>
                    <a:pt x="1642" y="430"/>
                  </a:cubicBezTo>
                  <a:cubicBezTo>
                    <a:pt x="1824" y="400"/>
                    <a:pt x="1976" y="339"/>
                    <a:pt x="2128" y="339"/>
                  </a:cubicBezTo>
                  <a:close/>
                  <a:moveTo>
                    <a:pt x="2181" y="1"/>
                  </a:moveTo>
                  <a:cubicBezTo>
                    <a:pt x="1976" y="1"/>
                    <a:pt x="1766" y="32"/>
                    <a:pt x="1550" y="96"/>
                  </a:cubicBezTo>
                  <a:cubicBezTo>
                    <a:pt x="1064" y="217"/>
                    <a:pt x="699" y="582"/>
                    <a:pt x="456" y="1038"/>
                  </a:cubicBezTo>
                  <a:cubicBezTo>
                    <a:pt x="0" y="1950"/>
                    <a:pt x="395" y="3074"/>
                    <a:pt x="1307" y="3530"/>
                  </a:cubicBezTo>
                  <a:lnTo>
                    <a:pt x="5502" y="5628"/>
                  </a:lnTo>
                  <a:cubicBezTo>
                    <a:pt x="5775" y="5749"/>
                    <a:pt x="6049" y="5810"/>
                    <a:pt x="6353" y="5810"/>
                  </a:cubicBezTo>
                  <a:cubicBezTo>
                    <a:pt x="6535" y="5810"/>
                    <a:pt x="6718" y="5810"/>
                    <a:pt x="6961" y="5780"/>
                  </a:cubicBezTo>
                  <a:cubicBezTo>
                    <a:pt x="7447" y="5628"/>
                    <a:pt x="7842" y="5293"/>
                    <a:pt x="8055" y="4837"/>
                  </a:cubicBezTo>
                  <a:cubicBezTo>
                    <a:pt x="8298" y="4381"/>
                    <a:pt x="8329" y="3895"/>
                    <a:pt x="8177" y="3378"/>
                  </a:cubicBezTo>
                  <a:cubicBezTo>
                    <a:pt x="8025" y="2892"/>
                    <a:pt x="7690" y="2527"/>
                    <a:pt x="7234" y="2284"/>
                  </a:cubicBezTo>
                  <a:lnTo>
                    <a:pt x="3009" y="187"/>
                  </a:lnTo>
                  <a:cubicBezTo>
                    <a:pt x="2744" y="63"/>
                    <a:pt x="2467" y="1"/>
                    <a:pt x="218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0"/>
            <p:cNvSpPr/>
            <p:nvPr/>
          </p:nvSpPr>
          <p:spPr>
            <a:xfrm>
              <a:off x="469125" y="3753375"/>
              <a:ext cx="182400" cy="98050"/>
            </a:xfrm>
            <a:custGeom>
              <a:rect b="b" l="l" r="r" t="t"/>
              <a:pathLst>
                <a:path extrusionOk="0" h="3922" w="7296">
                  <a:moveTo>
                    <a:pt x="152" y="1"/>
                  </a:moveTo>
                  <a:lnTo>
                    <a:pt x="0" y="366"/>
                  </a:lnTo>
                  <a:lnTo>
                    <a:pt x="7143" y="3922"/>
                  </a:lnTo>
                  <a:lnTo>
                    <a:pt x="7295" y="3557"/>
                  </a:lnTo>
                  <a:lnTo>
                    <a:pt x="152"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0"/>
            <p:cNvSpPr/>
            <p:nvPr/>
          </p:nvSpPr>
          <p:spPr>
            <a:xfrm>
              <a:off x="702400" y="3870400"/>
              <a:ext cx="103375" cy="58550"/>
            </a:xfrm>
            <a:custGeom>
              <a:rect b="b" l="l" r="r" t="t"/>
              <a:pathLst>
                <a:path extrusionOk="0" h="2342" w="4135">
                  <a:moveTo>
                    <a:pt x="153" y="1"/>
                  </a:moveTo>
                  <a:lnTo>
                    <a:pt x="1" y="366"/>
                  </a:lnTo>
                  <a:lnTo>
                    <a:pt x="3983" y="2341"/>
                  </a:lnTo>
                  <a:lnTo>
                    <a:pt x="4135" y="2007"/>
                  </a:lnTo>
                  <a:lnTo>
                    <a:pt x="153"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0"/>
            <p:cNvSpPr/>
            <p:nvPr/>
          </p:nvSpPr>
          <p:spPr>
            <a:xfrm>
              <a:off x="637825" y="3484375"/>
              <a:ext cx="302450" cy="189250"/>
            </a:xfrm>
            <a:custGeom>
              <a:rect b="b" l="l" r="r" t="t"/>
              <a:pathLst>
                <a:path extrusionOk="0" h="7570" w="12098">
                  <a:moveTo>
                    <a:pt x="1216" y="487"/>
                  </a:moveTo>
                  <a:lnTo>
                    <a:pt x="11581" y="5685"/>
                  </a:lnTo>
                  <a:lnTo>
                    <a:pt x="10912" y="7053"/>
                  </a:lnTo>
                  <a:lnTo>
                    <a:pt x="547" y="1885"/>
                  </a:lnTo>
                  <a:lnTo>
                    <a:pt x="1216" y="487"/>
                  </a:lnTo>
                  <a:close/>
                  <a:moveTo>
                    <a:pt x="1034" y="1"/>
                  </a:moveTo>
                  <a:lnTo>
                    <a:pt x="0" y="2068"/>
                  </a:lnTo>
                  <a:lnTo>
                    <a:pt x="11064" y="7569"/>
                  </a:lnTo>
                  <a:lnTo>
                    <a:pt x="12098" y="5533"/>
                  </a:lnTo>
                  <a:lnTo>
                    <a:pt x="10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2_1_1_1">
    <p:spTree>
      <p:nvGrpSpPr>
        <p:cNvPr id="770" name="Shape 770"/>
        <p:cNvGrpSpPr/>
        <p:nvPr/>
      </p:nvGrpSpPr>
      <p:grpSpPr>
        <a:xfrm>
          <a:off x="0" y="0"/>
          <a:ext cx="0" cy="0"/>
          <a:chOff x="0" y="0"/>
          <a:chExt cx="0" cy="0"/>
        </a:xfrm>
      </p:grpSpPr>
      <p:grpSp>
        <p:nvGrpSpPr>
          <p:cNvPr id="771" name="Google Shape;771;p31"/>
          <p:cNvGrpSpPr/>
          <p:nvPr/>
        </p:nvGrpSpPr>
        <p:grpSpPr>
          <a:xfrm>
            <a:off x="-244" y="24"/>
            <a:ext cx="9144155" cy="5165694"/>
            <a:chOff x="-244" y="24"/>
            <a:chExt cx="9144155" cy="5165694"/>
          </a:xfrm>
        </p:grpSpPr>
        <p:sp>
          <p:nvSpPr>
            <p:cNvPr id="772" name="Google Shape;772;p31"/>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1"/>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 name="Google Shape;774;p31"/>
          <p:cNvGrpSpPr/>
          <p:nvPr/>
        </p:nvGrpSpPr>
        <p:grpSpPr>
          <a:xfrm>
            <a:off x="303630" y="306525"/>
            <a:ext cx="8536741" cy="4552701"/>
            <a:chOff x="2434200" y="841500"/>
            <a:chExt cx="4622450" cy="3053250"/>
          </a:xfrm>
        </p:grpSpPr>
        <p:sp>
          <p:nvSpPr>
            <p:cNvPr id="775" name="Google Shape;775;p31"/>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1"/>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7" name="Google Shape;777;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78" name="Google Shape;778;p31"/>
          <p:cNvGrpSpPr/>
          <p:nvPr/>
        </p:nvGrpSpPr>
        <p:grpSpPr>
          <a:xfrm rot="743544">
            <a:off x="8127338" y="86749"/>
            <a:ext cx="889055" cy="741407"/>
            <a:chOff x="3503500" y="2319800"/>
            <a:chExt cx="750575" cy="625925"/>
          </a:xfrm>
        </p:grpSpPr>
        <p:sp>
          <p:nvSpPr>
            <p:cNvPr id="779" name="Google Shape;779;p31"/>
            <p:cNvSpPr/>
            <p:nvPr/>
          </p:nvSpPr>
          <p:spPr>
            <a:xfrm>
              <a:off x="3511850" y="2384775"/>
              <a:ext cx="736375" cy="560950"/>
            </a:xfrm>
            <a:custGeom>
              <a:rect b="b" l="l" r="r" t="t"/>
              <a:pathLst>
                <a:path extrusionOk="0" h="22438" w="29455">
                  <a:moveTo>
                    <a:pt x="13872" y="1"/>
                  </a:moveTo>
                  <a:cubicBezTo>
                    <a:pt x="7907" y="1"/>
                    <a:pt x="2191" y="408"/>
                    <a:pt x="1635" y="1330"/>
                  </a:cubicBezTo>
                  <a:cubicBezTo>
                    <a:pt x="467" y="3198"/>
                    <a:pt x="0" y="19676"/>
                    <a:pt x="1635" y="21311"/>
                  </a:cubicBezTo>
                  <a:cubicBezTo>
                    <a:pt x="2441" y="22085"/>
                    <a:pt x="8251" y="22438"/>
                    <a:pt x="14213" y="22438"/>
                  </a:cubicBezTo>
                  <a:cubicBezTo>
                    <a:pt x="20584" y="22438"/>
                    <a:pt x="27128" y="22034"/>
                    <a:pt x="27920" y="21311"/>
                  </a:cubicBezTo>
                  <a:cubicBezTo>
                    <a:pt x="29455" y="19843"/>
                    <a:pt x="29188" y="2864"/>
                    <a:pt x="27920" y="1330"/>
                  </a:cubicBezTo>
                  <a:cubicBezTo>
                    <a:pt x="27274" y="492"/>
                    <a:pt x="20423" y="1"/>
                    <a:pt x="138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1"/>
            <p:cNvSpPr/>
            <p:nvPr/>
          </p:nvSpPr>
          <p:spPr>
            <a:xfrm>
              <a:off x="3503500" y="2384875"/>
              <a:ext cx="750575" cy="327900"/>
            </a:xfrm>
            <a:custGeom>
              <a:rect b="b" l="l" r="r" t="t"/>
              <a:pathLst>
                <a:path extrusionOk="0" h="13116" w="30023">
                  <a:moveTo>
                    <a:pt x="14144" y="1"/>
                  </a:moveTo>
                  <a:cubicBezTo>
                    <a:pt x="7974" y="1"/>
                    <a:pt x="2073" y="425"/>
                    <a:pt x="1502" y="1392"/>
                  </a:cubicBezTo>
                  <a:cubicBezTo>
                    <a:pt x="968" y="2326"/>
                    <a:pt x="1" y="11900"/>
                    <a:pt x="401" y="12667"/>
                  </a:cubicBezTo>
                  <a:cubicBezTo>
                    <a:pt x="602" y="12992"/>
                    <a:pt x="6833" y="13116"/>
                    <a:pt x="13495" y="13116"/>
                  </a:cubicBezTo>
                  <a:cubicBezTo>
                    <a:pt x="21221" y="13116"/>
                    <a:pt x="29527" y="12949"/>
                    <a:pt x="29689" y="12734"/>
                  </a:cubicBezTo>
                  <a:cubicBezTo>
                    <a:pt x="30022" y="12367"/>
                    <a:pt x="29355" y="2160"/>
                    <a:pt x="28755" y="1392"/>
                  </a:cubicBezTo>
                  <a:cubicBezTo>
                    <a:pt x="28090" y="518"/>
                    <a:pt x="20953" y="1"/>
                    <a:pt x="141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1"/>
            <p:cNvSpPr/>
            <p:nvPr/>
          </p:nvSpPr>
          <p:spPr>
            <a:xfrm>
              <a:off x="3525200" y="2699050"/>
              <a:ext cx="711350" cy="20025"/>
            </a:xfrm>
            <a:custGeom>
              <a:rect b="b" l="l" r="r" t="t"/>
              <a:pathLst>
                <a:path extrusionOk="0" h="801" w="28454">
                  <a:moveTo>
                    <a:pt x="33" y="0"/>
                  </a:moveTo>
                  <a:lnTo>
                    <a:pt x="0" y="434"/>
                  </a:lnTo>
                  <a:cubicBezTo>
                    <a:pt x="2935" y="667"/>
                    <a:pt x="9006" y="801"/>
                    <a:pt x="15011" y="801"/>
                  </a:cubicBezTo>
                  <a:cubicBezTo>
                    <a:pt x="20348" y="801"/>
                    <a:pt x="25552" y="734"/>
                    <a:pt x="28454" y="467"/>
                  </a:cubicBezTo>
                  <a:lnTo>
                    <a:pt x="28387" y="67"/>
                  </a:lnTo>
                  <a:cubicBezTo>
                    <a:pt x="25610" y="296"/>
                    <a:pt x="20594" y="399"/>
                    <a:pt x="15442" y="399"/>
                  </a:cubicBezTo>
                  <a:cubicBezTo>
                    <a:pt x="9327" y="399"/>
                    <a:pt x="3020" y="254"/>
                    <a:pt x="33"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1"/>
            <p:cNvSpPr/>
            <p:nvPr/>
          </p:nvSpPr>
          <p:spPr>
            <a:xfrm>
              <a:off x="3621925" y="2681700"/>
              <a:ext cx="57575" cy="73250"/>
            </a:xfrm>
            <a:custGeom>
              <a:rect b="b" l="l" r="r" t="t"/>
              <a:pathLst>
                <a:path extrusionOk="0" h="2930" w="2303">
                  <a:moveTo>
                    <a:pt x="1038" y="1"/>
                  </a:moveTo>
                  <a:cubicBezTo>
                    <a:pt x="611" y="1"/>
                    <a:pt x="209" y="37"/>
                    <a:pt x="134" y="127"/>
                  </a:cubicBezTo>
                  <a:cubicBezTo>
                    <a:pt x="0" y="327"/>
                    <a:pt x="101" y="2696"/>
                    <a:pt x="334" y="2829"/>
                  </a:cubicBezTo>
                  <a:cubicBezTo>
                    <a:pt x="467" y="2896"/>
                    <a:pt x="843" y="2929"/>
                    <a:pt x="1214" y="2929"/>
                  </a:cubicBezTo>
                  <a:cubicBezTo>
                    <a:pt x="1585" y="2929"/>
                    <a:pt x="1952" y="2896"/>
                    <a:pt x="2069" y="2829"/>
                  </a:cubicBezTo>
                  <a:cubicBezTo>
                    <a:pt x="2269" y="2662"/>
                    <a:pt x="2302" y="260"/>
                    <a:pt x="2169" y="127"/>
                  </a:cubicBezTo>
                  <a:cubicBezTo>
                    <a:pt x="2114" y="54"/>
                    <a:pt x="1557" y="1"/>
                    <a:pt x="103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1"/>
            <p:cNvSpPr/>
            <p:nvPr/>
          </p:nvSpPr>
          <p:spPr>
            <a:xfrm>
              <a:off x="4081425" y="2681700"/>
              <a:ext cx="57550" cy="73250"/>
            </a:xfrm>
            <a:custGeom>
              <a:rect b="b" l="l" r="r" t="t"/>
              <a:pathLst>
                <a:path extrusionOk="0" h="2930" w="2302">
                  <a:moveTo>
                    <a:pt x="1038" y="1"/>
                  </a:moveTo>
                  <a:cubicBezTo>
                    <a:pt x="611" y="1"/>
                    <a:pt x="209" y="37"/>
                    <a:pt x="134" y="127"/>
                  </a:cubicBezTo>
                  <a:cubicBezTo>
                    <a:pt x="0" y="327"/>
                    <a:pt x="100" y="2696"/>
                    <a:pt x="367" y="2829"/>
                  </a:cubicBezTo>
                  <a:cubicBezTo>
                    <a:pt x="484" y="2896"/>
                    <a:pt x="859" y="2929"/>
                    <a:pt x="1230" y="2929"/>
                  </a:cubicBezTo>
                  <a:cubicBezTo>
                    <a:pt x="1601" y="2929"/>
                    <a:pt x="1968" y="2896"/>
                    <a:pt x="2068" y="2829"/>
                  </a:cubicBezTo>
                  <a:cubicBezTo>
                    <a:pt x="2269" y="2662"/>
                    <a:pt x="2302" y="260"/>
                    <a:pt x="2168" y="127"/>
                  </a:cubicBezTo>
                  <a:cubicBezTo>
                    <a:pt x="2114" y="54"/>
                    <a:pt x="1557" y="1"/>
                    <a:pt x="103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1"/>
            <p:cNvSpPr/>
            <p:nvPr/>
          </p:nvSpPr>
          <p:spPr>
            <a:xfrm>
              <a:off x="3619425" y="2722475"/>
              <a:ext cx="64225" cy="17575"/>
            </a:xfrm>
            <a:custGeom>
              <a:rect b="b" l="l" r="r" t="t"/>
              <a:pathLst>
                <a:path extrusionOk="0" h="703" w="2569">
                  <a:moveTo>
                    <a:pt x="1148" y="1"/>
                  </a:moveTo>
                  <a:cubicBezTo>
                    <a:pt x="636" y="1"/>
                    <a:pt x="161" y="19"/>
                    <a:pt x="100" y="64"/>
                  </a:cubicBezTo>
                  <a:cubicBezTo>
                    <a:pt x="0" y="164"/>
                    <a:pt x="34" y="564"/>
                    <a:pt x="100" y="664"/>
                  </a:cubicBezTo>
                  <a:cubicBezTo>
                    <a:pt x="143" y="692"/>
                    <a:pt x="560" y="703"/>
                    <a:pt x="1036" y="703"/>
                  </a:cubicBezTo>
                  <a:cubicBezTo>
                    <a:pt x="1686" y="703"/>
                    <a:pt x="2444" y="684"/>
                    <a:pt x="2502" y="664"/>
                  </a:cubicBezTo>
                  <a:cubicBezTo>
                    <a:pt x="2569" y="631"/>
                    <a:pt x="2569" y="164"/>
                    <a:pt x="2502" y="64"/>
                  </a:cubicBezTo>
                  <a:cubicBezTo>
                    <a:pt x="2447" y="27"/>
                    <a:pt x="1770" y="1"/>
                    <a:pt x="1148"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1"/>
            <p:cNvSpPr/>
            <p:nvPr/>
          </p:nvSpPr>
          <p:spPr>
            <a:xfrm>
              <a:off x="4078075" y="2722475"/>
              <a:ext cx="64250" cy="17575"/>
            </a:xfrm>
            <a:custGeom>
              <a:rect b="b" l="l" r="r" t="t"/>
              <a:pathLst>
                <a:path extrusionOk="0" h="703" w="2570">
                  <a:moveTo>
                    <a:pt x="1148" y="1"/>
                  </a:moveTo>
                  <a:cubicBezTo>
                    <a:pt x="636" y="1"/>
                    <a:pt x="161" y="19"/>
                    <a:pt x="101" y="64"/>
                  </a:cubicBezTo>
                  <a:cubicBezTo>
                    <a:pt x="1" y="164"/>
                    <a:pt x="34" y="564"/>
                    <a:pt x="101" y="664"/>
                  </a:cubicBezTo>
                  <a:cubicBezTo>
                    <a:pt x="143" y="692"/>
                    <a:pt x="561" y="703"/>
                    <a:pt x="1037" y="703"/>
                  </a:cubicBezTo>
                  <a:cubicBezTo>
                    <a:pt x="1687" y="703"/>
                    <a:pt x="2445" y="684"/>
                    <a:pt x="2503" y="664"/>
                  </a:cubicBezTo>
                  <a:cubicBezTo>
                    <a:pt x="2569" y="631"/>
                    <a:pt x="2569" y="164"/>
                    <a:pt x="2503" y="64"/>
                  </a:cubicBezTo>
                  <a:cubicBezTo>
                    <a:pt x="2448" y="27"/>
                    <a:pt x="1770" y="1"/>
                    <a:pt x="1148"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1"/>
            <p:cNvSpPr/>
            <p:nvPr/>
          </p:nvSpPr>
          <p:spPr>
            <a:xfrm>
              <a:off x="3722825" y="2319800"/>
              <a:ext cx="311925" cy="74050"/>
            </a:xfrm>
            <a:custGeom>
              <a:rect b="b" l="l" r="r" t="t"/>
              <a:pathLst>
                <a:path extrusionOk="0" h="2962" w="12477">
                  <a:moveTo>
                    <a:pt x="6151" y="1"/>
                  </a:moveTo>
                  <a:cubicBezTo>
                    <a:pt x="4913" y="1"/>
                    <a:pt x="3687" y="76"/>
                    <a:pt x="3270" y="226"/>
                  </a:cubicBezTo>
                  <a:cubicBezTo>
                    <a:pt x="2569" y="460"/>
                    <a:pt x="1769" y="1560"/>
                    <a:pt x="1468" y="1994"/>
                  </a:cubicBezTo>
                  <a:lnTo>
                    <a:pt x="1" y="2161"/>
                  </a:lnTo>
                  <a:lnTo>
                    <a:pt x="101" y="2961"/>
                  </a:lnTo>
                  <a:lnTo>
                    <a:pt x="1969" y="2761"/>
                  </a:lnTo>
                  <a:lnTo>
                    <a:pt x="2102" y="2594"/>
                  </a:lnTo>
                  <a:cubicBezTo>
                    <a:pt x="2469" y="1994"/>
                    <a:pt x="3136" y="1093"/>
                    <a:pt x="3570" y="960"/>
                  </a:cubicBezTo>
                  <a:cubicBezTo>
                    <a:pt x="3891" y="848"/>
                    <a:pt x="4960" y="797"/>
                    <a:pt x="6068" y="797"/>
                  </a:cubicBezTo>
                  <a:cubicBezTo>
                    <a:pt x="7265" y="797"/>
                    <a:pt x="8509" y="856"/>
                    <a:pt x="8907" y="960"/>
                  </a:cubicBezTo>
                  <a:cubicBezTo>
                    <a:pt x="9407" y="1127"/>
                    <a:pt x="10108" y="2094"/>
                    <a:pt x="10441" y="2661"/>
                  </a:cubicBezTo>
                  <a:lnTo>
                    <a:pt x="10575" y="2895"/>
                  </a:lnTo>
                  <a:lnTo>
                    <a:pt x="12476" y="2961"/>
                  </a:lnTo>
                  <a:lnTo>
                    <a:pt x="12443" y="2161"/>
                  </a:lnTo>
                  <a:lnTo>
                    <a:pt x="10975" y="2094"/>
                  </a:lnTo>
                  <a:cubicBezTo>
                    <a:pt x="10675" y="1594"/>
                    <a:pt x="9908" y="460"/>
                    <a:pt x="9107" y="226"/>
                  </a:cubicBezTo>
                  <a:cubicBezTo>
                    <a:pt x="8640" y="76"/>
                    <a:pt x="7389" y="1"/>
                    <a:pt x="615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1"/>
            <p:cNvSpPr/>
            <p:nvPr/>
          </p:nvSpPr>
          <p:spPr>
            <a:xfrm>
              <a:off x="3726175" y="2383825"/>
              <a:ext cx="47550" cy="15025"/>
            </a:xfrm>
            <a:custGeom>
              <a:rect b="b" l="l" r="r" t="t"/>
              <a:pathLst>
                <a:path extrusionOk="0" h="601" w="1902">
                  <a:moveTo>
                    <a:pt x="1868" y="0"/>
                  </a:moveTo>
                  <a:lnTo>
                    <a:pt x="0" y="200"/>
                  </a:lnTo>
                  <a:lnTo>
                    <a:pt x="33" y="601"/>
                  </a:lnTo>
                  <a:lnTo>
                    <a:pt x="1901" y="434"/>
                  </a:lnTo>
                  <a:lnTo>
                    <a:pt x="186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1"/>
            <p:cNvSpPr/>
            <p:nvPr/>
          </p:nvSpPr>
          <p:spPr>
            <a:xfrm>
              <a:off x="3987175" y="2386325"/>
              <a:ext cx="48400" cy="12525"/>
            </a:xfrm>
            <a:custGeom>
              <a:rect b="b" l="l" r="r" t="t"/>
              <a:pathLst>
                <a:path extrusionOk="0" h="501" w="1936">
                  <a:moveTo>
                    <a:pt x="34" y="0"/>
                  </a:moveTo>
                  <a:lnTo>
                    <a:pt x="1" y="400"/>
                  </a:lnTo>
                  <a:lnTo>
                    <a:pt x="1936" y="501"/>
                  </a:lnTo>
                  <a:lnTo>
                    <a:pt x="1936" y="100"/>
                  </a:lnTo>
                  <a:lnTo>
                    <a:pt x="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 name="Google Shape;789;p31"/>
          <p:cNvGrpSpPr/>
          <p:nvPr/>
        </p:nvGrpSpPr>
        <p:grpSpPr>
          <a:xfrm rot="-5400000">
            <a:off x="635423" y="3443327"/>
            <a:ext cx="1891143" cy="2921210"/>
            <a:chOff x="7864023" y="121502"/>
            <a:chExt cx="1891143" cy="2921210"/>
          </a:xfrm>
        </p:grpSpPr>
        <p:sp>
          <p:nvSpPr>
            <p:cNvPr id="790" name="Google Shape;790;p31"/>
            <p:cNvSpPr/>
            <p:nvPr/>
          </p:nvSpPr>
          <p:spPr>
            <a:xfrm rot="6508762">
              <a:off x="7452925" y="1036930"/>
              <a:ext cx="2713340" cy="1087171"/>
            </a:xfrm>
            <a:custGeom>
              <a:rect b="b" l="l" r="r" t="t"/>
              <a:pathLst>
                <a:path extrusionOk="0" h="96932" w="241921">
                  <a:moveTo>
                    <a:pt x="240826" y="0"/>
                  </a:moveTo>
                  <a:lnTo>
                    <a:pt x="224899" y="15928"/>
                  </a:lnTo>
                  <a:lnTo>
                    <a:pt x="207907" y="15928"/>
                  </a:lnTo>
                  <a:lnTo>
                    <a:pt x="186083" y="37752"/>
                  </a:lnTo>
                  <a:lnTo>
                    <a:pt x="166265" y="37752"/>
                  </a:lnTo>
                  <a:lnTo>
                    <a:pt x="154988" y="49059"/>
                  </a:lnTo>
                  <a:lnTo>
                    <a:pt x="129365" y="49059"/>
                  </a:lnTo>
                  <a:lnTo>
                    <a:pt x="112617" y="65807"/>
                  </a:lnTo>
                  <a:lnTo>
                    <a:pt x="99182" y="65807"/>
                  </a:lnTo>
                  <a:lnTo>
                    <a:pt x="92252" y="58877"/>
                  </a:lnTo>
                  <a:lnTo>
                    <a:pt x="64014" y="58877"/>
                  </a:lnTo>
                  <a:lnTo>
                    <a:pt x="47448" y="75442"/>
                  </a:lnTo>
                  <a:lnTo>
                    <a:pt x="20366" y="75442"/>
                  </a:lnTo>
                  <a:lnTo>
                    <a:pt x="1" y="95807"/>
                  </a:lnTo>
                  <a:lnTo>
                    <a:pt x="1065" y="96932"/>
                  </a:lnTo>
                  <a:lnTo>
                    <a:pt x="20974" y="76962"/>
                  </a:lnTo>
                  <a:lnTo>
                    <a:pt x="48056" y="76962"/>
                  </a:lnTo>
                  <a:lnTo>
                    <a:pt x="64622" y="60396"/>
                  </a:lnTo>
                  <a:lnTo>
                    <a:pt x="91644" y="60396"/>
                  </a:lnTo>
                  <a:lnTo>
                    <a:pt x="98513" y="67327"/>
                  </a:lnTo>
                  <a:lnTo>
                    <a:pt x="113225" y="67327"/>
                  </a:lnTo>
                  <a:lnTo>
                    <a:pt x="129973" y="50579"/>
                  </a:lnTo>
                  <a:lnTo>
                    <a:pt x="155596" y="50579"/>
                  </a:lnTo>
                  <a:lnTo>
                    <a:pt x="166904" y="39271"/>
                  </a:lnTo>
                  <a:lnTo>
                    <a:pt x="186752" y="39271"/>
                  </a:lnTo>
                  <a:lnTo>
                    <a:pt x="208546" y="17447"/>
                  </a:lnTo>
                  <a:lnTo>
                    <a:pt x="225506" y="17447"/>
                  </a:lnTo>
                  <a:lnTo>
                    <a:pt x="241920" y="1064"/>
                  </a:lnTo>
                  <a:lnTo>
                    <a:pt x="24082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1"/>
            <p:cNvSpPr/>
            <p:nvPr/>
          </p:nvSpPr>
          <p:spPr>
            <a:xfrm rot="6508762">
              <a:off x="8821528" y="2937998"/>
              <a:ext cx="92048" cy="92732"/>
            </a:xfrm>
            <a:custGeom>
              <a:rect b="b" l="l" r="r" t="t"/>
              <a:pathLst>
                <a:path extrusionOk="0" h="8268" w="8207">
                  <a:moveTo>
                    <a:pt x="0" y="0"/>
                  </a:moveTo>
                  <a:lnTo>
                    <a:pt x="0" y="1520"/>
                  </a:lnTo>
                  <a:lnTo>
                    <a:pt x="6687" y="1520"/>
                  </a:lnTo>
                  <a:lnTo>
                    <a:pt x="6687" y="8268"/>
                  </a:lnTo>
                  <a:lnTo>
                    <a:pt x="8207" y="8268"/>
                  </a:lnTo>
                  <a:lnTo>
                    <a:pt x="820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1"/>
            <p:cNvSpPr/>
            <p:nvPr/>
          </p:nvSpPr>
          <p:spPr>
            <a:xfrm rot="6508762">
              <a:off x="8722826" y="666647"/>
              <a:ext cx="97847" cy="82874"/>
            </a:xfrm>
            <a:custGeom>
              <a:rect b="b" l="l" r="r" t="t"/>
              <a:pathLst>
                <a:path extrusionOk="0" h="7389" w="8724">
                  <a:moveTo>
                    <a:pt x="4506" y="0"/>
                  </a:moveTo>
                  <a:cubicBezTo>
                    <a:pt x="2845" y="0"/>
                    <a:pt x="1209" y="832"/>
                    <a:pt x="669" y="2574"/>
                  </a:cubicBezTo>
                  <a:cubicBezTo>
                    <a:pt x="0" y="4854"/>
                    <a:pt x="1672" y="7285"/>
                    <a:pt x="4012" y="7377"/>
                  </a:cubicBezTo>
                  <a:cubicBezTo>
                    <a:pt x="4127" y="7385"/>
                    <a:pt x="4243" y="7389"/>
                    <a:pt x="4360" y="7389"/>
                  </a:cubicBezTo>
                  <a:cubicBezTo>
                    <a:pt x="5567" y="7389"/>
                    <a:pt x="6828" y="6957"/>
                    <a:pt x="7660" y="6070"/>
                  </a:cubicBezTo>
                  <a:cubicBezTo>
                    <a:pt x="8541" y="5036"/>
                    <a:pt x="8724" y="3577"/>
                    <a:pt x="8329" y="2361"/>
                  </a:cubicBezTo>
                  <a:cubicBezTo>
                    <a:pt x="8055" y="1693"/>
                    <a:pt x="7599" y="1054"/>
                    <a:pt x="6961" y="659"/>
                  </a:cubicBezTo>
                  <a:cubicBezTo>
                    <a:pt x="6235" y="223"/>
                    <a:pt x="5367" y="0"/>
                    <a:pt x="4506"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1"/>
            <p:cNvSpPr/>
            <p:nvPr/>
          </p:nvSpPr>
          <p:spPr>
            <a:xfrm rot="6508762">
              <a:off x="8749456" y="690534"/>
              <a:ext cx="43652" cy="36586"/>
            </a:xfrm>
            <a:custGeom>
              <a:rect b="b" l="l" r="r" t="t"/>
              <a:pathLst>
                <a:path extrusionOk="0" h="3262" w="3892">
                  <a:moveTo>
                    <a:pt x="2011" y="0"/>
                  </a:moveTo>
                  <a:cubicBezTo>
                    <a:pt x="1268" y="0"/>
                    <a:pt x="546" y="365"/>
                    <a:pt x="305" y="1130"/>
                  </a:cubicBezTo>
                  <a:cubicBezTo>
                    <a:pt x="1" y="2103"/>
                    <a:pt x="730" y="3167"/>
                    <a:pt x="1794" y="3258"/>
                  </a:cubicBezTo>
                  <a:cubicBezTo>
                    <a:pt x="1835" y="3260"/>
                    <a:pt x="1876" y="3261"/>
                    <a:pt x="1917" y="3261"/>
                  </a:cubicBezTo>
                  <a:cubicBezTo>
                    <a:pt x="2460" y="3261"/>
                    <a:pt x="3038" y="3074"/>
                    <a:pt x="3405" y="2650"/>
                  </a:cubicBezTo>
                  <a:cubicBezTo>
                    <a:pt x="3800" y="2194"/>
                    <a:pt x="3891" y="1586"/>
                    <a:pt x="3709" y="1039"/>
                  </a:cubicBezTo>
                  <a:cubicBezTo>
                    <a:pt x="3587" y="735"/>
                    <a:pt x="3405" y="492"/>
                    <a:pt x="3101" y="279"/>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1"/>
            <p:cNvSpPr/>
            <p:nvPr/>
          </p:nvSpPr>
          <p:spPr>
            <a:xfrm rot="6508762">
              <a:off x="8841669" y="893229"/>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4990"/>
                    <a:pt x="8724" y="3562"/>
                    <a:pt x="8329" y="2376"/>
                  </a:cubicBezTo>
                  <a:cubicBezTo>
                    <a:pt x="8056" y="1677"/>
                    <a:pt x="7600" y="1039"/>
                    <a:pt x="6961"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1"/>
            <p:cNvSpPr/>
            <p:nvPr/>
          </p:nvSpPr>
          <p:spPr>
            <a:xfrm rot="6508762">
              <a:off x="8868730" y="917352"/>
              <a:ext cx="43641" cy="36496"/>
            </a:xfrm>
            <a:custGeom>
              <a:rect b="b" l="l" r="r" t="t"/>
              <a:pathLst>
                <a:path extrusionOk="0" h="3254" w="3891">
                  <a:moveTo>
                    <a:pt x="2004" y="1"/>
                  </a:moveTo>
                  <a:cubicBezTo>
                    <a:pt x="1264" y="1"/>
                    <a:pt x="545" y="372"/>
                    <a:pt x="304" y="1116"/>
                  </a:cubicBezTo>
                  <a:cubicBezTo>
                    <a:pt x="0" y="2119"/>
                    <a:pt x="730" y="3182"/>
                    <a:pt x="1794" y="3243"/>
                  </a:cubicBezTo>
                  <a:cubicBezTo>
                    <a:pt x="1858" y="3250"/>
                    <a:pt x="1924" y="3253"/>
                    <a:pt x="1989" y="3253"/>
                  </a:cubicBezTo>
                  <a:cubicBezTo>
                    <a:pt x="2511" y="3253"/>
                    <a:pt x="3054" y="3040"/>
                    <a:pt x="3405" y="2635"/>
                  </a:cubicBezTo>
                  <a:cubicBezTo>
                    <a:pt x="3800" y="2240"/>
                    <a:pt x="3891" y="1571"/>
                    <a:pt x="3709" y="1055"/>
                  </a:cubicBezTo>
                  <a:cubicBezTo>
                    <a:pt x="3587" y="751"/>
                    <a:pt x="3405" y="477"/>
                    <a:pt x="3101" y="295"/>
                  </a:cubicBezTo>
                  <a:cubicBezTo>
                    <a:pt x="2771" y="99"/>
                    <a:pt x="2385" y="1"/>
                    <a:pt x="20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1"/>
            <p:cNvSpPr/>
            <p:nvPr/>
          </p:nvSpPr>
          <p:spPr>
            <a:xfrm rot="6508762">
              <a:off x="8741705" y="1191842"/>
              <a:ext cx="98194" cy="82975"/>
            </a:xfrm>
            <a:custGeom>
              <a:rect b="b" l="l" r="r" t="t"/>
              <a:pathLst>
                <a:path extrusionOk="0" h="7398" w="8755">
                  <a:moveTo>
                    <a:pt x="4501" y="0"/>
                  </a:moveTo>
                  <a:cubicBezTo>
                    <a:pt x="2844" y="0"/>
                    <a:pt x="1219" y="839"/>
                    <a:pt x="699" y="2559"/>
                  </a:cubicBezTo>
                  <a:cubicBezTo>
                    <a:pt x="0" y="4838"/>
                    <a:pt x="1672" y="7270"/>
                    <a:pt x="4043" y="7392"/>
                  </a:cubicBezTo>
                  <a:cubicBezTo>
                    <a:pt x="4127" y="7396"/>
                    <a:pt x="4212" y="7398"/>
                    <a:pt x="4297" y="7398"/>
                  </a:cubicBezTo>
                  <a:cubicBezTo>
                    <a:pt x="5509" y="7398"/>
                    <a:pt x="6838" y="6991"/>
                    <a:pt x="7690" y="6054"/>
                  </a:cubicBezTo>
                  <a:cubicBezTo>
                    <a:pt x="8572" y="4990"/>
                    <a:pt x="8754" y="3562"/>
                    <a:pt x="8329" y="2376"/>
                  </a:cubicBezTo>
                  <a:cubicBezTo>
                    <a:pt x="8085" y="1677"/>
                    <a:pt x="7629" y="1039"/>
                    <a:pt x="6961" y="674"/>
                  </a:cubicBezTo>
                  <a:cubicBezTo>
                    <a:pt x="6233" y="227"/>
                    <a:pt x="5363"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1"/>
            <p:cNvSpPr/>
            <p:nvPr/>
          </p:nvSpPr>
          <p:spPr>
            <a:xfrm rot="6508762">
              <a:off x="8768877" y="1216119"/>
              <a:ext cx="43652" cy="36496"/>
            </a:xfrm>
            <a:custGeom>
              <a:rect b="b" l="l" r="r" t="t"/>
              <a:pathLst>
                <a:path extrusionOk="0" h="3254" w="3892">
                  <a:moveTo>
                    <a:pt x="1989" y="1"/>
                  </a:moveTo>
                  <a:cubicBezTo>
                    <a:pt x="1251" y="1"/>
                    <a:pt x="526" y="372"/>
                    <a:pt x="305" y="1116"/>
                  </a:cubicBezTo>
                  <a:cubicBezTo>
                    <a:pt x="1" y="2119"/>
                    <a:pt x="730" y="3182"/>
                    <a:pt x="1794" y="3243"/>
                  </a:cubicBezTo>
                  <a:cubicBezTo>
                    <a:pt x="1855" y="3250"/>
                    <a:pt x="1918" y="3253"/>
                    <a:pt x="1982" y="3253"/>
                  </a:cubicBezTo>
                  <a:cubicBezTo>
                    <a:pt x="2487" y="3253"/>
                    <a:pt x="3051" y="3040"/>
                    <a:pt x="3375" y="2635"/>
                  </a:cubicBezTo>
                  <a:cubicBezTo>
                    <a:pt x="3800" y="2240"/>
                    <a:pt x="3892" y="1571"/>
                    <a:pt x="3679" y="1055"/>
                  </a:cubicBezTo>
                  <a:cubicBezTo>
                    <a:pt x="3588" y="751"/>
                    <a:pt x="3375" y="477"/>
                    <a:pt x="3071" y="295"/>
                  </a:cubicBezTo>
                  <a:cubicBezTo>
                    <a:pt x="2751" y="99"/>
                    <a:pt x="2369" y="1"/>
                    <a:pt x="1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1"/>
            <p:cNvSpPr/>
            <p:nvPr/>
          </p:nvSpPr>
          <p:spPr>
            <a:xfrm rot="6508762">
              <a:off x="8647490" y="1238897"/>
              <a:ext cx="98531" cy="83076"/>
            </a:xfrm>
            <a:custGeom>
              <a:rect b="b" l="l" r="r" t="t"/>
              <a:pathLst>
                <a:path extrusionOk="0" h="7407" w="8785">
                  <a:moveTo>
                    <a:pt x="4528" y="1"/>
                  </a:moveTo>
                  <a:cubicBezTo>
                    <a:pt x="2862" y="1"/>
                    <a:pt x="1222" y="839"/>
                    <a:pt x="699" y="2568"/>
                  </a:cubicBezTo>
                  <a:cubicBezTo>
                    <a:pt x="0" y="4848"/>
                    <a:pt x="1672" y="7279"/>
                    <a:pt x="4043" y="7401"/>
                  </a:cubicBezTo>
                  <a:cubicBezTo>
                    <a:pt x="4122" y="7405"/>
                    <a:pt x="4203" y="7406"/>
                    <a:pt x="4283" y="7406"/>
                  </a:cubicBezTo>
                  <a:cubicBezTo>
                    <a:pt x="5499" y="7406"/>
                    <a:pt x="6835" y="6975"/>
                    <a:pt x="7690" y="6063"/>
                  </a:cubicBezTo>
                  <a:cubicBezTo>
                    <a:pt x="8542" y="5030"/>
                    <a:pt x="8785" y="3601"/>
                    <a:pt x="8329" y="2385"/>
                  </a:cubicBezTo>
                  <a:cubicBezTo>
                    <a:pt x="8055" y="1686"/>
                    <a:pt x="7599" y="1048"/>
                    <a:pt x="6961" y="653"/>
                  </a:cubicBezTo>
                  <a:cubicBezTo>
                    <a:pt x="6240"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1"/>
            <p:cNvSpPr/>
            <p:nvPr/>
          </p:nvSpPr>
          <p:spPr>
            <a:xfrm rot="6508762">
              <a:off x="8675059" y="1262724"/>
              <a:ext cx="43652" cy="36586"/>
            </a:xfrm>
            <a:custGeom>
              <a:rect b="b" l="l" r="r" t="t"/>
              <a:pathLst>
                <a:path extrusionOk="0" h="3262" w="3892">
                  <a:moveTo>
                    <a:pt x="2011" y="0"/>
                  </a:moveTo>
                  <a:cubicBezTo>
                    <a:pt x="1269" y="0"/>
                    <a:pt x="546" y="365"/>
                    <a:pt x="305" y="1131"/>
                  </a:cubicBezTo>
                  <a:cubicBezTo>
                    <a:pt x="1" y="2103"/>
                    <a:pt x="730" y="3167"/>
                    <a:pt x="1794" y="3258"/>
                  </a:cubicBezTo>
                  <a:cubicBezTo>
                    <a:pt x="1835" y="3261"/>
                    <a:pt x="1876" y="3262"/>
                    <a:pt x="1917" y="3262"/>
                  </a:cubicBezTo>
                  <a:cubicBezTo>
                    <a:pt x="2461" y="3262"/>
                    <a:pt x="3038" y="3074"/>
                    <a:pt x="3405" y="2651"/>
                  </a:cubicBezTo>
                  <a:cubicBezTo>
                    <a:pt x="3831" y="2225"/>
                    <a:pt x="3891" y="1587"/>
                    <a:pt x="3709" y="1040"/>
                  </a:cubicBezTo>
                  <a:cubicBezTo>
                    <a:pt x="3588" y="736"/>
                    <a:pt x="3405" y="492"/>
                    <a:pt x="3101" y="280"/>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1"/>
            <p:cNvSpPr/>
            <p:nvPr/>
          </p:nvSpPr>
          <p:spPr>
            <a:xfrm rot="6508762">
              <a:off x="8597897" y="1387794"/>
              <a:ext cx="98194" cy="83076"/>
            </a:xfrm>
            <a:custGeom>
              <a:rect b="b" l="l" r="r" t="t"/>
              <a:pathLst>
                <a:path extrusionOk="0" h="7407" w="8755">
                  <a:moveTo>
                    <a:pt x="4528" y="1"/>
                  </a:moveTo>
                  <a:cubicBezTo>
                    <a:pt x="2862" y="1"/>
                    <a:pt x="1223" y="839"/>
                    <a:pt x="700" y="2568"/>
                  </a:cubicBezTo>
                  <a:cubicBezTo>
                    <a:pt x="1" y="4848"/>
                    <a:pt x="1673" y="7279"/>
                    <a:pt x="4043" y="7401"/>
                  </a:cubicBezTo>
                  <a:cubicBezTo>
                    <a:pt x="4123" y="7405"/>
                    <a:pt x="4203" y="7406"/>
                    <a:pt x="4284" y="7406"/>
                  </a:cubicBezTo>
                  <a:cubicBezTo>
                    <a:pt x="5500" y="7406"/>
                    <a:pt x="6836" y="6975"/>
                    <a:pt x="7691" y="6063"/>
                  </a:cubicBezTo>
                  <a:cubicBezTo>
                    <a:pt x="8572" y="5030"/>
                    <a:pt x="8755" y="3601"/>
                    <a:pt x="8329" y="2385"/>
                  </a:cubicBezTo>
                  <a:cubicBezTo>
                    <a:pt x="8056" y="1686"/>
                    <a:pt x="7600" y="1048"/>
                    <a:pt x="6961" y="653"/>
                  </a:cubicBezTo>
                  <a:cubicBezTo>
                    <a:pt x="6241"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1"/>
            <p:cNvSpPr/>
            <p:nvPr/>
          </p:nvSpPr>
          <p:spPr>
            <a:xfrm rot="6508762">
              <a:off x="8625363" y="1411945"/>
              <a:ext cx="43304" cy="36586"/>
            </a:xfrm>
            <a:custGeom>
              <a:rect b="b" l="l" r="r" t="t"/>
              <a:pathLst>
                <a:path extrusionOk="0" h="3262" w="3861">
                  <a:moveTo>
                    <a:pt x="1995" y="0"/>
                  </a:moveTo>
                  <a:cubicBezTo>
                    <a:pt x="1255" y="0"/>
                    <a:pt x="526" y="365"/>
                    <a:pt x="305" y="1131"/>
                  </a:cubicBezTo>
                  <a:cubicBezTo>
                    <a:pt x="1" y="2103"/>
                    <a:pt x="730" y="3167"/>
                    <a:pt x="1764" y="3258"/>
                  </a:cubicBezTo>
                  <a:cubicBezTo>
                    <a:pt x="1804" y="3261"/>
                    <a:pt x="1846" y="3262"/>
                    <a:pt x="1887" y="3262"/>
                  </a:cubicBezTo>
                  <a:cubicBezTo>
                    <a:pt x="2430" y="3262"/>
                    <a:pt x="3007" y="3074"/>
                    <a:pt x="3375" y="2651"/>
                  </a:cubicBezTo>
                  <a:cubicBezTo>
                    <a:pt x="3800" y="2225"/>
                    <a:pt x="3861" y="1587"/>
                    <a:pt x="3679" y="1040"/>
                  </a:cubicBezTo>
                  <a:cubicBezTo>
                    <a:pt x="3557" y="736"/>
                    <a:pt x="3375" y="492"/>
                    <a:pt x="3071" y="280"/>
                  </a:cubicBezTo>
                  <a:cubicBezTo>
                    <a:pt x="2753" y="95"/>
                    <a:pt x="2372" y="0"/>
                    <a:pt x="19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1"/>
            <p:cNvSpPr/>
            <p:nvPr/>
          </p:nvSpPr>
          <p:spPr>
            <a:xfrm rot="6508762">
              <a:off x="8712688" y="1623425"/>
              <a:ext cx="98531" cy="82975"/>
            </a:xfrm>
            <a:custGeom>
              <a:rect b="b" l="l" r="r" t="t"/>
              <a:pathLst>
                <a:path extrusionOk="0" h="7398" w="8785">
                  <a:moveTo>
                    <a:pt x="4487" y="0"/>
                  </a:moveTo>
                  <a:cubicBezTo>
                    <a:pt x="2828" y="0"/>
                    <a:pt x="1209" y="839"/>
                    <a:pt x="669" y="2559"/>
                  </a:cubicBezTo>
                  <a:cubicBezTo>
                    <a:pt x="1" y="4838"/>
                    <a:pt x="1672" y="7270"/>
                    <a:pt x="4013" y="7392"/>
                  </a:cubicBezTo>
                  <a:cubicBezTo>
                    <a:pt x="4099" y="7396"/>
                    <a:pt x="4186" y="7398"/>
                    <a:pt x="4273" y="7398"/>
                  </a:cubicBezTo>
                  <a:cubicBezTo>
                    <a:pt x="5506" y="7398"/>
                    <a:pt x="6809" y="6991"/>
                    <a:pt x="7660" y="6054"/>
                  </a:cubicBezTo>
                  <a:cubicBezTo>
                    <a:pt x="8572" y="5021"/>
                    <a:pt x="8785" y="3592"/>
                    <a:pt x="8329" y="2376"/>
                  </a:cubicBezTo>
                  <a:cubicBezTo>
                    <a:pt x="8056" y="1677"/>
                    <a:pt x="7600" y="1039"/>
                    <a:pt x="6961" y="674"/>
                  </a:cubicBezTo>
                  <a:cubicBezTo>
                    <a:pt x="6223" y="227"/>
                    <a:pt x="5350" y="0"/>
                    <a:pt x="4487"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1"/>
            <p:cNvSpPr/>
            <p:nvPr/>
          </p:nvSpPr>
          <p:spPr>
            <a:xfrm rot="6508762">
              <a:off x="8739754" y="1647450"/>
              <a:ext cx="43652" cy="36485"/>
            </a:xfrm>
            <a:custGeom>
              <a:rect b="b" l="l" r="r" t="t"/>
              <a:pathLst>
                <a:path extrusionOk="0" h="3253" w="3892">
                  <a:moveTo>
                    <a:pt x="2019" y="0"/>
                  </a:moveTo>
                  <a:cubicBezTo>
                    <a:pt x="1281" y="0"/>
                    <a:pt x="556" y="372"/>
                    <a:pt x="335" y="1115"/>
                  </a:cubicBezTo>
                  <a:cubicBezTo>
                    <a:pt x="0" y="2118"/>
                    <a:pt x="730" y="3182"/>
                    <a:pt x="1794" y="3243"/>
                  </a:cubicBezTo>
                  <a:cubicBezTo>
                    <a:pt x="1858" y="3249"/>
                    <a:pt x="1924" y="3253"/>
                    <a:pt x="1989" y="3253"/>
                  </a:cubicBezTo>
                  <a:cubicBezTo>
                    <a:pt x="2511" y="3253"/>
                    <a:pt x="3054" y="3040"/>
                    <a:pt x="3405" y="2635"/>
                  </a:cubicBezTo>
                  <a:cubicBezTo>
                    <a:pt x="3770" y="2179"/>
                    <a:pt x="3891" y="1571"/>
                    <a:pt x="3709" y="1054"/>
                  </a:cubicBezTo>
                  <a:cubicBezTo>
                    <a:pt x="3587" y="750"/>
                    <a:pt x="3405" y="477"/>
                    <a:pt x="3101" y="294"/>
                  </a:cubicBezTo>
                  <a:cubicBezTo>
                    <a:pt x="2781" y="98"/>
                    <a:pt x="2398" y="0"/>
                    <a:pt x="20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1"/>
            <p:cNvSpPr/>
            <p:nvPr/>
          </p:nvSpPr>
          <p:spPr>
            <a:xfrm rot="6508762">
              <a:off x="8619120" y="1904411"/>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5021"/>
                    <a:pt x="8724" y="3592"/>
                    <a:pt x="8329" y="2376"/>
                  </a:cubicBezTo>
                  <a:cubicBezTo>
                    <a:pt x="8056" y="1677"/>
                    <a:pt x="7600" y="1039"/>
                    <a:pt x="6962"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1"/>
            <p:cNvSpPr/>
            <p:nvPr/>
          </p:nvSpPr>
          <p:spPr>
            <a:xfrm rot="6508762">
              <a:off x="8645856" y="1928431"/>
              <a:ext cx="43641" cy="36485"/>
            </a:xfrm>
            <a:custGeom>
              <a:rect b="b" l="l" r="r" t="t"/>
              <a:pathLst>
                <a:path extrusionOk="0" h="3253" w="3891">
                  <a:moveTo>
                    <a:pt x="2004" y="0"/>
                  </a:moveTo>
                  <a:cubicBezTo>
                    <a:pt x="1264" y="0"/>
                    <a:pt x="545" y="372"/>
                    <a:pt x="304" y="1115"/>
                  </a:cubicBezTo>
                  <a:cubicBezTo>
                    <a:pt x="0" y="2118"/>
                    <a:pt x="730" y="3182"/>
                    <a:pt x="1794" y="3243"/>
                  </a:cubicBezTo>
                  <a:cubicBezTo>
                    <a:pt x="1858" y="3249"/>
                    <a:pt x="1924" y="3253"/>
                    <a:pt x="1989" y="3253"/>
                  </a:cubicBezTo>
                  <a:cubicBezTo>
                    <a:pt x="2511" y="3253"/>
                    <a:pt x="3050" y="3040"/>
                    <a:pt x="3374" y="2635"/>
                  </a:cubicBezTo>
                  <a:cubicBezTo>
                    <a:pt x="3769" y="2179"/>
                    <a:pt x="3891" y="1571"/>
                    <a:pt x="3709" y="1054"/>
                  </a:cubicBezTo>
                  <a:cubicBezTo>
                    <a:pt x="3587" y="750"/>
                    <a:pt x="3405" y="477"/>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1"/>
            <p:cNvSpPr/>
            <p:nvPr/>
          </p:nvSpPr>
          <p:spPr>
            <a:xfrm rot="6508762">
              <a:off x="8704020" y="2062750"/>
              <a:ext cx="98194" cy="83042"/>
            </a:xfrm>
            <a:custGeom>
              <a:rect b="b" l="l" r="r" t="t"/>
              <a:pathLst>
                <a:path extrusionOk="0" h="7404" w="8755">
                  <a:moveTo>
                    <a:pt x="4502" y="1"/>
                  </a:moveTo>
                  <a:cubicBezTo>
                    <a:pt x="2845" y="1"/>
                    <a:pt x="1220" y="839"/>
                    <a:pt x="700" y="2559"/>
                  </a:cubicBezTo>
                  <a:cubicBezTo>
                    <a:pt x="1" y="4838"/>
                    <a:pt x="1673" y="7270"/>
                    <a:pt x="4043" y="7392"/>
                  </a:cubicBezTo>
                  <a:cubicBezTo>
                    <a:pt x="4155" y="7400"/>
                    <a:pt x="4269" y="7404"/>
                    <a:pt x="4383" y="7404"/>
                  </a:cubicBezTo>
                  <a:cubicBezTo>
                    <a:pt x="5572" y="7404"/>
                    <a:pt x="6859" y="6969"/>
                    <a:pt x="7691" y="6054"/>
                  </a:cubicBezTo>
                  <a:cubicBezTo>
                    <a:pt x="8542" y="5051"/>
                    <a:pt x="8755" y="3592"/>
                    <a:pt x="8329" y="2376"/>
                  </a:cubicBezTo>
                  <a:cubicBezTo>
                    <a:pt x="8056" y="1708"/>
                    <a:pt x="7600" y="1039"/>
                    <a:pt x="6961" y="674"/>
                  </a:cubicBezTo>
                  <a:cubicBezTo>
                    <a:pt x="6234" y="227"/>
                    <a:pt x="5364"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1"/>
            <p:cNvSpPr/>
            <p:nvPr/>
          </p:nvSpPr>
          <p:spPr>
            <a:xfrm rot="6508762">
              <a:off x="8731366" y="2086813"/>
              <a:ext cx="43641" cy="36407"/>
            </a:xfrm>
            <a:custGeom>
              <a:rect b="b" l="l" r="r" t="t"/>
              <a:pathLst>
                <a:path extrusionOk="0" h="3246" w="3891">
                  <a:moveTo>
                    <a:pt x="2004" y="0"/>
                  </a:moveTo>
                  <a:cubicBezTo>
                    <a:pt x="1264" y="0"/>
                    <a:pt x="545" y="372"/>
                    <a:pt x="304" y="1115"/>
                  </a:cubicBezTo>
                  <a:cubicBezTo>
                    <a:pt x="0" y="2118"/>
                    <a:pt x="730" y="3182"/>
                    <a:pt x="1794" y="3242"/>
                  </a:cubicBezTo>
                  <a:cubicBezTo>
                    <a:pt x="1834" y="3244"/>
                    <a:pt x="1876" y="3246"/>
                    <a:pt x="1917" y="3246"/>
                  </a:cubicBezTo>
                  <a:cubicBezTo>
                    <a:pt x="2460" y="3246"/>
                    <a:pt x="3037" y="3058"/>
                    <a:pt x="3405" y="2634"/>
                  </a:cubicBezTo>
                  <a:cubicBezTo>
                    <a:pt x="3830" y="2239"/>
                    <a:pt x="3891" y="1571"/>
                    <a:pt x="3708" y="1054"/>
                  </a:cubicBezTo>
                  <a:cubicBezTo>
                    <a:pt x="3587" y="750"/>
                    <a:pt x="3405" y="476"/>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1"/>
            <p:cNvSpPr/>
            <p:nvPr/>
          </p:nvSpPr>
          <p:spPr>
            <a:xfrm rot="6508762">
              <a:off x="8635190" y="2269207"/>
              <a:ext cx="97858" cy="83042"/>
            </a:xfrm>
            <a:custGeom>
              <a:rect b="b" l="l" r="r" t="t"/>
              <a:pathLst>
                <a:path extrusionOk="0" h="7404" w="8725">
                  <a:moveTo>
                    <a:pt x="4501" y="1"/>
                  </a:moveTo>
                  <a:cubicBezTo>
                    <a:pt x="2841" y="1"/>
                    <a:pt x="1209" y="839"/>
                    <a:pt x="669" y="2559"/>
                  </a:cubicBezTo>
                  <a:cubicBezTo>
                    <a:pt x="1" y="4838"/>
                    <a:pt x="1672" y="7270"/>
                    <a:pt x="4013" y="7392"/>
                  </a:cubicBezTo>
                  <a:cubicBezTo>
                    <a:pt x="4128" y="7400"/>
                    <a:pt x="4243" y="7404"/>
                    <a:pt x="4359" y="7404"/>
                  </a:cubicBezTo>
                  <a:cubicBezTo>
                    <a:pt x="5567" y="7404"/>
                    <a:pt x="6828" y="6969"/>
                    <a:pt x="7660" y="6054"/>
                  </a:cubicBezTo>
                  <a:cubicBezTo>
                    <a:pt x="8542" y="5051"/>
                    <a:pt x="8724" y="3592"/>
                    <a:pt x="8329" y="2376"/>
                  </a:cubicBezTo>
                  <a:cubicBezTo>
                    <a:pt x="8055" y="1708"/>
                    <a:pt x="7600" y="1039"/>
                    <a:pt x="6961" y="674"/>
                  </a:cubicBezTo>
                  <a:cubicBezTo>
                    <a:pt x="6233" y="227"/>
                    <a:pt x="5363" y="1"/>
                    <a:pt x="4501"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1"/>
            <p:cNvSpPr/>
            <p:nvPr/>
          </p:nvSpPr>
          <p:spPr>
            <a:xfrm rot="6508762">
              <a:off x="8662315" y="2293430"/>
              <a:ext cx="43641" cy="36407"/>
            </a:xfrm>
            <a:custGeom>
              <a:rect b="b" l="l" r="r" t="t"/>
              <a:pathLst>
                <a:path extrusionOk="0" h="3246" w="3891">
                  <a:moveTo>
                    <a:pt x="2004" y="0"/>
                  </a:moveTo>
                  <a:cubicBezTo>
                    <a:pt x="1264" y="0"/>
                    <a:pt x="545" y="372"/>
                    <a:pt x="304" y="1115"/>
                  </a:cubicBezTo>
                  <a:cubicBezTo>
                    <a:pt x="0" y="2118"/>
                    <a:pt x="730" y="3182"/>
                    <a:pt x="1793" y="3242"/>
                  </a:cubicBezTo>
                  <a:cubicBezTo>
                    <a:pt x="1834" y="3244"/>
                    <a:pt x="1875" y="3246"/>
                    <a:pt x="1917" y="3246"/>
                  </a:cubicBezTo>
                  <a:cubicBezTo>
                    <a:pt x="2460" y="3246"/>
                    <a:pt x="3037" y="3058"/>
                    <a:pt x="3404" y="2634"/>
                  </a:cubicBezTo>
                  <a:cubicBezTo>
                    <a:pt x="3769" y="2239"/>
                    <a:pt x="3891" y="1571"/>
                    <a:pt x="3708" y="1054"/>
                  </a:cubicBezTo>
                  <a:cubicBezTo>
                    <a:pt x="3587" y="750"/>
                    <a:pt x="3404" y="476"/>
                    <a:pt x="3100" y="294"/>
                  </a:cubicBezTo>
                  <a:cubicBezTo>
                    <a:pt x="2770" y="98"/>
                    <a:pt x="2384"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1"/>
            <p:cNvSpPr/>
            <p:nvPr/>
          </p:nvSpPr>
          <p:spPr>
            <a:xfrm rot="6508762">
              <a:off x="8786553" y="2579591"/>
              <a:ext cx="98194" cy="82975"/>
            </a:xfrm>
            <a:custGeom>
              <a:rect b="b" l="l" r="r" t="t"/>
              <a:pathLst>
                <a:path extrusionOk="0" h="7398" w="8755">
                  <a:moveTo>
                    <a:pt x="4502" y="1"/>
                  </a:moveTo>
                  <a:cubicBezTo>
                    <a:pt x="2845" y="1"/>
                    <a:pt x="1219" y="839"/>
                    <a:pt x="699" y="2559"/>
                  </a:cubicBezTo>
                  <a:cubicBezTo>
                    <a:pt x="0" y="4839"/>
                    <a:pt x="1672" y="7270"/>
                    <a:pt x="4043" y="7392"/>
                  </a:cubicBezTo>
                  <a:cubicBezTo>
                    <a:pt x="4127" y="7396"/>
                    <a:pt x="4212" y="7398"/>
                    <a:pt x="4298" y="7398"/>
                  </a:cubicBezTo>
                  <a:cubicBezTo>
                    <a:pt x="5510" y="7398"/>
                    <a:pt x="6839" y="6991"/>
                    <a:pt x="7690" y="6054"/>
                  </a:cubicBezTo>
                  <a:cubicBezTo>
                    <a:pt x="8572" y="4991"/>
                    <a:pt x="8754" y="3562"/>
                    <a:pt x="8329" y="2376"/>
                  </a:cubicBezTo>
                  <a:cubicBezTo>
                    <a:pt x="8055" y="1708"/>
                    <a:pt x="7599" y="1039"/>
                    <a:pt x="6961" y="674"/>
                  </a:cubicBezTo>
                  <a:cubicBezTo>
                    <a:pt x="6233" y="227"/>
                    <a:pt x="5363"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1"/>
            <p:cNvSpPr/>
            <p:nvPr/>
          </p:nvSpPr>
          <p:spPr>
            <a:xfrm rot="6508762">
              <a:off x="8813946" y="2603717"/>
              <a:ext cx="43304" cy="36485"/>
            </a:xfrm>
            <a:custGeom>
              <a:rect b="b" l="l" r="r" t="t"/>
              <a:pathLst>
                <a:path extrusionOk="0" h="3253" w="3861">
                  <a:moveTo>
                    <a:pt x="1989" y="0"/>
                  </a:moveTo>
                  <a:cubicBezTo>
                    <a:pt x="1250" y="0"/>
                    <a:pt x="525" y="372"/>
                    <a:pt x="304" y="1115"/>
                  </a:cubicBezTo>
                  <a:cubicBezTo>
                    <a:pt x="0" y="2118"/>
                    <a:pt x="730" y="3182"/>
                    <a:pt x="1763" y="3242"/>
                  </a:cubicBezTo>
                  <a:cubicBezTo>
                    <a:pt x="1828" y="3249"/>
                    <a:pt x="1893" y="3253"/>
                    <a:pt x="1960" y="3253"/>
                  </a:cubicBezTo>
                  <a:cubicBezTo>
                    <a:pt x="2486" y="3253"/>
                    <a:pt x="3050" y="3040"/>
                    <a:pt x="3374" y="2635"/>
                  </a:cubicBezTo>
                  <a:cubicBezTo>
                    <a:pt x="3800" y="2239"/>
                    <a:pt x="3860" y="1571"/>
                    <a:pt x="3678" y="1054"/>
                  </a:cubicBezTo>
                  <a:cubicBezTo>
                    <a:pt x="3556"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1"/>
            <p:cNvSpPr/>
            <p:nvPr/>
          </p:nvSpPr>
          <p:spPr>
            <a:xfrm rot="6508762">
              <a:off x="8727668" y="2756295"/>
              <a:ext cx="97858" cy="82975"/>
            </a:xfrm>
            <a:custGeom>
              <a:rect b="b" l="l" r="r" t="t"/>
              <a:pathLst>
                <a:path extrusionOk="0" h="7398" w="8725">
                  <a:moveTo>
                    <a:pt x="4472" y="1"/>
                  </a:moveTo>
                  <a:cubicBezTo>
                    <a:pt x="2815" y="1"/>
                    <a:pt x="1189" y="839"/>
                    <a:pt x="669" y="2559"/>
                  </a:cubicBezTo>
                  <a:cubicBezTo>
                    <a:pt x="1" y="4839"/>
                    <a:pt x="1673" y="7270"/>
                    <a:pt x="4013" y="7392"/>
                  </a:cubicBezTo>
                  <a:cubicBezTo>
                    <a:pt x="4097" y="7396"/>
                    <a:pt x="4182" y="7398"/>
                    <a:pt x="4268" y="7398"/>
                  </a:cubicBezTo>
                  <a:cubicBezTo>
                    <a:pt x="5480" y="7398"/>
                    <a:pt x="6809" y="6991"/>
                    <a:pt x="7660" y="6054"/>
                  </a:cubicBezTo>
                  <a:cubicBezTo>
                    <a:pt x="8542" y="4991"/>
                    <a:pt x="8724" y="3562"/>
                    <a:pt x="8299" y="2376"/>
                  </a:cubicBezTo>
                  <a:cubicBezTo>
                    <a:pt x="8056" y="1708"/>
                    <a:pt x="7600" y="1039"/>
                    <a:pt x="6931" y="674"/>
                  </a:cubicBezTo>
                  <a:cubicBezTo>
                    <a:pt x="6203" y="227"/>
                    <a:pt x="5333" y="1"/>
                    <a:pt x="447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1"/>
            <p:cNvSpPr/>
            <p:nvPr/>
          </p:nvSpPr>
          <p:spPr>
            <a:xfrm rot="6508762">
              <a:off x="8754723" y="2780421"/>
              <a:ext cx="43641" cy="36485"/>
            </a:xfrm>
            <a:custGeom>
              <a:rect b="b" l="l" r="r" t="t"/>
              <a:pathLst>
                <a:path extrusionOk="0" h="3253" w="3891">
                  <a:moveTo>
                    <a:pt x="1989" y="0"/>
                  </a:moveTo>
                  <a:cubicBezTo>
                    <a:pt x="1250" y="0"/>
                    <a:pt x="525" y="372"/>
                    <a:pt x="304" y="1115"/>
                  </a:cubicBezTo>
                  <a:cubicBezTo>
                    <a:pt x="0" y="2118"/>
                    <a:pt x="730" y="3182"/>
                    <a:pt x="1794" y="3242"/>
                  </a:cubicBezTo>
                  <a:cubicBezTo>
                    <a:pt x="1858" y="3249"/>
                    <a:pt x="1923" y="3253"/>
                    <a:pt x="1989" y="3253"/>
                  </a:cubicBezTo>
                  <a:cubicBezTo>
                    <a:pt x="2510" y="3253"/>
                    <a:pt x="3050" y="3040"/>
                    <a:pt x="3374" y="2635"/>
                  </a:cubicBezTo>
                  <a:cubicBezTo>
                    <a:pt x="3800" y="2239"/>
                    <a:pt x="3891" y="1571"/>
                    <a:pt x="3678" y="1054"/>
                  </a:cubicBezTo>
                  <a:cubicBezTo>
                    <a:pt x="3587"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2_1_1_1_1">
    <p:spTree>
      <p:nvGrpSpPr>
        <p:cNvPr id="814" name="Shape 814"/>
        <p:cNvGrpSpPr/>
        <p:nvPr/>
      </p:nvGrpSpPr>
      <p:grpSpPr>
        <a:xfrm>
          <a:off x="0" y="0"/>
          <a:ext cx="0" cy="0"/>
          <a:chOff x="0" y="0"/>
          <a:chExt cx="0" cy="0"/>
        </a:xfrm>
      </p:grpSpPr>
      <p:grpSp>
        <p:nvGrpSpPr>
          <p:cNvPr id="815" name="Google Shape;815;p32"/>
          <p:cNvGrpSpPr/>
          <p:nvPr/>
        </p:nvGrpSpPr>
        <p:grpSpPr>
          <a:xfrm>
            <a:off x="-244" y="24"/>
            <a:ext cx="9144155" cy="5165694"/>
            <a:chOff x="-244" y="24"/>
            <a:chExt cx="9144155" cy="5165694"/>
          </a:xfrm>
        </p:grpSpPr>
        <p:sp>
          <p:nvSpPr>
            <p:cNvPr id="816" name="Google Shape;816;p32"/>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2"/>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8" name="Google Shape;818;p32"/>
          <p:cNvGrpSpPr/>
          <p:nvPr/>
        </p:nvGrpSpPr>
        <p:grpSpPr>
          <a:xfrm>
            <a:off x="303630" y="306525"/>
            <a:ext cx="8536741" cy="4552701"/>
            <a:chOff x="2434200" y="841500"/>
            <a:chExt cx="4622450" cy="3053250"/>
          </a:xfrm>
        </p:grpSpPr>
        <p:sp>
          <p:nvSpPr>
            <p:cNvPr id="819" name="Google Shape;819;p32"/>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2"/>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1" name="Google Shape;821;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22" name="Google Shape;822;p32"/>
          <p:cNvGrpSpPr/>
          <p:nvPr/>
        </p:nvGrpSpPr>
        <p:grpSpPr>
          <a:xfrm flipH="1" rot="10800000">
            <a:off x="8549125" y="2965875"/>
            <a:ext cx="551700" cy="2117650"/>
            <a:chOff x="6472275" y="2445175"/>
            <a:chExt cx="551700" cy="2117650"/>
          </a:xfrm>
        </p:grpSpPr>
        <p:sp>
          <p:nvSpPr>
            <p:cNvPr id="823" name="Google Shape;823;p32"/>
            <p:cNvSpPr/>
            <p:nvPr/>
          </p:nvSpPr>
          <p:spPr>
            <a:xfrm>
              <a:off x="6512550" y="2625700"/>
              <a:ext cx="511425" cy="1765250"/>
            </a:xfrm>
            <a:custGeom>
              <a:rect b="b" l="l" r="r" t="t"/>
              <a:pathLst>
                <a:path extrusionOk="0" h="70610" w="20457">
                  <a:moveTo>
                    <a:pt x="6839" y="1"/>
                  </a:moveTo>
                  <a:lnTo>
                    <a:pt x="0" y="1338"/>
                  </a:lnTo>
                  <a:lnTo>
                    <a:pt x="13587" y="70610"/>
                  </a:lnTo>
                  <a:lnTo>
                    <a:pt x="20457" y="69272"/>
                  </a:lnTo>
                  <a:lnTo>
                    <a:pt x="68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2"/>
            <p:cNvSpPr/>
            <p:nvPr/>
          </p:nvSpPr>
          <p:spPr>
            <a:xfrm>
              <a:off x="6547500" y="2651550"/>
              <a:ext cx="348825" cy="1733325"/>
            </a:xfrm>
            <a:custGeom>
              <a:rect b="b" l="l" r="r" t="t"/>
              <a:pathLst>
                <a:path extrusionOk="0" h="69333" w="13953">
                  <a:moveTo>
                    <a:pt x="365" y="0"/>
                  </a:moveTo>
                  <a:lnTo>
                    <a:pt x="1" y="61"/>
                  </a:lnTo>
                  <a:lnTo>
                    <a:pt x="13557" y="69333"/>
                  </a:lnTo>
                  <a:lnTo>
                    <a:pt x="13952" y="69272"/>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2"/>
            <p:cNvSpPr/>
            <p:nvPr/>
          </p:nvSpPr>
          <p:spPr>
            <a:xfrm>
              <a:off x="6640200" y="2633300"/>
              <a:ext cx="348825" cy="1733350"/>
            </a:xfrm>
            <a:custGeom>
              <a:rect b="b" l="l" r="r" t="t"/>
              <a:pathLst>
                <a:path extrusionOk="0" h="69334" w="13953">
                  <a:moveTo>
                    <a:pt x="366" y="1"/>
                  </a:moveTo>
                  <a:lnTo>
                    <a:pt x="1" y="62"/>
                  </a:lnTo>
                  <a:lnTo>
                    <a:pt x="13588" y="69333"/>
                  </a:lnTo>
                  <a:lnTo>
                    <a:pt x="13952" y="69272"/>
                  </a:lnTo>
                  <a:lnTo>
                    <a:pt x="36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2"/>
            <p:cNvSpPr/>
            <p:nvPr/>
          </p:nvSpPr>
          <p:spPr>
            <a:xfrm>
              <a:off x="6950250" y="4458925"/>
              <a:ext cx="36500" cy="103900"/>
            </a:xfrm>
            <a:custGeom>
              <a:rect b="b" l="l" r="r" t="t"/>
              <a:pathLst>
                <a:path extrusionOk="0" h="4156" w="1460">
                  <a:moveTo>
                    <a:pt x="399" y="1"/>
                  </a:moveTo>
                  <a:cubicBezTo>
                    <a:pt x="368" y="1"/>
                    <a:pt x="336" y="6"/>
                    <a:pt x="304" y="16"/>
                  </a:cubicBezTo>
                  <a:cubicBezTo>
                    <a:pt x="91" y="47"/>
                    <a:pt x="0" y="229"/>
                    <a:pt x="31" y="442"/>
                  </a:cubicBezTo>
                  <a:lnTo>
                    <a:pt x="699" y="3877"/>
                  </a:lnTo>
                  <a:cubicBezTo>
                    <a:pt x="753" y="4063"/>
                    <a:pt x="899" y="4156"/>
                    <a:pt x="1057" y="4156"/>
                  </a:cubicBezTo>
                  <a:cubicBezTo>
                    <a:pt x="1079" y="4156"/>
                    <a:pt x="1102" y="4154"/>
                    <a:pt x="1125" y="4150"/>
                  </a:cubicBezTo>
                  <a:cubicBezTo>
                    <a:pt x="1307" y="4120"/>
                    <a:pt x="1459" y="3937"/>
                    <a:pt x="1398" y="3725"/>
                  </a:cubicBezTo>
                  <a:lnTo>
                    <a:pt x="699" y="290"/>
                  </a:lnTo>
                  <a:cubicBezTo>
                    <a:pt x="674" y="114"/>
                    <a:pt x="546" y="1"/>
                    <a:pt x="399"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2"/>
            <p:cNvSpPr/>
            <p:nvPr/>
          </p:nvSpPr>
          <p:spPr>
            <a:xfrm>
              <a:off x="6852975" y="4352775"/>
              <a:ext cx="171000" cy="176475"/>
            </a:xfrm>
            <a:custGeom>
              <a:rect b="b" l="l" r="r" t="t"/>
              <a:pathLst>
                <a:path extrusionOk="0" h="7059" w="6840">
                  <a:moveTo>
                    <a:pt x="6325" y="0"/>
                  </a:moveTo>
                  <a:cubicBezTo>
                    <a:pt x="6005" y="0"/>
                    <a:pt x="5660" y="212"/>
                    <a:pt x="5289" y="524"/>
                  </a:cubicBezTo>
                  <a:cubicBezTo>
                    <a:pt x="4893" y="395"/>
                    <a:pt x="4503" y="333"/>
                    <a:pt x="4118" y="333"/>
                  </a:cubicBezTo>
                  <a:cubicBezTo>
                    <a:pt x="3232" y="333"/>
                    <a:pt x="2377" y="660"/>
                    <a:pt x="1551" y="1253"/>
                  </a:cubicBezTo>
                  <a:cubicBezTo>
                    <a:pt x="1332" y="1204"/>
                    <a:pt x="1127" y="1177"/>
                    <a:pt x="938" y="1177"/>
                  </a:cubicBezTo>
                  <a:cubicBezTo>
                    <a:pt x="547" y="1177"/>
                    <a:pt x="226" y="1291"/>
                    <a:pt x="1" y="1557"/>
                  </a:cubicBezTo>
                  <a:lnTo>
                    <a:pt x="4378" y="7059"/>
                  </a:lnTo>
                  <a:lnTo>
                    <a:pt x="5137" y="6907"/>
                  </a:lnTo>
                  <a:lnTo>
                    <a:pt x="6840" y="220"/>
                  </a:lnTo>
                  <a:cubicBezTo>
                    <a:pt x="6676" y="67"/>
                    <a:pt x="6504" y="0"/>
                    <a:pt x="63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2"/>
            <p:cNvSpPr/>
            <p:nvPr/>
          </p:nvSpPr>
          <p:spPr>
            <a:xfrm>
              <a:off x="6472275" y="2445175"/>
              <a:ext cx="223425" cy="242875"/>
            </a:xfrm>
            <a:custGeom>
              <a:rect b="b" l="l" r="r" t="t"/>
              <a:pathLst>
                <a:path extrusionOk="0" h="9715" w="8937">
                  <a:moveTo>
                    <a:pt x="6679" y="0"/>
                  </a:moveTo>
                  <a:cubicBezTo>
                    <a:pt x="6631" y="0"/>
                    <a:pt x="6583" y="6"/>
                    <a:pt x="6535" y="18"/>
                  </a:cubicBezTo>
                  <a:lnTo>
                    <a:pt x="639" y="1143"/>
                  </a:lnTo>
                  <a:cubicBezTo>
                    <a:pt x="274" y="1234"/>
                    <a:pt x="0" y="1599"/>
                    <a:pt x="61" y="1994"/>
                  </a:cubicBezTo>
                  <a:lnTo>
                    <a:pt x="1581" y="9714"/>
                  </a:lnTo>
                  <a:lnTo>
                    <a:pt x="8937" y="8255"/>
                  </a:lnTo>
                  <a:lnTo>
                    <a:pt x="7356" y="596"/>
                  </a:lnTo>
                  <a:cubicBezTo>
                    <a:pt x="7303" y="252"/>
                    <a:pt x="6998" y="0"/>
                    <a:pt x="6679"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32"/>
          <p:cNvGrpSpPr/>
          <p:nvPr/>
        </p:nvGrpSpPr>
        <p:grpSpPr>
          <a:xfrm rot="3190324">
            <a:off x="-77109" y="30703"/>
            <a:ext cx="1035174" cy="1021942"/>
            <a:chOff x="5877275" y="2495575"/>
            <a:chExt cx="743200" cy="733700"/>
          </a:xfrm>
        </p:grpSpPr>
        <p:sp>
          <p:nvSpPr>
            <p:cNvPr id="830" name="Google Shape;830;p32"/>
            <p:cNvSpPr/>
            <p:nvPr/>
          </p:nvSpPr>
          <p:spPr>
            <a:xfrm>
              <a:off x="5877275" y="2495575"/>
              <a:ext cx="743200" cy="733700"/>
            </a:xfrm>
            <a:custGeom>
              <a:rect b="b" l="l" r="r" t="t"/>
              <a:pathLst>
                <a:path extrusionOk="0" h="29348" w="29728">
                  <a:moveTo>
                    <a:pt x="12736" y="1"/>
                  </a:moveTo>
                  <a:cubicBezTo>
                    <a:pt x="12364" y="1"/>
                    <a:pt x="11992" y="145"/>
                    <a:pt x="11703" y="434"/>
                  </a:cubicBezTo>
                  <a:lnTo>
                    <a:pt x="578" y="11711"/>
                  </a:lnTo>
                  <a:cubicBezTo>
                    <a:pt x="1" y="12288"/>
                    <a:pt x="1" y="13200"/>
                    <a:pt x="578" y="13777"/>
                  </a:cubicBezTo>
                  <a:lnTo>
                    <a:pt x="15928" y="28914"/>
                  </a:lnTo>
                  <a:cubicBezTo>
                    <a:pt x="16217" y="29203"/>
                    <a:pt x="16589" y="29348"/>
                    <a:pt x="16961" y="29348"/>
                  </a:cubicBezTo>
                  <a:cubicBezTo>
                    <a:pt x="17334" y="29348"/>
                    <a:pt x="17706" y="29203"/>
                    <a:pt x="17995" y="28914"/>
                  </a:cubicBezTo>
                  <a:lnTo>
                    <a:pt x="29150" y="17638"/>
                  </a:lnTo>
                  <a:cubicBezTo>
                    <a:pt x="29728" y="17060"/>
                    <a:pt x="29697" y="16148"/>
                    <a:pt x="29120" y="15601"/>
                  </a:cubicBezTo>
                  <a:lnTo>
                    <a:pt x="13770" y="434"/>
                  </a:lnTo>
                  <a:cubicBezTo>
                    <a:pt x="13481" y="145"/>
                    <a:pt x="13109" y="1"/>
                    <a:pt x="127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2"/>
            <p:cNvSpPr/>
            <p:nvPr/>
          </p:nvSpPr>
          <p:spPr>
            <a:xfrm>
              <a:off x="5919075" y="2533000"/>
              <a:ext cx="659600" cy="658850"/>
            </a:xfrm>
            <a:custGeom>
              <a:rect b="b" l="l" r="r" t="t"/>
              <a:pathLst>
                <a:path extrusionOk="0" h="26354" w="26384">
                  <a:moveTo>
                    <a:pt x="11368" y="1"/>
                  </a:moveTo>
                  <a:lnTo>
                    <a:pt x="0" y="11521"/>
                  </a:lnTo>
                  <a:lnTo>
                    <a:pt x="15016" y="26354"/>
                  </a:lnTo>
                  <a:lnTo>
                    <a:pt x="26384" y="14834"/>
                  </a:lnTo>
                  <a:lnTo>
                    <a:pt x="1136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2"/>
            <p:cNvSpPr/>
            <p:nvPr/>
          </p:nvSpPr>
          <p:spPr>
            <a:xfrm>
              <a:off x="5945675" y="2562925"/>
              <a:ext cx="207475" cy="204725"/>
            </a:xfrm>
            <a:custGeom>
              <a:rect b="b" l="l" r="r" t="t"/>
              <a:pathLst>
                <a:path extrusionOk="0" h="8189" w="8299">
                  <a:moveTo>
                    <a:pt x="6373" y="0"/>
                  </a:moveTo>
                  <a:cubicBezTo>
                    <a:pt x="6199" y="0"/>
                    <a:pt x="6030" y="69"/>
                    <a:pt x="5897" y="202"/>
                  </a:cubicBezTo>
                  <a:lnTo>
                    <a:pt x="5411" y="688"/>
                  </a:lnTo>
                  <a:cubicBezTo>
                    <a:pt x="5149" y="481"/>
                    <a:pt x="4825" y="381"/>
                    <a:pt x="4500" y="381"/>
                  </a:cubicBezTo>
                  <a:cubicBezTo>
                    <a:pt x="4109" y="381"/>
                    <a:pt x="3717" y="527"/>
                    <a:pt x="3435" y="810"/>
                  </a:cubicBezTo>
                  <a:lnTo>
                    <a:pt x="851" y="3424"/>
                  </a:lnTo>
                  <a:cubicBezTo>
                    <a:pt x="304" y="3971"/>
                    <a:pt x="274" y="4852"/>
                    <a:pt x="760" y="5399"/>
                  </a:cubicBezTo>
                  <a:lnTo>
                    <a:pt x="274" y="5916"/>
                  </a:lnTo>
                  <a:cubicBezTo>
                    <a:pt x="0" y="6159"/>
                    <a:pt x="0" y="6615"/>
                    <a:pt x="274" y="6889"/>
                  </a:cubicBezTo>
                  <a:lnTo>
                    <a:pt x="1429" y="7983"/>
                  </a:lnTo>
                  <a:cubicBezTo>
                    <a:pt x="1550" y="8120"/>
                    <a:pt x="1725" y="8188"/>
                    <a:pt x="1904" y="8188"/>
                  </a:cubicBezTo>
                  <a:cubicBezTo>
                    <a:pt x="2082" y="8188"/>
                    <a:pt x="2265" y="8120"/>
                    <a:pt x="2401" y="7983"/>
                  </a:cubicBezTo>
                  <a:lnTo>
                    <a:pt x="8025" y="2329"/>
                  </a:lnTo>
                  <a:cubicBezTo>
                    <a:pt x="8298" y="2056"/>
                    <a:pt x="8298" y="1600"/>
                    <a:pt x="8025" y="1357"/>
                  </a:cubicBezTo>
                  <a:lnTo>
                    <a:pt x="6900" y="232"/>
                  </a:lnTo>
                  <a:cubicBezTo>
                    <a:pt x="6744" y="76"/>
                    <a:pt x="6556"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2"/>
            <p:cNvSpPr/>
            <p:nvPr/>
          </p:nvSpPr>
          <p:spPr>
            <a:xfrm>
              <a:off x="6188075" y="3019325"/>
              <a:ext cx="133750" cy="133000"/>
            </a:xfrm>
            <a:custGeom>
              <a:rect b="b" l="l" r="r" t="t"/>
              <a:pathLst>
                <a:path extrusionOk="0" h="5320" w="5350">
                  <a:moveTo>
                    <a:pt x="1277" y="1"/>
                  </a:moveTo>
                  <a:lnTo>
                    <a:pt x="0" y="1277"/>
                  </a:lnTo>
                  <a:lnTo>
                    <a:pt x="4104" y="5320"/>
                  </a:lnTo>
                  <a:lnTo>
                    <a:pt x="5350" y="4043"/>
                  </a:lnTo>
                  <a:lnTo>
                    <a:pt x="12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2"/>
            <p:cNvSpPr/>
            <p:nvPr/>
          </p:nvSpPr>
          <p:spPr>
            <a:xfrm>
              <a:off x="6282300" y="3026175"/>
              <a:ext cx="82100" cy="82100"/>
            </a:xfrm>
            <a:custGeom>
              <a:rect b="b" l="l" r="r" t="t"/>
              <a:pathLst>
                <a:path extrusionOk="0" h="3284" w="3284">
                  <a:moveTo>
                    <a:pt x="1277" y="0"/>
                  </a:moveTo>
                  <a:lnTo>
                    <a:pt x="0" y="1277"/>
                  </a:lnTo>
                  <a:lnTo>
                    <a:pt x="2037" y="3283"/>
                  </a:lnTo>
                  <a:lnTo>
                    <a:pt x="3283" y="2006"/>
                  </a:lnTo>
                  <a:lnTo>
                    <a:pt x="12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2"/>
            <p:cNvSpPr/>
            <p:nvPr/>
          </p:nvSpPr>
          <p:spPr>
            <a:xfrm>
              <a:off x="6254950" y="2910675"/>
              <a:ext cx="153525" cy="152750"/>
            </a:xfrm>
            <a:custGeom>
              <a:rect b="b" l="l" r="r" t="t"/>
              <a:pathLst>
                <a:path extrusionOk="0" h="6110" w="6141">
                  <a:moveTo>
                    <a:pt x="1246" y="0"/>
                  </a:moveTo>
                  <a:lnTo>
                    <a:pt x="0" y="1277"/>
                  </a:lnTo>
                  <a:lnTo>
                    <a:pt x="4894" y="6110"/>
                  </a:lnTo>
                  <a:lnTo>
                    <a:pt x="6140" y="4833"/>
                  </a:lnTo>
                  <a:lnTo>
                    <a:pt x="12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2"/>
            <p:cNvSpPr/>
            <p:nvPr/>
          </p:nvSpPr>
          <p:spPr>
            <a:xfrm>
              <a:off x="6362075" y="2929675"/>
              <a:ext cx="89700" cy="90450"/>
            </a:xfrm>
            <a:custGeom>
              <a:rect b="b" l="l" r="r" t="t"/>
              <a:pathLst>
                <a:path extrusionOk="0" h="3618" w="3588">
                  <a:moveTo>
                    <a:pt x="1247" y="0"/>
                  </a:moveTo>
                  <a:lnTo>
                    <a:pt x="1" y="1277"/>
                  </a:lnTo>
                  <a:lnTo>
                    <a:pt x="2341" y="3617"/>
                  </a:lnTo>
                  <a:lnTo>
                    <a:pt x="3588" y="2341"/>
                  </a:lnTo>
                  <a:lnTo>
                    <a:pt x="12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2"/>
            <p:cNvSpPr/>
            <p:nvPr/>
          </p:nvSpPr>
          <p:spPr>
            <a:xfrm>
              <a:off x="6270900" y="2752600"/>
              <a:ext cx="224950" cy="222675"/>
            </a:xfrm>
            <a:custGeom>
              <a:rect b="b" l="l" r="r" t="t"/>
              <a:pathLst>
                <a:path extrusionOk="0" h="8907" w="8998">
                  <a:moveTo>
                    <a:pt x="1247" y="1"/>
                  </a:moveTo>
                  <a:lnTo>
                    <a:pt x="0" y="1278"/>
                  </a:lnTo>
                  <a:lnTo>
                    <a:pt x="7721" y="8907"/>
                  </a:lnTo>
                  <a:lnTo>
                    <a:pt x="8998" y="7661"/>
                  </a:lnTo>
                  <a:lnTo>
                    <a:pt x="12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2"/>
            <p:cNvSpPr/>
            <p:nvPr/>
          </p:nvSpPr>
          <p:spPr>
            <a:xfrm>
              <a:off x="6406150" y="2798975"/>
              <a:ext cx="133025" cy="133000"/>
            </a:xfrm>
            <a:custGeom>
              <a:rect b="b" l="l" r="r" t="t"/>
              <a:pathLst>
                <a:path extrusionOk="0" h="5320" w="5321">
                  <a:moveTo>
                    <a:pt x="1247" y="0"/>
                  </a:moveTo>
                  <a:lnTo>
                    <a:pt x="1" y="1277"/>
                  </a:lnTo>
                  <a:lnTo>
                    <a:pt x="4074" y="5319"/>
                  </a:lnTo>
                  <a:lnTo>
                    <a:pt x="5320" y="4043"/>
                  </a:lnTo>
                  <a:lnTo>
                    <a:pt x="12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2"/>
            <p:cNvSpPr/>
            <p:nvPr/>
          </p:nvSpPr>
          <p:spPr>
            <a:xfrm>
              <a:off x="5960875" y="2577075"/>
              <a:ext cx="123125" cy="124650"/>
            </a:xfrm>
            <a:custGeom>
              <a:rect b="b" l="l" r="r" t="t"/>
              <a:pathLst>
                <a:path extrusionOk="0" h="4986" w="4925">
                  <a:moveTo>
                    <a:pt x="4651" y="1"/>
                  </a:moveTo>
                  <a:lnTo>
                    <a:pt x="0" y="4712"/>
                  </a:lnTo>
                  <a:lnTo>
                    <a:pt x="274" y="4985"/>
                  </a:lnTo>
                  <a:lnTo>
                    <a:pt x="4924" y="274"/>
                  </a:lnTo>
                  <a:lnTo>
                    <a:pt x="4651"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2"/>
            <p:cNvSpPr/>
            <p:nvPr/>
          </p:nvSpPr>
          <p:spPr>
            <a:xfrm>
              <a:off x="6111325" y="2760625"/>
              <a:ext cx="70700" cy="90800"/>
            </a:xfrm>
            <a:custGeom>
              <a:rect b="b" l="l" r="r" t="t"/>
              <a:pathLst>
                <a:path extrusionOk="0" h="3632" w="2828">
                  <a:moveTo>
                    <a:pt x="312" y="1"/>
                  </a:moveTo>
                  <a:cubicBezTo>
                    <a:pt x="208" y="1"/>
                    <a:pt x="104" y="5"/>
                    <a:pt x="0" y="14"/>
                  </a:cubicBezTo>
                  <a:lnTo>
                    <a:pt x="304" y="3631"/>
                  </a:lnTo>
                  <a:lnTo>
                    <a:pt x="2827" y="1048"/>
                  </a:lnTo>
                  <a:cubicBezTo>
                    <a:pt x="2144" y="364"/>
                    <a:pt x="1239" y="1"/>
                    <a:pt x="312"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2"/>
            <p:cNvSpPr/>
            <p:nvPr/>
          </p:nvSpPr>
          <p:spPr>
            <a:xfrm>
              <a:off x="6018625" y="2760975"/>
              <a:ext cx="100325" cy="153525"/>
            </a:xfrm>
            <a:custGeom>
              <a:rect b="b" l="l" r="r" t="t"/>
              <a:pathLst>
                <a:path extrusionOk="0" h="6141" w="4013">
                  <a:moveTo>
                    <a:pt x="3708" y="0"/>
                  </a:moveTo>
                  <a:cubicBezTo>
                    <a:pt x="2857" y="61"/>
                    <a:pt x="2067" y="426"/>
                    <a:pt x="1429" y="1064"/>
                  </a:cubicBezTo>
                  <a:cubicBezTo>
                    <a:pt x="0" y="2462"/>
                    <a:pt x="0" y="4772"/>
                    <a:pt x="1459" y="6140"/>
                  </a:cubicBezTo>
                  <a:lnTo>
                    <a:pt x="4012" y="3557"/>
                  </a:lnTo>
                  <a:lnTo>
                    <a:pt x="3708"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2"/>
            <p:cNvSpPr/>
            <p:nvPr/>
          </p:nvSpPr>
          <p:spPr>
            <a:xfrm>
              <a:off x="6055100" y="2786800"/>
              <a:ext cx="163400" cy="154475"/>
            </a:xfrm>
            <a:custGeom>
              <a:rect b="b" l="l" r="r" t="t"/>
              <a:pathLst>
                <a:path extrusionOk="0" h="6179" w="6536">
                  <a:moveTo>
                    <a:pt x="5076" y="1"/>
                  </a:moveTo>
                  <a:lnTo>
                    <a:pt x="2553" y="2584"/>
                  </a:lnTo>
                  <a:lnTo>
                    <a:pt x="0" y="5138"/>
                  </a:lnTo>
                  <a:cubicBezTo>
                    <a:pt x="722" y="5829"/>
                    <a:pt x="1644" y="6179"/>
                    <a:pt x="2562" y="6179"/>
                  </a:cubicBezTo>
                  <a:cubicBezTo>
                    <a:pt x="3499" y="6179"/>
                    <a:pt x="4430" y="5814"/>
                    <a:pt x="5137" y="5077"/>
                  </a:cubicBezTo>
                  <a:cubicBezTo>
                    <a:pt x="6535" y="3679"/>
                    <a:pt x="6535" y="1338"/>
                    <a:pt x="5076"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2"/>
            <p:cNvSpPr/>
            <p:nvPr/>
          </p:nvSpPr>
          <p:spPr>
            <a:xfrm>
              <a:off x="6137925" y="2687250"/>
              <a:ext cx="32700" cy="32700"/>
            </a:xfrm>
            <a:custGeom>
              <a:rect b="b" l="l" r="r" t="t"/>
              <a:pathLst>
                <a:path extrusionOk="0" h="1308" w="1308">
                  <a:moveTo>
                    <a:pt x="639" y="1"/>
                  </a:moveTo>
                  <a:lnTo>
                    <a:pt x="0" y="639"/>
                  </a:lnTo>
                  <a:lnTo>
                    <a:pt x="669" y="1308"/>
                  </a:lnTo>
                  <a:lnTo>
                    <a:pt x="1307" y="639"/>
                  </a:lnTo>
                  <a:lnTo>
                    <a:pt x="639"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2"/>
            <p:cNvSpPr/>
            <p:nvPr/>
          </p:nvSpPr>
          <p:spPr>
            <a:xfrm>
              <a:off x="6169825" y="2719175"/>
              <a:ext cx="31950" cy="31950"/>
            </a:xfrm>
            <a:custGeom>
              <a:rect b="b" l="l" r="r" t="t"/>
              <a:pathLst>
                <a:path extrusionOk="0" h="1278" w="1278">
                  <a:moveTo>
                    <a:pt x="639" y="1"/>
                  </a:moveTo>
                  <a:lnTo>
                    <a:pt x="1" y="639"/>
                  </a:lnTo>
                  <a:lnTo>
                    <a:pt x="639" y="1277"/>
                  </a:lnTo>
                  <a:lnTo>
                    <a:pt x="1277" y="639"/>
                  </a:lnTo>
                  <a:lnTo>
                    <a:pt x="639" y="1"/>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p:nvPr/>
          </p:nvSpPr>
          <p:spPr>
            <a:xfrm>
              <a:off x="6201750" y="2750325"/>
              <a:ext cx="31950" cy="31950"/>
            </a:xfrm>
            <a:custGeom>
              <a:rect b="b" l="l" r="r" t="t"/>
              <a:pathLst>
                <a:path extrusionOk="0" h="1278" w="1278">
                  <a:moveTo>
                    <a:pt x="639" y="1"/>
                  </a:moveTo>
                  <a:lnTo>
                    <a:pt x="0" y="639"/>
                  </a:lnTo>
                  <a:lnTo>
                    <a:pt x="639" y="1277"/>
                  </a:lnTo>
                  <a:lnTo>
                    <a:pt x="1277" y="639"/>
                  </a:lnTo>
                  <a:lnTo>
                    <a:pt x="6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2"/>
            <p:cNvSpPr/>
            <p:nvPr/>
          </p:nvSpPr>
          <p:spPr>
            <a:xfrm>
              <a:off x="6172875" y="2605200"/>
              <a:ext cx="77525" cy="79050"/>
            </a:xfrm>
            <a:custGeom>
              <a:rect b="b" l="l" r="r" t="t"/>
              <a:pathLst>
                <a:path extrusionOk="0" h="3162" w="3101">
                  <a:moveTo>
                    <a:pt x="2858" y="0"/>
                  </a:moveTo>
                  <a:lnTo>
                    <a:pt x="0" y="2888"/>
                  </a:lnTo>
                  <a:lnTo>
                    <a:pt x="244" y="3161"/>
                  </a:lnTo>
                  <a:lnTo>
                    <a:pt x="3101" y="274"/>
                  </a:lnTo>
                  <a:lnTo>
                    <a:pt x="285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2"/>
            <p:cNvSpPr/>
            <p:nvPr/>
          </p:nvSpPr>
          <p:spPr>
            <a:xfrm>
              <a:off x="6203275" y="2637100"/>
              <a:ext cx="78300" cy="79050"/>
            </a:xfrm>
            <a:custGeom>
              <a:rect b="b" l="l" r="r" t="t"/>
              <a:pathLst>
                <a:path extrusionOk="0" h="3162" w="3132">
                  <a:moveTo>
                    <a:pt x="2857" y="1"/>
                  </a:moveTo>
                  <a:lnTo>
                    <a:pt x="0" y="2888"/>
                  </a:lnTo>
                  <a:lnTo>
                    <a:pt x="274" y="3162"/>
                  </a:lnTo>
                  <a:lnTo>
                    <a:pt x="3131" y="274"/>
                  </a:lnTo>
                  <a:lnTo>
                    <a:pt x="2857"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2"/>
            <p:cNvSpPr/>
            <p:nvPr/>
          </p:nvSpPr>
          <p:spPr>
            <a:xfrm>
              <a:off x="6235175" y="2668275"/>
              <a:ext cx="78300" cy="79050"/>
            </a:xfrm>
            <a:custGeom>
              <a:rect b="b" l="l" r="r" t="t"/>
              <a:pathLst>
                <a:path extrusionOk="0" h="3162" w="3132">
                  <a:moveTo>
                    <a:pt x="2888" y="0"/>
                  </a:moveTo>
                  <a:lnTo>
                    <a:pt x="1" y="2888"/>
                  </a:lnTo>
                  <a:lnTo>
                    <a:pt x="274" y="3161"/>
                  </a:lnTo>
                  <a:lnTo>
                    <a:pt x="3132" y="274"/>
                  </a:lnTo>
                  <a:lnTo>
                    <a:pt x="288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849" name="Shape 849"/>
        <p:cNvGrpSpPr/>
        <p:nvPr/>
      </p:nvGrpSpPr>
      <p:grpSpPr>
        <a:xfrm>
          <a:off x="0" y="0"/>
          <a:ext cx="0" cy="0"/>
          <a:chOff x="0" y="0"/>
          <a:chExt cx="0" cy="0"/>
        </a:xfrm>
      </p:grpSpPr>
      <p:grpSp>
        <p:nvGrpSpPr>
          <p:cNvPr id="850" name="Google Shape;850;p33"/>
          <p:cNvGrpSpPr/>
          <p:nvPr/>
        </p:nvGrpSpPr>
        <p:grpSpPr>
          <a:xfrm>
            <a:off x="-244" y="24"/>
            <a:ext cx="9144155" cy="5165694"/>
            <a:chOff x="-244" y="24"/>
            <a:chExt cx="9144155" cy="5165694"/>
          </a:xfrm>
        </p:grpSpPr>
        <p:sp>
          <p:nvSpPr>
            <p:cNvPr id="851" name="Google Shape;851;p33"/>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3"/>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33"/>
          <p:cNvGrpSpPr/>
          <p:nvPr/>
        </p:nvGrpSpPr>
        <p:grpSpPr>
          <a:xfrm>
            <a:off x="303630" y="306525"/>
            <a:ext cx="8536741" cy="4552701"/>
            <a:chOff x="2434200" y="841500"/>
            <a:chExt cx="4622450" cy="3053250"/>
          </a:xfrm>
        </p:grpSpPr>
        <p:sp>
          <p:nvSpPr>
            <p:cNvPr id="854" name="Google Shape;854;p33"/>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3"/>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6" name="Google Shape;856;p33"/>
          <p:cNvSpPr txBox="1"/>
          <p:nvPr>
            <p:ph type="ctrTitle"/>
          </p:nvPr>
        </p:nvSpPr>
        <p:spPr>
          <a:xfrm>
            <a:off x="3538475" y="540000"/>
            <a:ext cx="4892400" cy="134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500"/>
              <a:buNone/>
              <a:defRPr sz="8500">
                <a:solidFill>
                  <a:schemeClr val="accent3"/>
                </a:solidFill>
              </a:defRPr>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857" name="Google Shape;857;p33"/>
          <p:cNvSpPr txBox="1"/>
          <p:nvPr>
            <p:ph idx="1" type="subTitle"/>
          </p:nvPr>
        </p:nvSpPr>
        <p:spPr>
          <a:xfrm>
            <a:off x="3538475" y="1882194"/>
            <a:ext cx="4892400" cy="39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800">
                <a:solidFill>
                  <a:schemeClr val="dk1"/>
                </a:solidFill>
                <a:latin typeface="Fira Sans Condensed ExtraBold"/>
                <a:ea typeface="Fira Sans Condensed ExtraBold"/>
                <a:cs typeface="Fira Sans Condensed ExtraBold"/>
                <a:sym typeface="Fira Sans Condensed ExtraBold"/>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58" name="Google Shape;858;p33"/>
          <p:cNvSpPr txBox="1"/>
          <p:nvPr>
            <p:ph idx="2" type="subTitle"/>
          </p:nvPr>
        </p:nvSpPr>
        <p:spPr>
          <a:xfrm>
            <a:off x="3538475" y="2221382"/>
            <a:ext cx="4892400" cy="744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59" name="Google Shape;859;p33"/>
          <p:cNvSpPr txBox="1"/>
          <p:nvPr>
            <p:ph idx="3" type="subTitle"/>
          </p:nvPr>
        </p:nvSpPr>
        <p:spPr>
          <a:xfrm>
            <a:off x="3538475" y="4141975"/>
            <a:ext cx="4892400" cy="385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2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60" name="Google Shape;860;p33"/>
          <p:cNvSpPr txBox="1"/>
          <p:nvPr/>
        </p:nvSpPr>
        <p:spPr>
          <a:xfrm>
            <a:off x="3538475" y="3612725"/>
            <a:ext cx="4892400" cy="5541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a:ea typeface="Albert Sans"/>
                <a:cs typeface="Albert Sans"/>
                <a:sym typeface="Albert Sans"/>
              </a:rPr>
              <a:t>, and includes icons by </a:t>
            </a:r>
            <a:r>
              <a:rPr lang="en" sz="12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Flaticon</a:t>
            </a:r>
            <a:r>
              <a:rPr lang="en" sz="1200">
                <a:solidFill>
                  <a:schemeClr val="dk1"/>
                </a:solidFill>
                <a:latin typeface="Albert Sans"/>
                <a:ea typeface="Albert Sans"/>
                <a:cs typeface="Albert Sans"/>
                <a:sym typeface="Albert Sans"/>
              </a:rPr>
              <a:t>, and infographics &amp; images by </a:t>
            </a:r>
            <a:r>
              <a:rPr lang="en" sz="12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Freepik</a:t>
            </a:r>
            <a:endParaRPr sz="1200">
              <a:solidFill>
                <a:schemeClr val="dk1"/>
              </a:solidFill>
              <a:latin typeface="Albert Sans"/>
              <a:ea typeface="Albert Sans"/>
              <a:cs typeface="Albert Sans"/>
              <a:sym typeface="Albert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861" name="Shape 861"/>
        <p:cNvGrpSpPr/>
        <p:nvPr/>
      </p:nvGrpSpPr>
      <p:grpSpPr>
        <a:xfrm>
          <a:off x="0" y="0"/>
          <a:ext cx="0" cy="0"/>
          <a:chOff x="0" y="0"/>
          <a:chExt cx="0" cy="0"/>
        </a:xfrm>
      </p:grpSpPr>
      <p:grpSp>
        <p:nvGrpSpPr>
          <p:cNvPr id="862" name="Google Shape;862;p34"/>
          <p:cNvGrpSpPr/>
          <p:nvPr/>
        </p:nvGrpSpPr>
        <p:grpSpPr>
          <a:xfrm>
            <a:off x="-244" y="24"/>
            <a:ext cx="9144155" cy="5165694"/>
            <a:chOff x="-244" y="24"/>
            <a:chExt cx="9144155" cy="5165694"/>
          </a:xfrm>
        </p:grpSpPr>
        <p:sp>
          <p:nvSpPr>
            <p:cNvPr id="863" name="Google Shape;863;p34"/>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4"/>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 name="Google Shape;865;p34"/>
          <p:cNvGrpSpPr/>
          <p:nvPr/>
        </p:nvGrpSpPr>
        <p:grpSpPr>
          <a:xfrm>
            <a:off x="303630" y="306525"/>
            <a:ext cx="8536741" cy="4552701"/>
            <a:chOff x="2434200" y="841500"/>
            <a:chExt cx="4622450" cy="3053250"/>
          </a:xfrm>
        </p:grpSpPr>
        <p:sp>
          <p:nvSpPr>
            <p:cNvPr id="866" name="Google Shape;866;p34"/>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4"/>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 name="Google Shape;868;p34"/>
          <p:cNvGrpSpPr/>
          <p:nvPr/>
        </p:nvGrpSpPr>
        <p:grpSpPr>
          <a:xfrm>
            <a:off x="8619559" y="65092"/>
            <a:ext cx="452039" cy="524114"/>
            <a:chOff x="5815634" y="1650855"/>
            <a:chExt cx="452039" cy="524114"/>
          </a:xfrm>
        </p:grpSpPr>
        <p:sp>
          <p:nvSpPr>
            <p:cNvPr id="869" name="Google Shape;869;p34"/>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4"/>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4"/>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4"/>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4"/>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4"/>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 name="Google Shape;875;p34"/>
          <p:cNvGrpSpPr/>
          <p:nvPr/>
        </p:nvGrpSpPr>
        <p:grpSpPr>
          <a:xfrm>
            <a:off x="9" y="3301492"/>
            <a:ext cx="452039" cy="524114"/>
            <a:chOff x="5815634" y="1650855"/>
            <a:chExt cx="452039" cy="524114"/>
          </a:xfrm>
        </p:grpSpPr>
        <p:sp>
          <p:nvSpPr>
            <p:cNvPr id="876" name="Google Shape;876;p34"/>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4"/>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4"/>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4"/>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4"/>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4"/>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2" name="Google Shape;882;p34"/>
          <p:cNvGrpSpPr/>
          <p:nvPr/>
        </p:nvGrpSpPr>
        <p:grpSpPr>
          <a:xfrm>
            <a:off x="9" y="2681392"/>
            <a:ext cx="452039" cy="524114"/>
            <a:chOff x="5815634" y="1650855"/>
            <a:chExt cx="452039" cy="524114"/>
          </a:xfrm>
        </p:grpSpPr>
        <p:sp>
          <p:nvSpPr>
            <p:cNvPr id="883" name="Google Shape;883;p34"/>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4"/>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4"/>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4"/>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4"/>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4"/>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889" name="Shape 889"/>
        <p:cNvGrpSpPr/>
        <p:nvPr/>
      </p:nvGrpSpPr>
      <p:grpSpPr>
        <a:xfrm>
          <a:off x="0" y="0"/>
          <a:ext cx="0" cy="0"/>
          <a:chOff x="0" y="0"/>
          <a:chExt cx="0" cy="0"/>
        </a:xfrm>
      </p:grpSpPr>
      <p:grpSp>
        <p:nvGrpSpPr>
          <p:cNvPr id="890" name="Google Shape;890;p35"/>
          <p:cNvGrpSpPr/>
          <p:nvPr/>
        </p:nvGrpSpPr>
        <p:grpSpPr>
          <a:xfrm>
            <a:off x="-244" y="24"/>
            <a:ext cx="9144155" cy="5165694"/>
            <a:chOff x="-244" y="24"/>
            <a:chExt cx="9144155" cy="5165694"/>
          </a:xfrm>
        </p:grpSpPr>
        <p:sp>
          <p:nvSpPr>
            <p:cNvPr id="891" name="Google Shape;891;p35"/>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5"/>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3" name="Google Shape;893;p35"/>
          <p:cNvGrpSpPr/>
          <p:nvPr/>
        </p:nvGrpSpPr>
        <p:grpSpPr>
          <a:xfrm>
            <a:off x="303630" y="306525"/>
            <a:ext cx="8536741" cy="4552701"/>
            <a:chOff x="2434200" y="841500"/>
            <a:chExt cx="4622450" cy="3053250"/>
          </a:xfrm>
        </p:grpSpPr>
        <p:sp>
          <p:nvSpPr>
            <p:cNvPr id="894" name="Google Shape;894;p35"/>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5"/>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6" name="Google Shape;896;p35"/>
          <p:cNvSpPr/>
          <p:nvPr/>
        </p:nvSpPr>
        <p:spPr>
          <a:xfrm flipH="1" rot="5400000">
            <a:off x="-150678" y="31364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5"/>
          <p:cNvSpPr/>
          <p:nvPr/>
        </p:nvSpPr>
        <p:spPr>
          <a:xfrm rot="-5400000">
            <a:off x="8390397" y="438989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1" name="Shape 901"/>
        <p:cNvGrpSpPr/>
        <p:nvPr/>
      </p:nvGrpSpPr>
      <p:grpSpPr>
        <a:xfrm>
          <a:off x="0" y="0"/>
          <a:ext cx="0" cy="0"/>
          <a:chOff x="0" y="0"/>
          <a:chExt cx="0" cy="0"/>
        </a:xfrm>
      </p:grpSpPr>
      <p:grpSp>
        <p:nvGrpSpPr>
          <p:cNvPr id="902" name="Google Shape;902;p37"/>
          <p:cNvGrpSpPr/>
          <p:nvPr/>
        </p:nvGrpSpPr>
        <p:grpSpPr>
          <a:xfrm>
            <a:off x="-244" y="24"/>
            <a:ext cx="9144155" cy="5165694"/>
            <a:chOff x="-244" y="24"/>
            <a:chExt cx="9144155" cy="5165694"/>
          </a:xfrm>
        </p:grpSpPr>
        <p:sp>
          <p:nvSpPr>
            <p:cNvPr id="903" name="Google Shape;903;p37"/>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7"/>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 name="Google Shape;905;p37"/>
          <p:cNvGrpSpPr/>
          <p:nvPr/>
        </p:nvGrpSpPr>
        <p:grpSpPr>
          <a:xfrm>
            <a:off x="303630" y="306525"/>
            <a:ext cx="8536741" cy="4552701"/>
            <a:chOff x="2434200" y="841500"/>
            <a:chExt cx="4622450" cy="3053250"/>
          </a:xfrm>
        </p:grpSpPr>
        <p:sp>
          <p:nvSpPr>
            <p:cNvPr id="906" name="Google Shape;906;p37"/>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7"/>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8" name="Google Shape;908;p37"/>
          <p:cNvSpPr txBox="1"/>
          <p:nvPr>
            <p:ph type="ctrTitle"/>
          </p:nvPr>
        </p:nvSpPr>
        <p:spPr>
          <a:xfrm>
            <a:off x="3134050" y="966200"/>
            <a:ext cx="5170500" cy="1988400"/>
          </a:xfrm>
          <a:prstGeom prst="rect">
            <a:avLst/>
          </a:prstGeom>
        </p:spPr>
        <p:txBody>
          <a:bodyPr anchorCtr="0" anchor="ctr" bIns="91425" lIns="91425" spcFirstLastPara="1" rIns="91425" wrap="square" tIns="91425">
            <a:noAutofit/>
          </a:bodyPr>
          <a:lstStyle>
            <a:lvl1pPr lvl="0">
              <a:spcBef>
                <a:spcPts val="0"/>
              </a:spcBef>
              <a:spcAft>
                <a:spcPts val="0"/>
              </a:spcAft>
              <a:buSzPts val="8500"/>
              <a:buNone/>
              <a:defRPr sz="4800">
                <a:latin typeface="Fira Sans Condensed ExtraBold"/>
                <a:ea typeface="Fira Sans Condensed ExtraBold"/>
                <a:cs typeface="Fira Sans Condensed ExtraBold"/>
                <a:sym typeface="Fira Sans Condensed ExtraBold"/>
              </a:defRPr>
            </a:lvl1pPr>
            <a:lvl2pPr lvl="1" algn="ctr">
              <a:spcBef>
                <a:spcPts val="0"/>
              </a:spcBef>
              <a:spcAft>
                <a:spcPts val="0"/>
              </a:spcAft>
              <a:buSzPts val="8500"/>
              <a:buNone/>
              <a:defRPr sz="8500"/>
            </a:lvl2pPr>
            <a:lvl3pPr lvl="2" algn="ctr">
              <a:spcBef>
                <a:spcPts val="0"/>
              </a:spcBef>
              <a:spcAft>
                <a:spcPts val="0"/>
              </a:spcAft>
              <a:buSzPts val="8500"/>
              <a:buNone/>
              <a:defRPr sz="8500"/>
            </a:lvl3pPr>
            <a:lvl4pPr lvl="3" algn="ctr">
              <a:spcBef>
                <a:spcPts val="0"/>
              </a:spcBef>
              <a:spcAft>
                <a:spcPts val="0"/>
              </a:spcAft>
              <a:buSzPts val="8500"/>
              <a:buNone/>
              <a:defRPr sz="8500"/>
            </a:lvl4pPr>
            <a:lvl5pPr lvl="4" algn="ctr">
              <a:spcBef>
                <a:spcPts val="0"/>
              </a:spcBef>
              <a:spcAft>
                <a:spcPts val="0"/>
              </a:spcAft>
              <a:buSzPts val="8500"/>
              <a:buNone/>
              <a:defRPr sz="8500"/>
            </a:lvl5pPr>
            <a:lvl6pPr lvl="5" algn="ctr">
              <a:spcBef>
                <a:spcPts val="0"/>
              </a:spcBef>
              <a:spcAft>
                <a:spcPts val="0"/>
              </a:spcAft>
              <a:buSzPts val="8500"/>
              <a:buNone/>
              <a:defRPr sz="8500"/>
            </a:lvl6pPr>
            <a:lvl7pPr lvl="6" algn="ctr">
              <a:spcBef>
                <a:spcPts val="0"/>
              </a:spcBef>
              <a:spcAft>
                <a:spcPts val="0"/>
              </a:spcAft>
              <a:buSzPts val="8500"/>
              <a:buNone/>
              <a:defRPr sz="8500"/>
            </a:lvl7pPr>
            <a:lvl8pPr lvl="7" algn="ctr">
              <a:spcBef>
                <a:spcPts val="0"/>
              </a:spcBef>
              <a:spcAft>
                <a:spcPts val="0"/>
              </a:spcAft>
              <a:buSzPts val="8500"/>
              <a:buNone/>
              <a:defRPr sz="8500"/>
            </a:lvl8pPr>
            <a:lvl9pPr lvl="8" algn="ctr">
              <a:spcBef>
                <a:spcPts val="0"/>
              </a:spcBef>
              <a:spcAft>
                <a:spcPts val="0"/>
              </a:spcAft>
              <a:buSzPts val="8500"/>
              <a:buNone/>
              <a:defRPr sz="8500"/>
            </a:lvl9pPr>
          </a:lstStyle>
          <a:p/>
        </p:txBody>
      </p:sp>
      <p:sp>
        <p:nvSpPr>
          <p:cNvPr id="909" name="Google Shape;909;p37"/>
          <p:cNvSpPr txBox="1"/>
          <p:nvPr>
            <p:ph idx="1" type="subTitle"/>
          </p:nvPr>
        </p:nvSpPr>
        <p:spPr>
          <a:xfrm>
            <a:off x="3134050" y="2814150"/>
            <a:ext cx="5170500" cy="46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solidFill>
                  <a:schemeClr val="dk1"/>
                </a:solidFill>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10" name="Shape 910"/>
        <p:cNvGrpSpPr/>
        <p:nvPr/>
      </p:nvGrpSpPr>
      <p:grpSpPr>
        <a:xfrm>
          <a:off x="0" y="0"/>
          <a:ext cx="0" cy="0"/>
          <a:chOff x="0" y="0"/>
          <a:chExt cx="0" cy="0"/>
        </a:xfrm>
      </p:grpSpPr>
      <p:grpSp>
        <p:nvGrpSpPr>
          <p:cNvPr id="911" name="Google Shape;911;p38"/>
          <p:cNvGrpSpPr/>
          <p:nvPr/>
        </p:nvGrpSpPr>
        <p:grpSpPr>
          <a:xfrm>
            <a:off x="-244" y="24"/>
            <a:ext cx="9144155" cy="5165694"/>
            <a:chOff x="-244" y="24"/>
            <a:chExt cx="9144155" cy="5165694"/>
          </a:xfrm>
        </p:grpSpPr>
        <p:sp>
          <p:nvSpPr>
            <p:cNvPr id="912" name="Google Shape;912;p38"/>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8"/>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 name="Google Shape;914;p38"/>
          <p:cNvGrpSpPr/>
          <p:nvPr/>
        </p:nvGrpSpPr>
        <p:grpSpPr>
          <a:xfrm>
            <a:off x="303630" y="306525"/>
            <a:ext cx="8536741" cy="4552701"/>
            <a:chOff x="2434200" y="841500"/>
            <a:chExt cx="4622450" cy="3053250"/>
          </a:xfrm>
        </p:grpSpPr>
        <p:sp>
          <p:nvSpPr>
            <p:cNvPr id="915" name="Google Shape;915;p38"/>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8"/>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7" name="Google Shape;917;p38"/>
          <p:cNvSpPr txBox="1"/>
          <p:nvPr>
            <p:ph type="title"/>
          </p:nvPr>
        </p:nvSpPr>
        <p:spPr>
          <a:xfrm>
            <a:off x="2566775" y="2554200"/>
            <a:ext cx="58641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18" name="Google Shape;918;p38"/>
          <p:cNvSpPr txBox="1"/>
          <p:nvPr>
            <p:ph hasCustomPrompt="1" idx="2" type="title"/>
          </p:nvPr>
        </p:nvSpPr>
        <p:spPr>
          <a:xfrm>
            <a:off x="4887075"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10000"/>
              <a:buNone/>
              <a:defRPr sz="6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919" name="Google Shape;919;p38"/>
          <p:cNvSpPr txBox="1"/>
          <p:nvPr>
            <p:ph idx="1" type="subTitle"/>
          </p:nvPr>
        </p:nvSpPr>
        <p:spPr>
          <a:xfrm>
            <a:off x="3071325" y="3396000"/>
            <a:ext cx="4854600" cy="598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920" name="Google Shape;920;p38"/>
          <p:cNvSpPr/>
          <p:nvPr/>
        </p:nvSpPr>
        <p:spPr>
          <a:xfrm rot="-5400000">
            <a:off x="8000234" y="877971"/>
            <a:ext cx="1372494" cy="915118"/>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1" name="Shape 921"/>
        <p:cNvGrpSpPr/>
        <p:nvPr/>
      </p:nvGrpSpPr>
      <p:grpSpPr>
        <a:xfrm>
          <a:off x="0" y="0"/>
          <a:ext cx="0" cy="0"/>
          <a:chOff x="0" y="0"/>
          <a:chExt cx="0" cy="0"/>
        </a:xfrm>
      </p:grpSpPr>
      <p:grpSp>
        <p:nvGrpSpPr>
          <p:cNvPr id="922" name="Google Shape;922;p39"/>
          <p:cNvGrpSpPr/>
          <p:nvPr/>
        </p:nvGrpSpPr>
        <p:grpSpPr>
          <a:xfrm>
            <a:off x="-244" y="24"/>
            <a:ext cx="9144155" cy="5165694"/>
            <a:chOff x="-244" y="24"/>
            <a:chExt cx="9144155" cy="5165694"/>
          </a:xfrm>
        </p:grpSpPr>
        <p:sp>
          <p:nvSpPr>
            <p:cNvPr id="923" name="Google Shape;923;p39"/>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9"/>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5" name="Google Shape;925;p39"/>
          <p:cNvGrpSpPr/>
          <p:nvPr/>
        </p:nvGrpSpPr>
        <p:grpSpPr>
          <a:xfrm>
            <a:off x="303630" y="306525"/>
            <a:ext cx="8536741" cy="4552701"/>
            <a:chOff x="2434200" y="841500"/>
            <a:chExt cx="4622450" cy="3053250"/>
          </a:xfrm>
        </p:grpSpPr>
        <p:sp>
          <p:nvSpPr>
            <p:cNvPr id="926" name="Google Shape;926;p39"/>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9"/>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8" name="Google Shape;928;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9" name="Google Shape;929;p39"/>
          <p:cNvSpPr txBox="1"/>
          <p:nvPr>
            <p:ph idx="1" type="body"/>
          </p:nvPr>
        </p:nvSpPr>
        <p:spPr>
          <a:xfrm>
            <a:off x="720000" y="1203200"/>
            <a:ext cx="7704000" cy="3678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rgbClr val="434343"/>
              </a:buClr>
              <a:buSzPts val="1200"/>
              <a:buAutoNum type="arabicPeriod"/>
              <a:defRPr sz="1200"/>
            </a:lvl1pPr>
            <a:lvl2pPr indent="-304800" lvl="1" marL="914400">
              <a:spcBef>
                <a:spcPts val="0"/>
              </a:spcBef>
              <a:spcAft>
                <a:spcPts val="0"/>
              </a:spcAft>
              <a:buClr>
                <a:srgbClr val="434343"/>
              </a:buClr>
              <a:buSzPts val="1200"/>
              <a:buFont typeface="Roboto Condensed Light"/>
              <a:buAutoNum type="alphaLcPeriod"/>
              <a:defRPr/>
            </a:lvl2pPr>
            <a:lvl3pPr indent="-304800" lvl="2" marL="1371600">
              <a:spcBef>
                <a:spcPts val="0"/>
              </a:spcBef>
              <a:spcAft>
                <a:spcPts val="0"/>
              </a:spcAft>
              <a:buClr>
                <a:srgbClr val="434343"/>
              </a:buClr>
              <a:buSzPts val="1200"/>
              <a:buFont typeface="Roboto Condensed Light"/>
              <a:buAutoNum type="romanLcPeriod"/>
              <a:defRPr/>
            </a:lvl3pPr>
            <a:lvl4pPr indent="-304800" lvl="3" marL="1828800">
              <a:spcBef>
                <a:spcPts val="0"/>
              </a:spcBef>
              <a:spcAft>
                <a:spcPts val="0"/>
              </a:spcAft>
              <a:buClr>
                <a:srgbClr val="434343"/>
              </a:buClr>
              <a:buSzPts val="1200"/>
              <a:buFont typeface="Roboto Condensed Light"/>
              <a:buAutoNum type="arabicPeriod"/>
              <a:defRPr/>
            </a:lvl4pPr>
            <a:lvl5pPr indent="-304800" lvl="4" marL="2286000">
              <a:spcBef>
                <a:spcPts val="0"/>
              </a:spcBef>
              <a:spcAft>
                <a:spcPts val="0"/>
              </a:spcAft>
              <a:buClr>
                <a:srgbClr val="434343"/>
              </a:buClr>
              <a:buSzPts val="1200"/>
              <a:buFont typeface="Roboto Condensed Light"/>
              <a:buAutoNum type="alphaLcPeriod"/>
              <a:defRPr/>
            </a:lvl5pPr>
            <a:lvl6pPr indent="-304800" lvl="5" marL="2743200">
              <a:spcBef>
                <a:spcPts val="0"/>
              </a:spcBef>
              <a:spcAft>
                <a:spcPts val="0"/>
              </a:spcAft>
              <a:buClr>
                <a:srgbClr val="434343"/>
              </a:buClr>
              <a:buSzPts val="1200"/>
              <a:buFont typeface="Roboto Condensed Light"/>
              <a:buAutoNum type="romanLcPeriod"/>
              <a:defRPr/>
            </a:lvl6pPr>
            <a:lvl7pPr indent="-304800" lvl="6" marL="3200400">
              <a:spcBef>
                <a:spcPts val="0"/>
              </a:spcBef>
              <a:spcAft>
                <a:spcPts val="0"/>
              </a:spcAft>
              <a:buClr>
                <a:srgbClr val="434343"/>
              </a:buClr>
              <a:buSzPts val="1200"/>
              <a:buFont typeface="Roboto Condensed Light"/>
              <a:buAutoNum type="arabicPeriod"/>
              <a:defRPr/>
            </a:lvl7pPr>
            <a:lvl8pPr indent="-304800" lvl="7" marL="3657600">
              <a:spcBef>
                <a:spcPts val="0"/>
              </a:spcBef>
              <a:spcAft>
                <a:spcPts val="0"/>
              </a:spcAft>
              <a:buClr>
                <a:srgbClr val="434343"/>
              </a:buClr>
              <a:buSzPts val="1200"/>
              <a:buFont typeface="Roboto Condensed Light"/>
              <a:buAutoNum type="alphaLcPeriod"/>
              <a:defRPr/>
            </a:lvl8pPr>
            <a:lvl9pPr indent="-304800" lvl="8" marL="4114800">
              <a:spcBef>
                <a:spcPts val="0"/>
              </a:spcBef>
              <a:spcAft>
                <a:spcPts val="0"/>
              </a:spcAft>
              <a:buClr>
                <a:srgbClr val="434343"/>
              </a:buClr>
              <a:buSzPts val="1200"/>
              <a:buFont typeface="Roboto Condensed Light"/>
              <a:buAutoNum type="romanLcPeriod"/>
              <a:defRPr/>
            </a:lvl9pPr>
          </a:lstStyle>
          <a:p/>
        </p:txBody>
      </p:sp>
      <p:sp>
        <p:nvSpPr>
          <p:cNvPr id="930" name="Google Shape;93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931" name="Google Shape;931;p39"/>
          <p:cNvGrpSpPr/>
          <p:nvPr/>
        </p:nvGrpSpPr>
        <p:grpSpPr>
          <a:xfrm>
            <a:off x="8066919" y="92141"/>
            <a:ext cx="972630" cy="1011658"/>
            <a:chOff x="512425" y="919675"/>
            <a:chExt cx="1712075" cy="1780775"/>
          </a:xfrm>
        </p:grpSpPr>
        <p:sp>
          <p:nvSpPr>
            <p:cNvPr id="932" name="Google Shape;932;p39"/>
            <p:cNvSpPr/>
            <p:nvPr/>
          </p:nvSpPr>
          <p:spPr>
            <a:xfrm>
              <a:off x="512425" y="919675"/>
              <a:ext cx="1712075" cy="1780775"/>
            </a:xfrm>
            <a:custGeom>
              <a:rect b="b" l="l" r="r" t="t"/>
              <a:pathLst>
                <a:path extrusionOk="0" h="71231" w="68483">
                  <a:moveTo>
                    <a:pt x="48511" y="1"/>
                  </a:moveTo>
                  <a:cubicBezTo>
                    <a:pt x="43851" y="1"/>
                    <a:pt x="1284" y="13886"/>
                    <a:pt x="670" y="16022"/>
                  </a:cubicBezTo>
                  <a:cubicBezTo>
                    <a:pt x="1" y="18211"/>
                    <a:pt x="16263" y="69154"/>
                    <a:pt x="18846" y="71069"/>
                  </a:cubicBezTo>
                  <a:cubicBezTo>
                    <a:pt x="19003" y="71179"/>
                    <a:pt x="19306" y="71231"/>
                    <a:pt x="19738" y="71231"/>
                  </a:cubicBezTo>
                  <a:cubicBezTo>
                    <a:pt x="26583" y="71231"/>
                    <a:pt x="65740" y="58142"/>
                    <a:pt x="67084" y="55111"/>
                  </a:cubicBezTo>
                  <a:cubicBezTo>
                    <a:pt x="68482" y="51889"/>
                    <a:pt x="50519" y="1189"/>
                    <a:pt x="48877" y="65"/>
                  </a:cubicBezTo>
                  <a:cubicBezTo>
                    <a:pt x="48815" y="22"/>
                    <a:pt x="48691" y="1"/>
                    <a:pt x="485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9"/>
            <p:cNvSpPr/>
            <p:nvPr/>
          </p:nvSpPr>
          <p:spPr>
            <a:xfrm>
              <a:off x="666700" y="1096725"/>
              <a:ext cx="1075275" cy="488075"/>
            </a:xfrm>
            <a:custGeom>
              <a:rect b="b" l="l" r="r" t="t"/>
              <a:pathLst>
                <a:path extrusionOk="0" h="19523" w="43011">
                  <a:moveTo>
                    <a:pt x="39810" y="0"/>
                  </a:moveTo>
                  <a:cubicBezTo>
                    <a:pt x="38152" y="0"/>
                    <a:pt x="2087" y="11928"/>
                    <a:pt x="1064" y="12831"/>
                  </a:cubicBezTo>
                  <a:cubicBezTo>
                    <a:pt x="0" y="13743"/>
                    <a:pt x="1976" y="19214"/>
                    <a:pt x="3253" y="19518"/>
                  </a:cubicBezTo>
                  <a:cubicBezTo>
                    <a:pt x="3265" y="19521"/>
                    <a:pt x="3282" y="19522"/>
                    <a:pt x="3303" y="19522"/>
                  </a:cubicBezTo>
                  <a:cubicBezTo>
                    <a:pt x="5211" y="19522"/>
                    <a:pt x="41256" y="7443"/>
                    <a:pt x="42068" y="6691"/>
                  </a:cubicBezTo>
                  <a:cubicBezTo>
                    <a:pt x="43010" y="5779"/>
                    <a:pt x="41065" y="247"/>
                    <a:pt x="39849" y="4"/>
                  </a:cubicBezTo>
                  <a:cubicBezTo>
                    <a:pt x="39839" y="2"/>
                    <a:pt x="39826" y="0"/>
                    <a:pt x="398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9"/>
            <p:cNvSpPr/>
            <p:nvPr/>
          </p:nvSpPr>
          <p:spPr>
            <a:xfrm>
              <a:off x="831600" y="1775475"/>
              <a:ext cx="215825" cy="203450"/>
            </a:xfrm>
            <a:custGeom>
              <a:rect b="b" l="l" r="r" t="t"/>
              <a:pathLst>
                <a:path extrusionOk="0" h="8138" w="8633">
                  <a:moveTo>
                    <a:pt x="6431" y="1"/>
                  </a:moveTo>
                  <a:cubicBezTo>
                    <a:pt x="5256" y="1"/>
                    <a:pt x="119" y="1747"/>
                    <a:pt x="91" y="2216"/>
                  </a:cubicBezTo>
                  <a:cubicBezTo>
                    <a:pt x="0" y="2702"/>
                    <a:pt x="1641" y="7566"/>
                    <a:pt x="2037" y="8082"/>
                  </a:cubicBezTo>
                  <a:cubicBezTo>
                    <a:pt x="2066" y="8120"/>
                    <a:pt x="2141" y="8137"/>
                    <a:pt x="2252" y="8137"/>
                  </a:cubicBezTo>
                  <a:cubicBezTo>
                    <a:pt x="3413" y="8137"/>
                    <a:pt x="8574" y="6282"/>
                    <a:pt x="8602" y="5894"/>
                  </a:cubicBezTo>
                  <a:cubicBezTo>
                    <a:pt x="8632" y="5377"/>
                    <a:pt x="6991" y="544"/>
                    <a:pt x="6657" y="58"/>
                  </a:cubicBezTo>
                  <a:cubicBezTo>
                    <a:pt x="6629" y="19"/>
                    <a:pt x="6550" y="1"/>
                    <a:pt x="6431" y="1"/>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9"/>
            <p:cNvSpPr/>
            <p:nvPr/>
          </p:nvSpPr>
          <p:spPr>
            <a:xfrm>
              <a:off x="1093000" y="1688850"/>
              <a:ext cx="215825" cy="203600"/>
            </a:xfrm>
            <a:custGeom>
              <a:rect b="b" l="l" r="r" t="t"/>
              <a:pathLst>
                <a:path extrusionOk="0" h="8144" w="8633">
                  <a:moveTo>
                    <a:pt x="6432" y="1"/>
                  </a:moveTo>
                  <a:cubicBezTo>
                    <a:pt x="5261" y="1"/>
                    <a:pt x="147" y="1747"/>
                    <a:pt x="91" y="2216"/>
                  </a:cubicBezTo>
                  <a:cubicBezTo>
                    <a:pt x="0" y="2733"/>
                    <a:pt x="1642" y="7566"/>
                    <a:pt x="2006" y="8082"/>
                  </a:cubicBezTo>
                  <a:cubicBezTo>
                    <a:pt x="2040" y="8124"/>
                    <a:pt x="2123" y="8144"/>
                    <a:pt x="2247" y="8144"/>
                  </a:cubicBezTo>
                  <a:cubicBezTo>
                    <a:pt x="3459" y="8144"/>
                    <a:pt x="8547" y="6283"/>
                    <a:pt x="8602" y="5924"/>
                  </a:cubicBezTo>
                  <a:cubicBezTo>
                    <a:pt x="8633" y="5377"/>
                    <a:pt x="6991" y="544"/>
                    <a:pt x="6657" y="58"/>
                  </a:cubicBezTo>
                  <a:cubicBezTo>
                    <a:pt x="6629" y="19"/>
                    <a:pt x="6551" y="1"/>
                    <a:pt x="6432" y="1"/>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9"/>
            <p:cNvSpPr/>
            <p:nvPr/>
          </p:nvSpPr>
          <p:spPr>
            <a:xfrm>
              <a:off x="1354400" y="1602400"/>
              <a:ext cx="215075" cy="203450"/>
            </a:xfrm>
            <a:custGeom>
              <a:rect b="b" l="l" r="r" t="t"/>
              <a:pathLst>
                <a:path extrusionOk="0" h="8138" w="8603">
                  <a:moveTo>
                    <a:pt x="6443" y="0"/>
                  </a:moveTo>
                  <a:cubicBezTo>
                    <a:pt x="5290" y="0"/>
                    <a:pt x="144" y="1740"/>
                    <a:pt x="61" y="2239"/>
                  </a:cubicBezTo>
                  <a:cubicBezTo>
                    <a:pt x="0" y="2726"/>
                    <a:pt x="1642" y="7589"/>
                    <a:pt x="2006" y="8075"/>
                  </a:cubicBezTo>
                  <a:cubicBezTo>
                    <a:pt x="2038" y="8118"/>
                    <a:pt x="2120" y="8137"/>
                    <a:pt x="2244" y="8137"/>
                  </a:cubicBezTo>
                  <a:cubicBezTo>
                    <a:pt x="3446" y="8137"/>
                    <a:pt x="8544" y="6303"/>
                    <a:pt x="8572" y="5917"/>
                  </a:cubicBezTo>
                  <a:cubicBezTo>
                    <a:pt x="8602" y="5370"/>
                    <a:pt x="6991" y="568"/>
                    <a:pt x="6657" y="51"/>
                  </a:cubicBezTo>
                  <a:cubicBezTo>
                    <a:pt x="6628" y="16"/>
                    <a:pt x="6554" y="0"/>
                    <a:pt x="6443"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9"/>
            <p:cNvSpPr/>
            <p:nvPr/>
          </p:nvSpPr>
          <p:spPr>
            <a:xfrm>
              <a:off x="1615800" y="1516550"/>
              <a:ext cx="215075" cy="202675"/>
            </a:xfrm>
            <a:custGeom>
              <a:rect b="b" l="l" r="r" t="t"/>
              <a:pathLst>
                <a:path extrusionOk="0" h="8107" w="8603">
                  <a:moveTo>
                    <a:pt x="6437" y="0"/>
                  </a:moveTo>
                  <a:cubicBezTo>
                    <a:pt x="5353" y="0"/>
                    <a:pt x="145" y="1764"/>
                    <a:pt x="61" y="2208"/>
                  </a:cubicBezTo>
                  <a:cubicBezTo>
                    <a:pt x="0" y="2695"/>
                    <a:pt x="1611" y="7558"/>
                    <a:pt x="2007" y="8044"/>
                  </a:cubicBezTo>
                  <a:cubicBezTo>
                    <a:pt x="2038" y="8087"/>
                    <a:pt x="2120" y="8106"/>
                    <a:pt x="2244" y="8106"/>
                  </a:cubicBezTo>
                  <a:cubicBezTo>
                    <a:pt x="3446" y="8106"/>
                    <a:pt x="8544" y="6272"/>
                    <a:pt x="8572" y="5886"/>
                  </a:cubicBezTo>
                  <a:cubicBezTo>
                    <a:pt x="8602" y="5369"/>
                    <a:pt x="6991" y="536"/>
                    <a:pt x="6627" y="50"/>
                  </a:cubicBezTo>
                  <a:cubicBezTo>
                    <a:pt x="6606" y="16"/>
                    <a:pt x="6540" y="0"/>
                    <a:pt x="6437"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9"/>
            <p:cNvSpPr/>
            <p:nvPr/>
          </p:nvSpPr>
          <p:spPr>
            <a:xfrm>
              <a:off x="922775" y="2050150"/>
              <a:ext cx="215825" cy="203250"/>
            </a:xfrm>
            <a:custGeom>
              <a:rect b="b" l="l" r="r" t="t"/>
              <a:pathLst>
                <a:path extrusionOk="0" h="8130" w="8633">
                  <a:moveTo>
                    <a:pt x="6472" y="0"/>
                  </a:moveTo>
                  <a:cubicBezTo>
                    <a:pt x="5380" y="0"/>
                    <a:pt x="120" y="1755"/>
                    <a:pt x="92" y="2202"/>
                  </a:cubicBezTo>
                  <a:cubicBezTo>
                    <a:pt x="1" y="2719"/>
                    <a:pt x="1642" y="7582"/>
                    <a:pt x="2007" y="8068"/>
                  </a:cubicBezTo>
                  <a:cubicBezTo>
                    <a:pt x="2040" y="8110"/>
                    <a:pt x="2124" y="8130"/>
                    <a:pt x="2248" y="8130"/>
                  </a:cubicBezTo>
                  <a:cubicBezTo>
                    <a:pt x="3465" y="8130"/>
                    <a:pt x="8575" y="6269"/>
                    <a:pt x="8603" y="5910"/>
                  </a:cubicBezTo>
                  <a:cubicBezTo>
                    <a:pt x="8633" y="5363"/>
                    <a:pt x="6992" y="530"/>
                    <a:pt x="6657" y="44"/>
                  </a:cubicBezTo>
                  <a:cubicBezTo>
                    <a:pt x="6632" y="14"/>
                    <a:pt x="6568" y="0"/>
                    <a:pt x="6472"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9"/>
            <p:cNvSpPr/>
            <p:nvPr/>
          </p:nvSpPr>
          <p:spPr>
            <a:xfrm>
              <a:off x="1184175" y="1963525"/>
              <a:ext cx="215850" cy="203275"/>
            </a:xfrm>
            <a:custGeom>
              <a:rect b="b" l="l" r="r" t="t"/>
              <a:pathLst>
                <a:path extrusionOk="0" h="8131" w="8634">
                  <a:moveTo>
                    <a:pt x="6472" y="0"/>
                  </a:moveTo>
                  <a:cubicBezTo>
                    <a:pt x="5381" y="0"/>
                    <a:pt x="120" y="1757"/>
                    <a:pt x="92" y="2232"/>
                  </a:cubicBezTo>
                  <a:cubicBezTo>
                    <a:pt x="1" y="2719"/>
                    <a:pt x="1642" y="7582"/>
                    <a:pt x="2007" y="8068"/>
                  </a:cubicBezTo>
                  <a:cubicBezTo>
                    <a:pt x="2041" y="8111"/>
                    <a:pt x="2126" y="8130"/>
                    <a:pt x="2252" y="8130"/>
                  </a:cubicBezTo>
                  <a:cubicBezTo>
                    <a:pt x="3472" y="8130"/>
                    <a:pt x="8545" y="6296"/>
                    <a:pt x="8572" y="5910"/>
                  </a:cubicBezTo>
                  <a:cubicBezTo>
                    <a:pt x="8633" y="5363"/>
                    <a:pt x="6992" y="560"/>
                    <a:pt x="6657" y="44"/>
                  </a:cubicBezTo>
                  <a:cubicBezTo>
                    <a:pt x="6633" y="14"/>
                    <a:pt x="6569" y="0"/>
                    <a:pt x="6472"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9"/>
            <p:cNvSpPr/>
            <p:nvPr/>
          </p:nvSpPr>
          <p:spPr>
            <a:xfrm>
              <a:off x="1445575" y="1877500"/>
              <a:ext cx="215850" cy="202675"/>
            </a:xfrm>
            <a:custGeom>
              <a:rect b="b" l="l" r="r" t="t"/>
              <a:pathLst>
                <a:path extrusionOk="0" h="8107" w="8634">
                  <a:moveTo>
                    <a:pt x="6454" y="0"/>
                  </a:moveTo>
                  <a:cubicBezTo>
                    <a:pt x="5323" y="0"/>
                    <a:pt x="117"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1" y="16"/>
                    <a:pt x="6561" y="0"/>
                    <a:pt x="6454"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9"/>
            <p:cNvSpPr/>
            <p:nvPr/>
          </p:nvSpPr>
          <p:spPr>
            <a:xfrm>
              <a:off x="1009400" y="2313075"/>
              <a:ext cx="215850" cy="203275"/>
            </a:xfrm>
            <a:custGeom>
              <a:rect b="b" l="l" r="r" t="t"/>
              <a:pathLst>
                <a:path extrusionOk="0" h="8131" w="8634">
                  <a:moveTo>
                    <a:pt x="6473" y="0"/>
                  </a:moveTo>
                  <a:cubicBezTo>
                    <a:pt x="5385" y="0"/>
                    <a:pt x="148" y="1757"/>
                    <a:pt x="92" y="2232"/>
                  </a:cubicBezTo>
                  <a:cubicBezTo>
                    <a:pt x="1" y="2718"/>
                    <a:pt x="1642" y="7582"/>
                    <a:pt x="2007" y="8068"/>
                  </a:cubicBezTo>
                  <a:cubicBezTo>
                    <a:pt x="2041" y="8111"/>
                    <a:pt x="2126" y="8130"/>
                    <a:pt x="2252" y="8130"/>
                  </a:cubicBezTo>
                  <a:cubicBezTo>
                    <a:pt x="3472" y="8130"/>
                    <a:pt x="8548" y="6296"/>
                    <a:pt x="8603" y="5910"/>
                  </a:cubicBezTo>
                  <a:cubicBezTo>
                    <a:pt x="8633" y="5363"/>
                    <a:pt x="6992" y="560"/>
                    <a:pt x="6657" y="44"/>
                  </a:cubicBezTo>
                  <a:cubicBezTo>
                    <a:pt x="6633" y="14"/>
                    <a:pt x="6569" y="0"/>
                    <a:pt x="6473"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9"/>
            <p:cNvSpPr/>
            <p:nvPr/>
          </p:nvSpPr>
          <p:spPr>
            <a:xfrm>
              <a:off x="1270800" y="2227050"/>
              <a:ext cx="215850" cy="202675"/>
            </a:xfrm>
            <a:custGeom>
              <a:rect b="b" l="l" r="r" t="t"/>
              <a:pathLst>
                <a:path extrusionOk="0" h="8107" w="8634">
                  <a:moveTo>
                    <a:pt x="6461" y="0"/>
                  </a:moveTo>
                  <a:cubicBezTo>
                    <a:pt x="5353" y="0"/>
                    <a:pt x="145"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4" y="16"/>
                    <a:pt x="6566" y="0"/>
                    <a:pt x="6461"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9"/>
            <p:cNvSpPr/>
            <p:nvPr/>
          </p:nvSpPr>
          <p:spPr>
            <a:xfrm>
              <a:off x="1532975" y="2140400"/>
              <a:ext cx="215825" cy="203425"/>
            </a:xfrm>
            <a:custGeom>
              <a:rect b="b" l="l" r="r" t="t"/>
              <a:pathLst>
                <a:path extrusionOk="0" h="8137" w="8633">
                  <a:moveTo>
                    <a:pt x="6453" y="1"/>
                  </a:moveTo>
                  <a:cubicBezTo>
                    <a:pt x="5323" y="1"/>
                    <a:pt x="117" y="1765"/>
                    <a:pt x="61" y="2209"/>
                  </a:cubicBezTo>
                  <a:cubicBezTo>
                    <a:pt x="0" y="2695"/>
                    <a:pt x="1642" y="7559"/>
                    <a:pt x="2006" y="8075"/>
                  </a:cubicBezTo>
                  <a:cubicBezTo>
                    <a:pt x="2037" y="8117"/>
                    <a:pt x="2118" y="8137"/>
                    <a:pt x="2240" y="8137"/>
                  </a:cubicBezTo>
                  <a:cubicBezTo>
                    <a:pt x="3433" y="8137"/>
                    <a:pt x="8544" y="6273"/>
                    <a:pt x="8572" y="5887"/>
                  </a:cubicBezTo>
                  <a:cubicBezTo>
                    <a:pt x="8633" y="5370"/>
                    <a:pt x="6991" y="537"/>
                    <a:pt x="6657" y="51"/>
                  </a:cubicBezTo>
                  <a:cubicBezTo>
                    <a:pt x="6631" y="17"/>
                    <a:pt x="6560" y="1"/>
                    <a:pt x="6453" y="1"/>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9"/>
            <p:cNvSpPr/>
            <p:nvPr/>
          </p:nvSpPr>
          <p:spPr>
            <a:xfrm>
              <a:off x="1707750" y="1790875"/>
              <a:ext cx="300925" cy="466325"/>
            </a:xfrm>
            <a:custGeom>
              <a:rect b="b" l="l" r="r" t="t"/>
              <a:pathLst>
                <a:path extrusionOk="0" h="18653" w="12037">
                  <a:moveTo>
                    <a:pt x="6407" y="0"/>
                  </a:moveTo>
                  <a:cubicBezTo>
                    <a:pt x="5322" y="0"/>
                    <a:pt x="114" y="1764"/>
                    <a:pt x="31" y="2208"/>
                  </a:cubicBezTo>
                  <a:cubicBezTo>
                    <a:pt x="0" y="2634"/>
                    <a:pt x="5076" y="18074"/>
                    <a:pt x="5472" y="18591"/>
                  </a:cubicBezTo>
                  <a:cubicBezTo>
                    <a:pt x="5502" y="18633"/>
                    <a:pt x="5583" y="18653"/>
                    <a:pt x="5705" y="18653"/>
                  </a:cubicBezTo>
                  <a:cubicBezTo>
                    <a:pt x="6899" y="18653"/>
                    <a:pt x="12009" y="16792"/>
                    <a:pt x="12037" y="16433"/>
                  </a:cubicBezTo>
                  <a:cubicBezTo>
                    <a:pt x="12037" y="15916"/>
                    <a:pt x="6870" y="445"/>
                    <a:pt x="6596" y="50"/>
                  </a:cubicBezTo>
                  <a:cubicBezTo>
                    <a:pt x="6575" y="16"/>
                    <a:pt x="6509" y="0"/>
                    <a:pt x="6407"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9"/>
            <p:cNvSpPr/>
            <p:nvPr/>
          </p:nvSpPr>
          <p:spPr>
            <a:xfrm>
              <a:off x="644650" y="1059325"/>
              <a:ext cx="1120875" cy="562600"/>
            </a:xfrm>
            <a:custGeom>
              <a:rect b="b" l="l" r="r" t="t"/>
              <a:pathLst>
                <a:path extrusionOk="0" h="22504" w="44835">
                  <a:moveTo>
                    <a:pt x="41278" y="315"/>
                  </a:moveTo>
                  <a:cubicBezTo>
                    <a:pt x="41947" y="527"/>
                    <a:pt x="43163" y="3050"/>
                    <a:pt x="43862" y="5603"/>
                  </a:cubicBezTo>
                  <a:cubicBezTo>
                    <a:pt x="44348" y="7488"/>
                    <a:pt x="44318" y="8430"/>
                    <a:pt x="44074" y="8704"/>
                  </a:cubicBezTo>
                  <a:cubicBezTo>
                    <a:pt x="43619" y="9160"/>
                    <a:pt x="34804" y="12290"/>
                    <a:pt x="24013" y="15877"/>
                  </a:cubicBezTo>
                  <a:cubicBezTo>
                    <a:pt x="12876" y="19590"/>
                    <a:pt x="4640" y="22112"/>
                    <a:pt x="3674" y="22112"/>
                  </a:cubicBezTo>
                  <a:cubicBezTo>
                    <a:pt x="3651" y="22112"/>
                    <a:pt x="3632" y="22111"/>
                    <a:pt x="3618" y="22108"/>
                  </a:cubicBezTo>
                  <a:cubicBezTo>
                    <a:pt x="2858" y="21895"/>
                    <a:pt x="1490" y="19069"/>
                    <a:pt x="882" y="16515"/>
                  </a:cubicBezTo>
                  <a:cubicBezTo>
                    <a:pt x="548" y="15087"/>
                    <a:pt x="487" y="14053"/>
                    <a:pt x="791" y="13749"/>
                  </a:cubicBezTo>
                  <a:cubicBezTo>
                    <a:pt x="1916" y="12655"/>
                    <a:pt x="39090" y="345"/>
                    <a:pt x="41278" y="345"/>
                  </a:cubicBezTo>
                  <a:lnTo>
                    <a:pt x="41278" y="315"/>
                  </a:lnTo>
                  <a:close/>
                  <a:moveTo>
                    <a:pt x="41283" y="0"/>
                  </a:moveTo>
                  <a:cubicBezTo>
                    <a:pt x="38961" y="0"/>
                    <a:pt x="1623" y="12370"/>
                    <a:pt x="487" y="13506"/>
                  </a:cubicBezTo>
                  <a:cubicBezTo>
                    <a:pt x="1" y="14023"/>
                    <a:pt x="244" y="15482"/>
                    <a:pt x="487" y="16607"/>
                  </a:cubicBezTo>
                  <a:cubicBezTo>
                    <a:pt x="1034" y="18795"/>
                    <a:pt x="2402" y="22139"/>
                    <a:pt x="3466" y="22503"/>
                  </a:cubicBezTo>
                  <a:lnTo>
                    <a:pt x="3587" y="22503"/>
                  </a:lnTo>
                  <a:cubicBezTo>
                    <a:pt x="5198" y="22503"/>
                    <a:pt x="19636" y="17762"/>
                    <a:pt x="24044" y="16272"/>
                  </a:cubicBezTo>
                  <a:cubicBezTo>
                    <a:pt x="30822" y="14023"/>
                    <a:pt x="43771" y="9585"/>
                    <a:pt x="44318" y="9008"/>
                  </a:cubicBezTo>
                  <a:cubicBezTo>
                    <a:pt x="44834" y="8430"/>
                    <a:pt x="44530" y="6819"/>
                    <a:pt x="44196" y="5543"/>
                  </a:cubicBezTo>
                  <a:cubicBezTo>
                    <a:pt x="43649" y="3536"/>
                    <a:pt x="42403" y="345"/>
                    <a:pt x="41369" y="11"/>
                  </a:cubicBezTo>
                  <a:cubicBezTo>
                    <a:pt x="41350" y="4"/>
                    <a:pt x="41321" y="0"/>
                    <a:pt x="41283" y="0"/>
                  </a:cubicBezTo>
                  <a:close/>
                </a:path>
              </a:pathLst>
            </a:custGeom>
            <a:solidFill>
              <a:srgbClr val="486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9"/>
            <p:cNvSpPr/>
            <p:nvPr/>
          </p:nvSpPr>
          <p:spPr>
            <a:xfrm>
              <a:off x="646925" y="1344525"/>
              <a:ext cx="1260700" cy="425575"/>
            </a:xfrm>
            <a:custGeom>
              <a:rect b="b" l="l" r="r" t="t"/>
              <a:pathLst>
                <a:path extrusionOk="0" h="17023" w="50428">
                  <a:moveTo>
                    <a:pt x="50306" y="1"/>
                  </a:moveTo>
                  <a:lnTo>
                    <a:pt x="1" y="16658"/>
                  </a:lnTo>
                  <a:lnTo>
                    <a:pt x="122" y="17022"/>
                  </a:lnTo>
                  <a:lnTo>
                    <a:pt x="50427" y="366"/>
                  </a:lnTo>
                  <a:lnTo>
                    <a:pt x="50306" y="1"/>
                  </a:lnTo>
                  <a:close/>
                </a:path>
              </a:pathLst>
            </a:custGeom>
            <a:solidFill>
              <a:srgbClr val="486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9"/>
            <p:cNvSpPr/>
            <p:nvPr/>
          </p:nvSpPr>
          <p:spPr>
            <a:xfrm>
              <a:off x="1819450" y="2009450"/>
              <a:ext cx="98050" cy="54725"/>
            </a:xfrm>
            <a:custGeom>
              <a:rect b="b" l="l" r="r" t="t"/>
              <a:pathLst>
                <a:path extrusionOk="0" h="2189" w="3922">
                  <a:moveTo>
                    <a:pt x="3587" y="0"/>
                  </a:moveTo>
                  <a:lnTo>
                    <a:pt x="0" y="1185"/>
                  </a:lnTo>
                  <a:lnTo>
                    <a:pt x="335" y="2189"/>
                  </a:lnTo>
                  <a:lnTo>
                    <a:pt x="3922" y="1003"/>
                  </a:lnTo>
                  <a:lnTo>
                    <a:pt x="35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9"/>
            <p:cNvSpPr/>
            <p:nvPr/>
          </p:nvSpPr>
          <p:spPr>
            <a:xfrm>
              <a:off x="1840725" y="1987400"/>
              <a:ext cx="54750" cy="98050"/>
            </a:xfrm>
            <a:custGeom>
              <a:rect b="b" l="l" r="r" t="t"/>
              <a:pathLst>
                <a:path extrusionOk="0" h="3922" w="2190">
                  <a:moveTo>
                    <a:pt x="1004" y="1"/>
                  </a:moveTo>
                  <a:lnTo>
                    <a:pt x="1" y="335"/>
                  </a:lnTo>
                  <a:lnTo>
                    <a:pt x="1186" y="3922"/>
                  </a:lnTo>
                  <a:lnTo>
                    <a:pt x="2189" y="3587"/>
                  </a:lnTo>
                  <a:lnTo>
                    <a:pt x="100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49" name="Shape 949"/>
        <p:cNvGrpSpPr/>
        <p:nvPr/>
      </p:nvGrpSpPr>
      <p:grpSpPr>
        <a:xfrm>
          <a:off x="0" y="0"/>
          <a:ext cx="0" cy="0"/>
          <a:chOff x="0" y="0"/>
          <a:chExt cx="0" cy="0"/>
        </a:xfrm>
      </p:grpSpPr>
      <p:grpSp>
        <p:nvGrpSpPr>
          <p:cNvPr id="950" name="Google Shape;950;p40"/>
          <p:cNvGrpSpPr/>
          <p:nvPr/>
        </p:nvGrpSpPr>
        <p:grpSpPr>
          <a:xfrm>
            <a:off x="-244" y="24"/>
            <a:ext cx="9144155" cy="5165694"/>
            <a:chOff x="-244" y="24"/>
            <a:chExt cx="9144155" cy="5165694"/>
          </a:xfrm>
        </p:grpSpPr>
        <p:sp>
          <p:nvSpPr>
            <p:cNvPr id="951" name="Google Shape;951;p40"/>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40"/>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3" name="Google Shape;953;p40"/>
          <p:cNvGrpSpPr/>
          <p:nvPr/>
        </p:nvGrpSpPr>
        <p:grpSpPr>
          <a:xfrm>
            <a:off x="303630" y="306525"/>
            <a:ext cx="8536741" cy="4552701"/>
            <a:chOff x="2434200" y="841500"/>
            <a:chExt cx="4622450" cy="3053250"/>
          </a:xfrm>
        </p:grpSpPr>
        <p:sp>
          <p:nvSpPr>
            <p:cNvPr id="954" name="Google Shape;954;p40"/>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0"/>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6" name="Google Shape;956;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7" name="Google Shape;957;p40"/>
          <p:cNvSpPr txBox="1"/>
          <p:nvPr>
            <p:ph idx="2" type="title"/>
          </p:nvPr>
        </p:nvSpPr>
        <p:spPr>
          <a:xfrm>
            <a:off x="720000" y="2487375"/>
            <a:ext cx="35223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958" name="Google Shape;958;p40"/>
          <p:cNvSpPr txBox="1"/>
          <p:nvPr>
            <p:ph idx="3" type="title"/>
          </p:nvPr>
        </p:nvSpPr>
        <p:spPr>
          <a:xfrm>
            <a:off x="4901688" y="2487375"/>
            <a:ext cx="35223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959" name="Google Shape;959;p40"/>
          <p:cNvSpPr txBox="1"/>
          <p:nvPr>
            <p:ph idx="1" type="subTitle"/>
          </p:nvPr>
        </p:nvSpPr>
        <p:spPr>
          <a:xfrm>
            <a:off x="720000" y="2630625"/>
            <a:ext cx="3522300" cy="1873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960" name="Google Shape;960;p40"/>
          <p:cNvSpPr txBox="1"/>
          <p:nvPr>
            <p:ph idx="4" type="subTitle"/>
          </p:nvPr>
        </p:nvSpPr>
        <p:spPr>
          <a:xfrm>
            <a:off x="4901700" y="2630625"/>
            <a:ext cx="3522300" cy="1873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961" name="Google Shape;96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962" name="Google Shape;962;p40"/>
          <p:cNvGrpSpPr/>
          <p:nvPr/>
        </p:nvGrpSpPr>
        <p:grpSpPr>
          <a:xfrm flipH="1" rot="10800000">
            <a:off x="7505003" y="256"/>
            <a:ext cx="1638701" cy="2363711"/>
            <a:chOff x="3924650" y="1876400"/>
            <a:chExt cx="2477625" cy="3573800"/>
          </a:xfrm>
        </p:grpSpPr>
        <p:sp>
          <p:nvSpPr>
            <p:cNvPr id="963" name="Google Shape;963;p40"/>
            <p:cNvSpPr/>
            <p:nvPr/>
          </p:nvSpPr>
          <p:spPr>
            <a:xfrm>
              <a:off x="5496625" y="3541525"/>
              <a:ext cx="497850" cy="465100"/>
            </a:xfrm>
            <a:custGeom>
              <a:rect b="b" l="l" r="r" t="t"/>
              <a:pathLst>
                <a:path extrusionOk="0" h="18604" w="19914">
                  <a:moveTo>
                    <a:pt x="19419" y="1"/>
                  </a:moveTo>
                  <a:cubicBezTo>
                    <a:pt x="17328" y="1"/>
                    <a:pt x="0" y="15847"/>
                    <a:pt x="1000" y="18072"/>
                  </a:cubicBezTo>
                  <a:cubicBezTo>
                    <a:pt x="1219" y="18370"/>
                    <a:pt x="2039" y="18604"/>
                    <a:pt x="3224" y="18604"/>
                  </a:cubicBezTo>
                  <a:cubicBezTo>
                    <a:pt x="6007" y="18604"/>
                    <a:pt x="10800" y="17317"/>
                    <a:pt x="14543" y="12568"/>
                  </a:cubicBezTo>
                  <a:cubicBezTo>
                    <a:pt x="19747" y="5896"/>
                    <a:pt x="19914" y="159"/>
                    <a:pt x="19580" y="59"/>
                  </a:cubicBezTo>
                  <a:cubicBezTo>
                    <a:pt x="19546" y="20"/>
                    <a:pt x="19492" y="1"/>
                    <a:pt x="19419" y="1"/>
                  </a:cubicBezTo>
                  <a:close/>
                </a:path>
              </a:pathLst>
            </a:custGeom>
            <a:solidFill>
              <a:srgbClr val="D9E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40"/>
            <p:cNvSpPr/>
            <p:nvPr/>
          </p:nvSpPr>
          <p:spPr>
            <a:xfrm>
              <a:off x="4785250" y="2718225"/>
              <a:ext cx="778075" cy="675450"/>
            </a:xfrm>
            <a:custGeom>
              <a:rect b="b" l="l" r="r" t="t"/>
              <a:pathLst>
                <a:path extrusionOk="0" h="27018" w="31123">
                  <a:moveTo>
                    <a:pt x="18747" y="0"/>
                  </a:moveTo>
                  <a:lnTo>
                    <a:pt x="14644" y="367"/>
                  </a:lnTo>
                  <a:lnTo>
                    <a:pt x="7973" y="7873"/>
                  </a:lnTo>
                  <a:cubicBezTo>
                    <a:pt x="7940" y="7873"/>
                    <a:pt x="6272" y="9140"/>
                    <a:pt x="5004" y="10074"/>
                  </a:cubicBezTo>
                  <a:cubicBezTo>
                    <a:pt x="3770" y="11042"/>
                    <a:pt x="1" y="17646"/>
                    <a:pt x="1" y="17646"/>
                  </a:cubicBezTo>
                  <a:cubicBezTo>
                    <a:pt x="1" y="17646"/>
                    <a:pt x="352" y="19592"/>
                    <a:pt x="2732" y="19592"/>
                  </a:cubicBezTo>
                  <a:cubicBezTo>
                    <a:pt x="2997" y="19592"/>
                    <a:pt x="3286" y="19568"/>
                    <a:pt x="3603" y="19514"/>
                  </a:cubicBezTo>
                  <a:cubicBezTo>
                    <a:pt x="6005" y="19014"/>
                    <a:pt x="7106" y="17313"/>
                    <a:pt x="7106" y="17313"/>
                  </a:cubicBezTo>
                  <a:lnTo>
                    <a:pt x="7106" y="17313"/>
                  </a:lnTo>
                  <a:cubicBezTo>
                    <a:pt x="7106" y="17313"/>
                    <a:pt x="5071" y="25352"/>
                    <a:pt x="5271" y="26052"/>
                  </a:cubicBezTo>
                  <a:cubicBezTo>
                    <a:pt x="5443" y="26616"/>
                    <a:pt x="6240" y="27017"/>
                    <a:pt x="7236" y="27017"/>
                  </a:cubicBezTo>
                  <a:cubicBezTo>
                    <a:pt x="8951" y="27017"/>
                    <a:pt x="11258" y="25825"/>
                    <a:pt x="11976" y="22216"/>
                  </a:cubicBezTo>
                  <a:cubicBezTo>
                    <a:pt x="12076" y="23150"/>
                    <a:pt x="12176" y="24184"/>
                    <a:pt x="12643" y="25018"/>
                  </a:cubicBezTo>
                  <a:cubicBezTo>
                    <a:pt x="12943" y="25552"/>
                    <a:pt x="13344" y="25919"/>
                    <a:pt x="13977" y="25986"/>
                  </a:cubicBezTo>
                  <a:cubicBezTo>
                    <a:pt x="14009" y="25987"/>
                    <a:pt x="14040" y="25987"/>
                    <a:pt x="14071" y="25987"/>
                  </a:cubicBezTo>
                  <a:cubicBezTo>
                    <a:pt x="14911" y="25987"/>
                    <a:pt x="15797" y="25560"/>
                    <a:pt x="16279" y="24885"/>
                  </a:cubicBezTo>
                  <a:cubicBezTo>
                    <a:pt x="16813" y="24151"/>
                    <a:pt x="16946" y="23150"/>
                    <a:pt x="17013" y="22250"/>
                  </a:cubicBezTo>
                  <a:cubicBezTo>
                    <a:pt x="17080" y="21683"/>
                    <a:pt x="17080" y="21049"/>
                    <a:pt x="17013" y="20482"/>
                  </a:cubicBezTo>
                  <a:cubicBezTo>
                    <a:pt x="17013" y="20081"/>
                    <a:pt x="16979" y="19748"/>
                    <a:pt x="16946" y="19381"/>
                  </a:cubicBezTo>
                  <a:cubicBezTo>
                    <a:pt x="16946" y="19247"/>
                    <a:pt x="16746" y="18213"/>
                    <a:pt x="16813" y="18180"/>
                  </a:cubicBezTo>
                  <a:cubicBezTo>
                    <a:pt x="17580" y="17746"/>
                    <a:pt x="17913" y="17179"/>
                    <a:pt x="17913" y="17179"/>
                  </a:cubicBezTo>
                  <a:lnTo>
                    <a:pt x="18514" y="11876"/>
                  </a:lnTo>
                  <a:lnTo>
                    <a:pt x="31123" y="8206"/>
                  </a:lnTo>
                  <a:lnTo>
                    <a:pt x="28955" y="834"/>
                  </a:lnTo>
                  <a:lnTo>
                    <a:pt x="24185" y="134"/>
                  </a:lnTo>
                  <a:lnTo>
                    <a:pt x="18747" y="0"/>
                  </a:lnTo>
                  <a:close/>
                </a:path>
              </a:pathLst>
            </a:custGeom>
            <a:solidFill>
              <a:srgbClr val="DD8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0"/>
            <p:cNvSpPr/>
            <p:nvPr/>
          </p:nvSpPr>
          <p:spPr>
            <a:xfrm>
              <a:off x="3924650" y="1876400"/>
              <a:ext cx="1400175" cy="1140875"/>
            </a:xfrm>
            <a:custGeom>
              <a:rect b="b" l="l" r="r" t="t"/>
              <a:pathLst>
                <a:path extrusionOk="0" h="45635" w="56007">
                  <a:moveTo>
                    <a:pt x="13012" y="0"/>
                  </a:moveTo>
                  <a:cubicBezTo>
                    <a:pt x="11594" y="0"/>
                    <a:pt x="10254" y="878"/>
                    <a:pt x="9707" y="2284"/>
                  </a:cubicBezTo>
                  <a:lnTo>
                    <a:pt x="667" y="26035"/>
                  </a:lnTo>
                  <a:cubicBezTo>
                    <a:pt x="0" y="27836"/>
                    <a:pt x="901" y="29837"/>
                    <a:pt x="2702" y="30538"/>
                  </a:cubicBezTo>
                  <a:lnTo>
                    <a:pt x="41763" y="45415"/>
                  </a:lnTo>
                  <a:cubicBezTo>
                    <a:pt x="42166" y="45564"/>
                    <a:pt x="42580" y="45635"/>
                    <a:pt x="42988" y="45635"/>
                  </a:cubicBezTo>
                  <a:cubicBezTo>
                    <a:pt x="44405" y="45635"/>
                    <a:pt x="45748" y="44779"/>
                    <a:pt x="46266" y="43380"/>
                  </a:cubicBezTo>
                  <a:lnTo>
                    <a:pt x="55340" y="19630"/>
                  </a:lnTo>
                  <a:cubicBezTo>
                    <a:pt x="56007" y="17829"/>
                    <a:pt x="55073" y="15827"/>
                    <a:pt x="53271" y="15127"/>
                  </a:cubicBezTo>
                  <a:lnTo>
                    <a:pt x="14210" y="216"/>
                  </a:lnTo>
                  <a:cubicBezTo>
                    <a:pt x="13815" y="70"/>
                    <a:pt x="13410" y="0"/>
                    <a:pt x="130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40"/>
            <p:cNvSpPr/>
            <p:nvPr/>
          </p:nvSpPr>
          <p:spPr>
            <a:xfrm>
              <a:off x="4905350" y="2811625"/>
              <a:ext cx="45875" cy="83425"/>
            </a:xfrm>
            <a:custGeom>
              <a:rect b="b" l="l" r="r" t="t"/>
              <a:pathLst>
                <a:path extrusionOk="0" h="3337" w="1835">
                  <a:moveTo>
                    <a:pt x="1535" y="0"/>
                  </a:moveTo>
                  <a:cubicBezTo>
                    <a:pt x="967" y="301"/>
                    <a:pt x="500" y="801"/>
                    <a:pt x="267" y="1435"/>
                  </a:cubicBezTo>
                  <a:cubicBezTo>
                    <a:pt x="0" y="2102"/>
                    <a:pt x="33" y="2769"/>
                    <a:pt x="267" y="3336"/>
                  </a:cubicBezTo>
                  <a:cubicBezTo>
                    <a:pt x="834" y="3069"/>
                    <a:pt x="1301" y="2569"/>
                    <a:pt x="1535" y="1935"/>
                  </a:cubicBezTo>
                  <a:cubicBezTo>
                    <a:pt x="1835" y="1301"/>
                    <a:pt x="1801" y="634"/>
                    <a:pt x="15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0"/>
            <p:cNvSpPr/>
            <p:nvPr/>
          </p:nvSpPr>
          <p:spPr>
            <a:xfrm>
              <a:off x="4801925" y="2765575"/>
              <a:ext cx="149300" cy="143650"/>
            </a:xfrm>
            <a:custGeom>
              <a:rect b="b" l="l" r="r" t="t"/>
              <a:pathLst>
                <a:path extrusionOk="0" h="5746" w="5972">
                  <a:moveTo>
                    <a:pt x="3236" y="408"/>
                  </a:moveTo>
                  <a:cubicBezTo>
                    <a:pt x="3503" y="408"/>
                    <a:pt x="3804" y="441"/>
                    <a:pt x="4070" y="508"/>
                  </a:cubicBezTo>
                  <a:cubicBezTo>
                    <a:pt x="4637" y="742"/>
                    <a:pt x="5104" y="1175"/>
                    <a:pt x="5405" y="1742"/>
                  </a:cubicBezTo>
                  <a:cubicBezTo>
                    <a:pt x="4838" y="2076"/>
                    <a:pt x="4437" y="2576"/>
                    <a:pt x="4170" y="3177"/>
                  </a:cubicBezTo>
                  <a:cubicBezTo>
                    <a:pt x="3970" y="3810"/>
                    <a:pt x="3937" y="4478"/>
                    <a:pt x="4137" y="5111"/>
                  </a:cubicBezTo>
                  <a:cubicBezTo>
                    <a:pt x="3825" y="5233"/>
                    <a:pt x="3514" y="5291"/>
                    <a:pt x="3202" y="5291"/>
                  </a:cubicBezTo>
                  <a:cubicBezTo>
                    <a:pt x="2913" y="5291"/>
                    <a:pt x="2624" y="5241"/>
                    <a:pt x="2336" y="5145"/>
                  </a:cubicBezTo>
                  <a:cubicBezTo>
                    <a:pt x="1102" y="4644"/>
                    <a:pt x="434" y="3243"/>
                    <a:pt x="935" y="1976"/>
                  </a:cubicBezTo>
                  <a:cubicBezTo>
                    <a:pt x="1302" y="975"/>
                    <a:pt x="2236" y="408"/>
                    <a:pt x="3236" y="408"/>
                  </a:cubicBezTo>
                  <a:close/>
                  <a:moveTo>
                    <a:pt x="3270" y="1"/>
                  </a:moveTo>
                  <a:cubicBezTo>
                    <a:pt x="2100" y="1"/>
                    <a:pt x="1010" y="699"/>
                    <a:pt x="568" y="1842"/>
                  </a:cubicBezTo>
                  <a:cubicBezTo>
                    <a:pt x="1" y="3343"/>
                    <a:pt x="768" y="4978"/>
                    <a:pt x="2236" y="5578"/>
                  </a:cubicBezTo>
                  <a:cubicBezTo>
                    <a:pt x="2503" y="5678"/>
                    <a:pt x="2903" y="5745"/>
                    <a:pt x="3236" y="5745"/>
                  </a:cubicBezTo>
                  <a:cubicBezTo>
                    <a:pt x="3670" y="5745"/>
                    <a:pt x="4104" y="5612"/>
                    <a:pt x="4504" y="5445"/>
                  </a:cubicBezTo>
                  <a:lnTo>
                    <a:pt x="4671" y="5345"/>
                  </a:lnTo>
                  <a:lnTo>
                    <a:pt x="4604" y="5178"/>
                  </a:lnTo>
                  <a:cubicBezTo>
                    <a:pt x="4404" y="4611"/>
                    <a:pt x="4404" y="3977"/>
                    <a:pt x="4604" y="3377"/>
                  </a:cubicBezTo>
                  <a:cubicBezTo>
                    <a:pt x="4804" y="2810"/>
                    <a:pt x="5271" y="2343"/>
                    <a:pt x="5805" y="2043"/>
                  </a:cubicBezTo>
                  <a:lnTo>
                    <a:pt x="5972" y="1976"/>
                  </a:lnTo>
                  <a:lnTo>
                    <a:pt x="5905" y="1809"/>
                  </a:lnTo>
                  <a:cubicBezTo>
                    <a:pt x="5605" y="1042"/>
                    <a:pt x="5004" y="475"/>
                    <a:pt x="4271" y="174"/>
                  </a:cubicBezTo>
                  <a:cubicBezTo>
                    <a:pt x="3939" y="57"/>
                    <a:pt x="3601" y="1"/>
                    <a:pt x="327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40"/>
            <p:cNvSpPr/>
            <p:nvPr/>
          </p:nvSpPr>
          <p:spPr>
            <a:xfrm>
              <a:off x="4153975" y="2104025"/>
              <a:ext cx="172650" cy="165050"/>
            </a:xfrm>
            <a:custGeom>
              <a:rect b="b" l="l" r="r" t="t"/>
              <a:pathLst>
                <a:path extrusionOk="0" h="6602" w="6906">
                  <a:moveTo>
                    <a:pt x="2496" y="1"/>
                  </a:moveTo>
                  <a:cubicBezTo>
                    <a:pt x="2037" y="1"/>
                    <a:pt x="1604" y="270"/>
                    <a:pt x="1401" y="751"/>
                  </a:cubicBezTo>
                  <a:lnTo>
                    <a:pt x="234" y="3787"/>
                  </a:lnTo>
                  <a:cubicBezTo>
                    <a:pt x="0" y="4421"/>
                    <a:pt x="301" y="5088"/>
                    <a:pt x="901" y="5355"/>
                  </a:cubicBezTo>
                  <a:lnTo>
                    <a:pt x="3970" y="6522"/>
                  </a:lnTo>
                  <a:cubicBezTo>
                    <a:pt x="4100" y="6576"/>
                    <a:pt x="4238" y="6601"/>
                    <a:pt x="4376" y="6601"/>
                  </a:cubicBezTo>
                  <a:cubicBezTo>
                    <a:pt x="4837" y="6601"/>
                    <a:pt x="5299" y="6317"/>
                    <a:pt x="5504" y="5855"/>
                  </a:cubicBezTo>
                  <a:lnTo>
                    <a:pt x="6672" y="2786"/>
                  </a:lnTo>
                  <a:cubicBezTo>
                    <a:pt x="6905" y="2186"/>
                    <a:pt x="6638" y="1519"/>
                    <a:pt x="6005" y="1252"/>
                  </a:cubicBezTo>
                  <a:lnTo>
                    <a:pt x="2936" y="84"/>
                  </a:lnTo>
                  <a:cubicBezTo>
                    <a:pt x="2791" y="28"/>
                    <a:pt x="2642" y="1"/>
                    <a:pt x="24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0"/>
            <p:cNvSpPr/>
            <p:nvPr/>
          </p:nvSpPr>
          <p:spPr>
            <a:xfrm>
              <a:off x="4225700" y="2110275"/>
              <a:ext cx="20850" cy="31725"/>
            </a:xfrm>
            <a:custGeom>
              <a:rect b="b" l="l" r="r" t="t"/>
              <a:pathLst>
                <a:path extrusionOk="0" h="1269" w="834">
                  <a:moveTo>
                    <a:pt x="434" y="1"/>
                  </a:moveTo>
                  <a:lnTo>
                    <a:pt x="0" y="1135"/>
                  </a:lnTo>
                  <a:lnTo>
                    <a:pt x="400" y="1269"/>
                  </a:lnTo>
                  <a:lnTo>
                    <a:pt x="834" y="134"/>
                  </a:lnTo>
                  <a:lnTo>
                    <a:pt x="4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0"/>
            <p:cNvSpPr/>
            <p:nvPr/>
          </p:nvSpPr>
          <p:spPr>
            <a:xfrm>
              <a:off x="4271550" y="2126975"/>
              <a:ext cx="20875" cy="32550"/>
            </a:xfrm>
            <a:custGeom>
              <a:rect b="b" l="l" r="r" t="t"/>
              <a:pathLst>
                <a:path extrusionOk="0" h="1302" w="835">
                  <a:moveTo>
                    <a:pt x="434" y="0"/>
                  </a:moveTo>
                  <a:lnTo>
                    <a:pt x="1" y="1134"/>
                  </a:lnTo>
                  <a:lnTo>
                    <a:pt x="401" y="1301"/>
                  </a:lnTo>
                  <a:lnTo>
                    <a:pt x="835" y="167"/>
                  </a:lnTo>
                  <a:lnTo>
                    <a:pt x="4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0"/>
            <p:cNvSpPr/>
            <p:nvPr/>
          </p:nvSpPr>
          <p:spPr>
            <a:xfrm>
              <a:off x="4186500" y="2213700"/>
              <a:ext cx="20875" cy="32550"/>
            </a:xfrm>
            <a:custGeom>
              <a:rect b="b" l="l" r="r" t="t"/>
              <a:pathLst>
                <a:path extrusionOk="0" h="1302" w="835">
                  <a:moveTo>
                    <a:pt x="434" y="0"/>
                  </a:moveTo>
                  <a:lnTo>
                    <a:pt x="0" y="1134"/>
                  </a:lnTo>
                  <a:lnTo>
                    <a:pt x="401" y="1301"/>
                  </a:lnTo>
                  <a:lnTo>
                    <a:pt x="834" y="167"/>
                  </a:lnTo>
                  <a:lnTo>
                    <a:pt x="4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0"/>
            <p:cNvSpPr/>
            <p:nvPr/>
          </p:nvSpPr>
          <p:spPr>
            <a:xfrm>
              <a:off x="4231525" y="2231200"/>
              <a:ext cx="20875" cy="31725"/>
            </a:xfrm>
            <a:custGeom>
              <a:rect b="b" l="l" r="r" t="t"/>
              <a:pathLst>
                <a:path extrusionOk="0" h="1269" w="835">
                  <a:moveTo>
                    <a:pt x="434" y="1"/>
                  </a:moveTo>
                  <a:lnTo>
                    <a:pt x="1" y="1135"/>
                  </a:lnTo>
                  <a:lnTo>
                    <a:pt x="401" y="1268"/>
                  </a:lnTo>
                  <a:lnTo>
                    <a:pt x="834" y="134"/>
                  </a:lnTo>
                  <a:lnTo>
                    <a:pt x="4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0"/>
            <p:cNvSpPr/>
            <p:nvPr/>
          </p:nvSpPr>
          <p:spPr>
            <a:xfrm>
              <a:off x="4284075" y="2172000"/>
              <a:ext cx="32525" cy="20875"/>
            </a:xfrm>
            <a:custGeom>
              <a:rect b="b" l="l" r="r" t="t"/>
              <a:pathLst>
                <a:path extrusionOk="0" h="835" w="1301">
                  <a:moveTo>
                    <a:pt x="167" y="0"/>
                  </a:moveTo>
                  <a:lnTo>
                    <a:pt x="0" y="401"/>
                  </a:lnTo>
                  <a:lnTo>
                    <a:pt x="1134" y="834"/>
                  </a:lnTo>
                  <a:lnTo>
                    <a:pt x="1301" y="434"/>
                  </a:lnTo>
                  <a:lnTo>
                    <a:pt x="167"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0"/>
            <p:cNvSpPr/>
            <p:nvPr/>
          </p:nvSpPr>
          <p:spPr>
            <a:xfrm>
              <a:off x="4266550" y="2220375"/>
              <a:ext cx="31725" cy="20875"/>
            </a:xfrm>
            <a:custGeom>
              <a:rect b="b" l="l" r="r" t="t"/>
              <a:pathLst>
                <a:path extrusionOk="0" h="835" w="1269">
                  <a:moveTo>
                    <a:pt x="167" y="0"/>
                  </a:moveTo>
                  <a:lnTo>
                    <a:pt x="1" y="400"/>
                  </a:lnTo>
                  <a:lnTo>
                    <a:pt x="1135" y="834"/>
                  </a:lnTo>
                  <a:lnTo>
                    <a:pt x="1268" y="434"/>
                  </a:lnTo>
                  <a:lnTo>
                    <a:pt x="167"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0"/>
            <p:cNvSpPr/>
            <p:nvPr/>
          </p:nvSpPr>
          <p:spPr>
            <a:xfrm>
              <a:off x="4180650" y="2133625"/>
              <a:ext cx="31725" cy="20050"/>
            </a:xfrm>
            <a:custGeom>
              <a:rect b="b" l="l" r="r" t="t"/>
              <a:pathLst>
                <a:path extrusionOk="0" h="802" w="1269">
                  <a:moveTo>
                    <a:pt x="134" y="1"/>
                  </a:moveTo>
                  <a:lnTo>
                    <a:pt x="1" y="368"/>
                  </a:lnTo>
                  <a:lnTo>
                    <a:pt x="1135" y="802"/>
                  </a:lnTo>
                  <a:lnTo>
                    <a:pt x="1268" y="401"/>
                  </a:lnTo>
                  <a:lnTo>
                    <a:pt x="1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0"/>
            <p:cNvSpPr/>
            <p:nvPr/>
          </p:nvSpPr>
          <p:spPr>
            <a:xfrm>
              <a:off x="4163150" y="2181175"/>
              <a:ext cx="31700" cy="20025"/>
            </a:xfrm>
            <a:custGeom>
              <a:rect b="b" l="l" r="r" t="t"/>
              <a:pathLst>
                <a:path extrusionOk="0" h="801" w="1268">
                  <a:moveTo>
                    <a:pt x="134" y="0"/>
                  </a:moveTo>
                  <a:lnTo>
                    <a:pt x="0" y="367"/>
                  </a:lnTo>
                  <a:lnTo>
                    <a:pt x="1134" y="801"/>
                  </a:lnTo>
                  <a:lnTo>
                    <a:pt x="1268" y="401"/>
                  </a:lnTo>
                  <a:lnTo>
                    <a:pt x="1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0"/>
            <p:cNvSpPr/>
            <p:nvPr/>
          </p:nvSpPr>
          <p:spPr>
            <a:xfrm>
              <a:off x="4224025" y="1978275"/>
              <a:ext cx="336100" cy="178725"/>
            </a:xfrm>
            <a:custGeom>
              <a:rect b="b" l="l" r="r" t="t"/>
              <a:pathLst>
                <a:path extrusionOk="0" h="7149" w="13444">
                  <a:moveTo>
                    <a:pt x="1668" y="478"/>
                  </a:moveTo>
                  <a:cubicBezTo>
                    <a:pt x="1802" y="478"/>
                    <a:pt x="1935" y="478"/>
                    <a:pt x="2068" y="578"/>
                  </a:cubicBezTo>
                  <a:lnTo>
                    <a:pt x="12109" y="4414"/>
                  </a:lnTo>
                  <a:cubicBezTo>
                    <a:pt x="12409" y="4480"/>
                    <a:pt x="12676" y="4747"/>
                    <a:pt x="12776" y="5047"/>
                  </a:cubicBezTo>
                  <a:cubicBezTo>
                    <a:pt x="12943" y="5314"/>
                    <a:pt x="12943" y="5648"/>
                    <a:pt x="12843" y="5948"/>
                  </a:cubicBezTo>
                  <a:cubicBezTo>
                    <a:pt x="12743" y="6248"/>
                    <a:pt x="12509" y="6482"/>
                    <a:pt x="12209" y="6615"/>
                  </a:cubicBezTo>
                  <a:cubicBezTo>
                    <a:pt x="12051" y="6703"/>
                    <a:pt x="11883" y="6745"/>
                    <a:pt x="11716" y="6745"/>
                  </a:cubicBezTo>
                  <a:cubicBezTo>
                    <a:pt x="11566" y="6745"/>
                    <a:pt x="11417" y="6712"/>
                    <a:pt x="11275" y="6649"/>
                  </a:cubicBezTo>
                  <a:lnTo>
                    <a:pt x="1235" y="2813"/>
                  </a:lnTo>
                  <a:cubicBezTo>
                    <a:pt x="934" y="2746"/>
                    <a:pt x="701" y="2479"/>
                    <a:pt x="567" y="2212"/>
                  </a:cubicBezTo>
                  <a:cubicBezTo>
                    <a:pt x="401" y="1912"/>
                    <a:pt x="401" y="1578"/>
                    <a:pt x="534" y="1278"/>
                  </a:cubicBezTo>
                  <a:cubicBezTo>
                    <a:pt x="601" y="978"/>
                    <a:pt x="868" y="744"/>
                    <a:pt x="1168" y="611"/>
                  </a:cubicBezTo>
                  <a:cubicBezTo>
                    <a:pt x="1335" y="544"/>
                    <a:pt x="1501" y="478"/>
                    <a:pt x="1668" y="478"/>
                  </a:cubicBezTo>
                  <a:close/>
                  <a:moveTo>
                    <a:pt x="1713" y="1"/>
                  </a:moveTo>
                  <a:cubicBezTo>
                    <a:pt x="1484" y="1"/>
                    <a:pt x="1254" y="52"/>
                    <a:pt x="1034" y="144"/>
                  </a:cubicBezTo>
                  <a:cubicBezTo>
                    <a:pt x="601" y="311"/>
                    <a:pt x="301" y="644"/>
                    <a:pt x="134" y="1078"/>
                  </a:cubicBezTo>
                  <a:cubicBezTo>
                    <a:pt x="0" y="1478"/>
                    <a:pt x="34" y="1912"/>
                    <a:pt x="200" y="2312"/>
                  </a:cubicBezTo>
                  <a:cubicBezTo>
                    <a:pt x="367" y="2746"/>
                    <a:pt x="701" y="3046"/>
                    <a:pt x="1101" y="3213"/>
                  </a:cubicBezTo>
                  <a:lnTo>
                    <a:pt x="11175" y="7049"/>
                  </a:lnTo>
                  <a:cubicBezTo>
                    <a:pt x="11375" y="7116"/>
                    <a:pt x="11542" y="7149"/>
                    <a:pt x="11742" y="7149"/>
                  </a:cubicBezTo>
                  <a:cubicBezTo>
                    <a:pt x="11942" y="7149"/>
                    <a:pt x="12209" y="7116"/>
                    <a:pt x="12409" y="6982"/>
                  </a:cubicBezTo>
                  <a:cubicBezTo>
                    <a:pt x="12843" y="6815"/>
                    <a:pt x="13110" y="6482"/>
                    <a:pt x="13276" y="6082"/>
                  </a:cubicBezTo>
                  <a:cubicBezTo>
                    <a:pt x="13443" y="5648"/>
                    <a:pt x="13410" y="5248"/>
                    <a:pt x="13243" y="4814"/>
                  </a:cubicBezTo>
                  <a:cubicBezTo>
                    <a:pt x="13076" y="4414"/>
                    <a:pt x="12743" y="4113"/>
                    <a:pt x="12342" y="3947"/>
                  </a:cubicBezTo>
                  <a:lnTo>
                    <a:pt x="2269" y="111"/>
                  </a:lnTo>
                  <a:cubicBezTo>
                    <a:pt x="2088" y="35"/>
                    <a:pt x="1901" y="1"/>
                    <a:pt x="171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0"/>
            <p:cNvSpPr/>
            <p:nvPr/>
          </p:nvSpPr>
          <p:spPr>
            <a:xfrm>
              <a:off x="4063900" y="2296725"/>
              <a:ext cx="60900" cy="80500"/>
            </a:xfrm>
            <a:custGeom>
              <a:rect b="b" l="l" r="r" t="t"/>
              <a:pathLst>
                <a:path extrusionOk="0" h="3220" w="2436">
                  <a:moveTo>
                    <a:pt x="1197" y="1"/>
                  </a:moveTo>
                  <a:cubicBezTo>
                    <a:pt x="1169" y="1"/>
                    <a:pt x="1148" y="5"/>
                    <a:pt x="1135" y="15"/>
                  </a:cubicBezTo>
                  <a:cubicBezTo>
                    <a:pt x="1001" y="82"/>
                    <a:pt x="1" y="2650"/>
                    <a:pt x="101" y="2750"/>
                  </a:cubicBezTo>
                  <a:cubicBezTo>
                    <a:pt x="165" y="2878"/>
                    <a:pt x="1084" y="3219"/>
                    <a:pt x="1309" y="3219"/>
                  </a:cubicBezTo>
                  <a:cubicBezTo>
                    <a:pt x="1319" y="3219"/>
                    <a:pt x="1328" y="3219"/>
                    <a:pt x="1335" y="3217"/>
                  </a:cubicBezTo>
                  <a:cubicBezTo>
                    <a:pt x="1502" y="3151"/>
                    <a:pt x="2436" y="582"/>
                    <a:pt x="2369" y="482"/>
                  </a:cubicBezTo>
                  <a:cubicBezTo>
                    <a:pt x="2339" y="391"/>
                    <a:pt x="1463"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0"/>
            <p:cNvSpPr/>
            <p:nvPr/>
          </p:nvSpPr>
          <p:spPr>
            <a:xfrm>
              <a:off x="4113100" y="2314425"/>
              <a:ext cx="60900" cy="80450"/>
            </a:xfrm>
            <a:custGeom>
              <a:rect b="b" l="l" r="r" t="t"/>
              <a:pathLst>
                <a:path extrusionOk="0" h="3218" w="2436">
                  <a:moveTo>
                    <a:pt x="1177" y="1"/>
                  </a:moveTo>
                  <a:cubicBezTo>
                    <a:pt x="1159" y="1"/>
                    <a:pt x="1144" y="3"/>
                    <a:pt x="1135" y="7"/>
                  </a:cubicBezTo>
                  <a:cubicBezTo>
                    <a:pt x="1002" y="108"/>
                    <a:pt x="1" y="2643"/>
                    <a:pt x="101" y="2776"/>
                  </a:cubicBezTo>
                  <a:cubicBezTo>
                    <a:pt x="163" y="2869"/>
                    <a:pt x="1021" y="3217"/>
                    <a:pt x="1283" y="3217"/>
                  </a:cubicBezTo>
                  <a:cubicBezTo>
                    <a:pt x="1305" y="3217"/>
                    <a:pt x="1322" y="3215"/>
                    <a:pt x="1335" y="3210"/>
                  </a:cubicBezTo>
                  <a:cubicBezTo>
                    <a:pt x="1502" y="3176"/>
                    <a:pt x="2436" y="608"/>
                    <a:pt x="2369" y="474"/>
                  </a:cubicBezTo>
                  <a:cubicBezTo>
                    <a:pt x="2338" y="381"/>
                    <a:pt x="1414" y="1"/>
                    <a:pt x="117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0"/>
            <p:cNvSpPr/>
            <p:nvPr/>
          </p:nvSpPr>
          <p:spPr>
            <a:xfrm>
              <a:off x="4162300" y="2333425"/>
              <a:ext cx="60075" cy="80500"/>
            </a:xfrm>
            <a:custGeom>
              <a:rect b="b" l="l" r="r" t="t"/>
              <a:pathLst>
                <a:path extrusionOk="0" h="3220" w="2403">
                  <a:moveTo>
                    <a:pt x="1190" y="1"/>
                  </a:moveTo>
                  <a:cubicBezTo>
                    <a:pt x="1164" y="1"/>
                    <a:pt x="1145" y="5"/>
                    <a:pt x="1135" y="15"/>
                  </a:cubicBezTo>
                  <a:cubicBezTo>
                    <a:pt x="1002" y="81"/>
                    <a:pt x="1" y="2617"/>
                    <a:pt x="68" y="2750"/>
                  </a:cubicBezTo>
                  <a:cubicBezTo>
                    <a:pt x="163" y="2878"/>
                    <a:pt x="1084" y="3219"/>
                    <a:pt x="1309" y="3219"/>
                  </a:cubicBezTo>
                  <a:cubicBezTo>
                    <a:pt x="1319" y="3219"/>
                    <a:pt x="1328" y="3218"/>
                    <a:pt x="1335" y="3217"/>
                  </a:cubicBezTo>
                  <a:cubicBezTo>
                    <a:pt x="1502" y="3184"/>
                    <a:pt x="2403" y="582"/>
                    <a:pt x="2369" y="448"/>
                  </a:cubicBezTo>
                  <a:cubicBezTo>
                    <a:pt x="2339" y="388"/>
                    <a:pt x="1437" y="1"/>
                    <a:pt x="119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0"/>
            <p:cNvSpPr/>
            <p:nvPr/>
          </p:nvSpPr>
          <p:spPr>
            <a:xfrm>
              <a:off x="4211500" y="2351950"/>
              <a:ext cx="60075" cy="80450"/>
            </a:xfrm>
            <a:custGeom>
              <a:rect b="b" l="l" r="r" t="t"/>
              <a:pathLst>
                <a:path extrusionOk="0" h="3218" w="2403">
                  <a:moveTo>
                    <a:pt x="1144" y="1"/>
                  </a:moveTo>
                  <a:cubicBezTo>
                    <a:pt x="1125" y="1"/>
                    <a:pt x="1111" y="3"/>
                    <a:pt x="1102" y="8"/>
                  </a:cubicBezTo>
                  <a:cubicBezTo>
                    <a:pt x="1002" y="108"/>
                    <a:pt x="1" y="2643"/>
                    <a:pt x="68" y="2776"/>
                  </a:cubicBezTo>
                  <a:cubicBezTo>
                    <a:pt x="160" y="2869"/>
                    <a:pt x="1021" y="3217"/>
                    <a:pt x="1283" y="3217"/>
                  </a:cubicBezTo>
                  <a:cubicBezTo>
                    <a:pt x="1305" y="3217"/>
                    <a:pt x="1323" y="3215"/>
                    <a:pt x="1335" y="3210"/>
                  </a:cubicBezTo>
                  <a:cubicBezTo>
                    <a:pt x="1469" y="3176"/>
                    <a:pt x="2403" y="608"/>
                    <a:pt x="2369" y="475"/>
                  </a:cubicBezTo>
                  <a:cubicBezTo>
                    <a:pt x="2307" y="382"/>
                    <a:pt x="1381" y="1"/>
                    <a:pt x="1144"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0"/>
            <p:cNvSpPr/>
            <p:nvPr/>
          </p:nvSpPr>
          <p:spPr>
            <a:xfrm>
              <a:off x="4345775" y="2402825"/>
              <a:ext cx="59225" cy="81150"/>
            </a:xfrm>
            <a:custGeom>
              <a:rect b="b" l="l" r="r" t="t"/>
              <a:pathLst>
                <a:path extrusionOk="0" h="3246" w="2369">
                  <a:moveTo>
                    <a:pt x="1140" y="1"/>
                  </a:moveTo>
                  <a:cubicBezTo>
                    <a:pt x="1123" y="1"/>
                    <a:pt x="1110" y="3"/>
                    <a:pt x="1101" y="7"/>
                  </a:cubicBezTo>
                  <a:cubicBezTo>
                    <a:pt x="1001" y="107"/>
                    <a:pt x="0" y="2643"/>
                    <a:pt x="67" y="2776"/>
                  </a:cubicBezTo>
                  <a:cubicBezTo>
                    <a:pt x="163" y="2904"/>
                    <a:pt x="1083" y="3245"/>
                    <a:pt x="1309" y="3245"/>
                  </a:cubicBezTo>
                  <a:cubicBezTo>
                    <a:pt x="1319" y="3245"/>
                    <a:pt x="1328" y="3244"/>
                    <a:pt x="1335" y="3243"/>
                  </a:cubicBezTo>
                  <a:cubicBezTo>
                    <a:pt x="1502" y="3176"/>
                    <a:pt x="2369" y="608"/>
                    <a:pt x="2369" y="474"/>
                  </a:cubicBezTo>
                  <a:cubicBezTo>
                    <a:pt x="2338" y="412"/>
                    <a:pt x="1376" y="1"/>
                    <a:pt x="114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0"/>
            <p:cNvSpPr/>
            <p:nvPr/>
          </p:nvSpPr>
          <p:spPr>
            <a:xfrm>
              <a:off x="4394975" y="2421825"/>
              <a:ext cx="59225" cy="80475"/>
            </a:xfrm>
            <a:custGeom>
              <a:rect b="b" l="l" r="r" t="t"/>
              <a:pathLst>
                <a:path extrusionOk="0" h="3219" w="2369">
                  <a:moveTo>
                    <a:pt x="1165" y="1"/>
                  </a:moveTo>
                  <a:cubicBezTo>
                    <a:pt x="1136" y="1"/>
                    <a:pt x="1114" y="5"/>
                    <a:pt x="1101" y="15"/>
                  </a:cubicBezTo>
                  <a:cubicBezTo>
                    <a:pt x="1001" y="81"/>
                    <a:pt x="1" y="2650"/>
                    <a:pt x="67" y="2750"/>
                  </a:cubicBezTo>
                  <a:cubicBezTo>
                    <a:pt x="163" y="2878"/>
                    <a:pt x="1083" y="3219"/>
                    <a:pt x="1309" y="3219"/>
                  </a:cubicBezTo>
                  <a:cubicBezTo>
                    <a:pt x="1319" y="3219"/>
                    <a:pt x="1328" y="3218"/>
                    <a:pt x="1335" y="3217"/>
                  </a:cubicBezTo>
                  <a:cubicBezTo>
                    <a:pt x="1502" y="3183"/>
                    <a:pt x="2369" y="582"/>
                    <a:pt x="2369" y="482"/>
                  </a:cubicBezTo>
                  <a:cubicBezTo>
                    <a:pt x="2339" y="391"/>
                    <a:pt x="1436" y="1"/>
                    <a:pt x="116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0"/>
            <p:cNvSpPr/>
            <p:nvPr/>
          </p:nvSpPr>
          <p:spPr>
            <a:xfrm>
              <a:off x="4443350" y="2440350"/>
              <a:ext cx="60050" cy="81150"/>
            </a:xfrm>
            <a:custGeom>
              <a:rect b="b" l="l" r="r" t="t"/>
              <a:pathLst>
                <a:path extrusionOk="0" h="3246" w="2402">
                  <a:moveTo>
                    <a:pt x="1173" y="1"/>
                  </a:moveTo>
                  <a:cubicBezTo>
                    <a:pt x="1156" y="1"/>
                    <a:pt x="1143" y="3"/>
                    <a:pt x="1134" y="7"/>
                  </a:cubicBezTo>
                  <a:cubicBezTo>
                    <a:pt x="1001" y="107"/>
                    <a:pt x="0" y="2643"/>
                    <a:pt x="100" y="2776"/>
                  </a:cubicBezTo>
                  <a:cubicBezTo>
                    <a:pt x="164" y="2904"/>
                    <a:pt x="1083" y="3245"/>
                    <a:pt x="1308" y="3245"/>
                  </a:cubicBezTo>
                  <a:cubicBezTo>
                    <a:pt x="1319" y="3245"/>
                    <a:pt x="1327" y="3244"/>
                    <a:pt x="1335" y="3243"/>
                  </a:cubicBezTo>
                  <a:cubicBezTo>
                    <a:pt x="1501" y="3176"/>
                    <a:pt x="2402" y="608"/>
                    <a:pt x="2402" y="474"/>
                  </a:cubicBezTo>
                  <a:cubicBezTo>
                    <a:pt x="2340" y="412"/>
                    <a:pt x="1405" y="1"/>
                    <a:pt x="117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0"/>
            <p:cNvSpPr/>
            <p:nvPr/>
          </p:nvSpPr>
          <p:spPr>
            <a:xfrm>
              <a:off x="4492550" y="2459350"/>
              <a:ext cx="59225" cy="80500"/>
            </a:xfrm>
            <a:custGeom>
              <a:rect b="b" l="l" r="r" t="t"/>
              <a:pathLst>
                <a:path extrusionOk="0" h="3220" w="2369">
                  <a:moveTo>
                    <a:pt x="1197" y="1"/>
                  </a:moveTo>
                  <a:cubicBezTo>
                    <a:pt x="1169" y="1"/>
                    <a:pt x="1147" y="5"/>
                    <a:pt x="1134" y="15"/>
                  </a:cubicBezTo>
                  <a:cubicBezTo>
                    <a:pt x="1001" y="81"/>
                    <a:pt x="0" y="2650"/>
                    <a:pt x="100" y="2750"/>
                  </a:cubicBezTo>
                  <a:cubicBezTo>
                    <a:pt x="164" y="2878"/>
                    <a:pt x="1083" y="3219"/>
                    <a:pt x="1309" y="3219"/>
                  </a:cubicBezTo>
                  <a:cubicBezTo>
                    <a:pt x="1319" y="3219"/>
                    <a:pt x="1327" y="3218"/>
                    <a:pt x="1335" y="3217"/>
                  </a:cubicBezTo>
                  <a:cubicBezTo>
                    <a:pt x="1501" y="3184"/>
                    <a:pt x="2369" y="582"/>
                    <a:pt x="2369" y="482"/>
                  </a:cubicBezTo>
                  <a:cubicBezTo>
                    <a:pt x="2339" y="391"/>
                    <a:pt x="1463"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0"/>
            <p:cNvSpPr/>
            <p:nvPr/>
          </p:nvSpPr>
          <p:spPr>
            <a:xfrm>
              <a:off x="4625975" y="2510400"/>
              <a:ext cx="60900" cy="80450"/>
            </a:xfrm>
            <a:custGeom>
              <a:rect b="b" l="l" r="r" t="t"/>
              <a:pathLst>
                <a:path extrusionOk="0" h="3218" w="2436">
                  <a:moveTo>
                    <a:pt x="1176" y="0"/>
                  </a:moveTo>
                  <a:cubicBezTo>
                    <a:pt x="1158" y="0"/>
                    <a:pt x="1144" y="3"/>
                    <a:pt x="1135" y="7"/>
                  </a:cubicBezTo>
                  <a:cubicBezTo>
                    <a:pt x="1001" y="107"/>
                    <a:pt x="0" y="2643"/>
                    <a:pt x="101" y="2776"/>
                  </a:cubicBezTo>
                  <a:cubicBezTo>
                    <a:pt x="162" y="2868"/>
                    <a:pt x="1021" y="3217"/>
                    <a:pt x="1283" y="3217"/>
                  </a:cubicBezTo>
                  <a:cubicBezTo>
                    <a:pt x="1305" y="3217"/>
                    <a:pt x="1322" y="3215"/>
                    <a:pt x="1335" y="3210"/>
                  </a:cubicBezTo>
                  <a:cubicBezTo>
                    <a:pt x="1502" y="3176"/>
                    <a:pt x="2436" y="608"/>
                    <a:pt x="2369" y="474"/>
                  </a:cubicBezTo>
                  <a:cubicBezTo>
                    <a:pt x="2338" y="381"/>
                    <a:pt x="1414" y="0"/>
                    <a:pt x="117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0"/>
            <p:cNvSpPr/>
            <p:nvPr/>
          </p:nvSpPr>
          <p:spPr>
            <a:xfrm>
              <a:off x="4675175" y="2529400"/>
              <a:ext cx="60075" cy="80500"/>
            </a:xfrm>
            <a:custGeom>
              <a:rect b="b" l="l" r="r" t="t"/>
              <a:pathLst>
                <a:path extrusionOk="0" h="3220" w="2403">
                  <a:moveTo>
                    <a:pt x="1189" y="1"/>
                  </a:moveTo>
                  <a:cubicBezTo>
                    <a:pt x="1163" y="1"/>
                    <a:pt x="1144" y="5"/>
                    <a:pt x="1135" y="15"/>
                  </a:cubicBezTo>
                  <a:cubicBezTo>
                    <a:pt x="1001" y="81"/>
                    <a:pt x="1" y="2616"/>
                    <a:pt x="67" y="2750"/>
                  </a:cubicBezTo>
                  <a:cubicBezTo>
                    <a:pt x="163" y="2878"/>
                    <a:pt x="1083" y="3219"/>
                    <a:pt x="1309" y="3219"/>
                  </a:cubicBezTo>
                  <a:cubicBezTo>
                    <a:pt x="1319" y="3219"/>
                    <a:pt x="1328" y="3218"/>
                    <a:pt x="1335" y="3217"/>
                  </a:cubicBezTo>
                  <a:cubicBezTo>
                    <a:pt x="1502" y="3184"/>
                    <a:pt x="2402" y="582"/>
                    <a:pt x="2369" y="448"/>
                  </a:cubicBezTo>
                  <a:cubicBezTo>
                    <a:pt x="2339" y="388"/>
                    <a:pt x="1437" y="1"/>
                    <a:pt x="1189"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40"/>
            <p:cNvSpPr/>
            <p:nvPr/>
          </p:nvSpPr>
          <p:spPr>
            <a:xfrm>
              <a:off x="4724375" y="2547925"/>
              <a:ext cx="60075" cy="80450"/>
            </a:xfrm>
            <a:custGeom>
              <a:rect b="b" l="l" r="r" t="t"/>
              <a:pathLst>
                <a:path extrusionOk="0" h="3218" w="2403">
                  <a:moveTo>
                    <a:pt x="1144" y="1"/>
                  </a:moveTo>
                  <a:cubicBezTo>
                    <a:pt x="1125" y="1"/>
                    <a:pt x="1111" y="3"/>
                    <a:pt x="1101" y="7"/>
                  </a:cubicBezTo>
                  <a:cubicBezTo>
                    <a:pt x="1001" y="108"/>
                    <a:pt x="1" y="2643"/>
                    <a:pt x="67" y="2776"/>
                  </a:cubicBezTo>
                  <a:cubicBezTo>
                    <a:pt x="160" y="2869"/>
                    <a:pt x="1021" y="3217"/>
                    <a:pt x="1283" y="3217"/>
                  </a:cubicBezTo>
                  <a:cubicBezTo>
                    <a:pt x="1305" y="3217"/>
                    <a:pt x="1322" y="3215"/>
                    <a:pt x="1335" y="3210"/>
                  </a:cubicBezTo>
                  <a:cubicBezTo>
                    <a:pt x="1502" y="3176"/>
                    <a:pt x="2402" y="608"/>
                    <a:pt x="2369" y="474"/>
                  </a:cubicBezTo>
                  <a:cubicBezTo>
                    <a:pt x="2338" y="381"/>
                    <a:pt x="1385" y="1"/>
                    <a:pt x="1144"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0"/>
            <p:cNvSpPr/>
            <p:nvPr/>
          </p:nvSpPr>
          <p:spPr>
            <a:xfrm>
              <a:off x="4772750" y="2566925"/>
              <a:ext cx="60900" cy="80500"/>
            </a:xfrm>
            <a:custGeom>
              <a:rect b="b" l="l" r="r" t="t"/>
              <a:pathLst>
                <a:path extrusionOk="0" h="3220" w="2436">
                  <a:moveTo>
                    <a:pt x="1197" y="1"/>
                  </a:moveTo>
                  <a:cubicBezTo>
                    <a:pt x="1169" y="1"/>
                    <a:pt x="1147" y="5"/>
                    <a:pt x="1134" y="15"/>
                  </a:cubicBezTo>
                  <a:cubicBezTo>
                    <a:pt x="1001" y="81"/>
                    <a:pt x="0" y="2617"/>
                    <a:pt x="100" y="2750"/>
                  </a:cubicBezTo>
                  <a:cubicBezTo>
                    <a:pt x="164" y="2878"/>
                    <a:pt x="1083" y="3219"/>
                    <a:pt x="1309" y="3219"/>
                  </a:cubicBezTo>
                  <a:cubicBezTo>
                    <a:pt x="1319" y="3219"/>
                    <a:pt x="1327" y="3218"/>
                    <a:pt x="1335" y="3217"/>
                  </a:cubicBezTo>
                  <a:cubicBezTo>
                    <a:pt x="1501" y="3184"/>
                    <a:pt x="2435" y="582"/>
                    <a:pt x="2402" y="448"/>
                  </a:cubicBezTo>
                  <a:cubicBezTo>
                    <a:pt x="2342" y="388"/>
                    <a:pt x="1464"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0"/>
            <p:cNvSpPr/>
            <p:nvPr/>
          </p:nvSpPr>
          <p:spPr>
            <a:xfrm>
              <a:off x="4907850" y="2617800"/>
              <a:ext cx="59225" cy="80475"/>
            </a:xfrm>
            <a:custGeom>
              <a:rect b="b" l="l" r="r" t="t"/>
              <a:pathLst>
                <a:path extrusionOk="0" h="3219" w="2369">
                  <a:moveTo>
                    <a:pt x="1164" y="1"/>
                  </a:moveTo>
                  <a:cubicBezTo>
                    <a:pt x="1135" y="1"/>
                    <a:pt x="1114" y="5"/>
                    <a:pt x="1101" y="14"/>
                  </a:cubicBezTo>
                  <a:cubicBezTo>
                    <a:pt x="1001" y="81"/>
                    <a:pt x="0" y="2650"/>
                    <a:pt x="67" y="2750"/>
                  </a:cubicBezTo>
                  <a:cubicBezTo>
                    <a:pt x="163" y="2877"/>
                    <a:pt x="1083" y="3219"/>
                    <a:pt x="1308" y="3219"/>
                  </a:cubicBezTo>
                  <a:cubicBezTo>
                    <a:pt x="1319" y="3219"/>
                    <a:pt x="1327" y="3218"/>
                    <a:pt x="1334" y="3217"/>
                  </a:cubicBezTo>
                  <a:cubicBezTo>
                    <a:pt x="1501" y="3183"/>
                    <a:pt x="2369" y="582"/>
                    <a:pt x="2369" y="481"/>
                  </a:cubicBezTo>
                  <a:cubicBezTo>
                    <a:pt x="2338" y="391"/>
                    <a:pt x="1436" y="1"/>
                    <a:pt x="1164"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0"/>
            <p:cNvSpPr/>
            <p:nvPr/>
          </p:nvSpPr>
          <p:spPr>
            <a:xfrm>
              <a:off x="4956200" y="2636325"/>
              <a:ext cx="60900" cy="81150"/>
            </a:xfrm>
            <a:custGeom>
              <a:rect b="b" l="l" r="r" t="t"/>
              <a:pathLst>
                <a:path extrusionOk="0" h="3246" w="2436">
                  <a:moveTo>
                    <a:pt x="1173" y="1"/>
                  </a:moveTo>
                  <a:cubicBezTo>
                    <a:pt x="1157" y="1"/>
                    <a:pt x="1144" y="3"/>
                    <a:pt x="1135" y="7"/>
                  </a:cubicBezTo>
                  <a:cubicBezTo>
                    <a:pt x="1002" y="107"/>
                    <a:pt x="1" y="2643"/>
                    <a:pt x="101" y="2776"/>
                  </a:cubicBezTo>
                  <a:cubicBezTo>
                    <a:pt x="165" y="2904"/>
                    <a:pt x="1084" y="3245"/>
                    <a:pt x="1309" y="3245"/>
                  </a:cubicBezTo>
                  <a:cubicBezTo>
                    <a:pt x="1319" y="3245"/>
                    <a:pt x="1328" y="3244"/>
                    <a:pt x="1335" y="3243"/>
                  </a:cubicBezTo>
                  <a:cubicBezTo>
                    <a:pt x="1502" y="3143"/>
                    <a:pt x="2436" y="608"/>
                    <a:pt x="2403" y="474"/>
                  </a:cubicBezTo>
                  <a:cubicBezTo>
                    <a:pt x="2340" y="412"/>
                    <a:pt x="1406" y="1"/>
                    <a:pt x="117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0"/>
            <p:cNvSpPr/>
            <p:nvPr/>
          </p:nvSpPr>
          <p:spPr>
            <a:xfrm>
              <a:off x="5005400" y="2655325"/>
              <a:ext cx="60925" cy="80475"/>
            </a:xfrm>
            <a:custGeom>
              <a:rect b="b" l="l" r="r" t="t"/>
              <a:pathLst>
                <a:path extrusionOk="0" h="3219" w="2437">
                  <a:moveTo>
                    <a:pt x="1197" y="1"/>
                  </a:moveTo>
                  <a:cubicBezTo>
                    <a:pt x="1169" y="1"/>
                    <a:pt x="1148" y="5"/>
                    <a:pt x="1135" y="15"/>
                  </a:cubicBezTo>
                  <a:cubicBezTo>
                    <a:pt x="1002" y="81"/>
                    <a:pt x="1" y="2650"/>
                    <a:pt x="101" y="2750"/>
                  </a:cubicBezTo>
                  <a:cubicBezTo>
                    <a:pt x="165" y="2878"/>
                    <a:pt x="1084" y="3219"/>
                    <a:pt x="1309" y="3219"/>
                  </a:cubicBezTo>
                  <a:cubicBezTo>
                    <a:pt x="1319" y="3219"/>
                    <a:pt x="1328" y="3218"/>
                    <a:pt x="1335" y="3217"/>
                  </a:cubicBezTo>
                  <a:cubicBezTo>
                    <a:pt x="1502" y="3150"/>
                    <a:pt x="2436" y="582"/>
                    <a:pt x="2369" y="482"/>
                  </a:cubicBezTo>
                  <a:cubicBezTo>
                    <a:pt x="2339" y="391"/>
                    <a:pt x="1464" y="1"/>
                    <a:pt x="119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0"/>
            <p:cNvSpPr/>
            <p:nvPr/>
          </p:nvSpPr>
          <p:spPr>
            <a:xfrm>
              <a:off x="4013875" y="2572275"/>
              <a:ext cx="146800" cy="64250"/>
            </a:xfrm>
            <a:custGeom>
              <a:rect b="b" l="l" r="r" t="t"/>
              <a:pathLst>
                <a:path extrusionOk="0" h="2570" w="5872">
                  <a:moveTo>
                    <a:pt x="134" y="1"/>
                  </a:moveTo>
                  <a:lnTo>
                    <a:pt x="0" y="401"/>
                  </a:lnTo>
                  <a:lnTo>
                    <a:pt x="5704" y="2569"/>
                  </a:lnTo>
                  <a:lnTo>
                    <a:pt x="5871" y="2202"/>
                  </a:lnTo>
                  <a:lnTo>
                    <a:pt x="1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40"/>
            <p:cNvSpPr/>
            <p:nvPr/>
          </p:nvSpPr>
          <p:spPr>
            <a:xfrm>
              <a:off x="4992375" y="2467100"/>
              <a:ext cx="1323175" cy="1758050"/>
            </a:xfrm>
            <a:custGeom>
              <a:rect b="b" l="l" r="r" t="t"/>
              <a:pathLst>
                <a:path extrusionOk="0" h="70322" w="52927">
                  <a:moveTo>
                    <a:pt x="13465" y="8211"/>
                  </a:moveTo>
                  <a:cubicBezTo>
                    <a:pt x="13865" y="8511"/>
                    <a:pt x="14365" y="8711"/>
                    <a:pt x="14966" y="8844"/>
                  </a:cubicBezTo>
                  <a:cubicBezTo>
                    <a:pt x="15966" y="10679"/>
                    <a:pt x="17401" y="11880"/>
                    <a:pt x="19702" y="13047"/>
                  </a:cubicBezTo>
                  <a:cubicBezTo>
                    <a:pt x="18401" y="15216"/>
                    <a:pt x="17401" y="17451"/>
                    <a:pt x="16300" y="19119"/>
                  </a:cubicBezTo>
                  <a:cubicBezTo>
                    <a:pt x="14365" y="15916"/>
                    <a:pt x="12897" y="12514"/>
                    <a:pt x="11163" y="9445"/>
                  </a:cubicBezTo>
                  <a:cubicBezTo>
                    <a:pt x="11963" y="9078"/>
                    <a:pt x="12731" y="8678"/>
                    <a:pt x="13465" y="8211"/>
                  </a:cubicBezTo>
                  <a:close/>
                  <a:moveTo>
                    <a:pt x="15006" y="0"/>
                  </a:moveTo>
                  <a:cubicBezTo>
                    <a:pt x="13668" y="0"/>
                    <a:pt x="11997" y="638"/>
                    <a:pt x="10629" y="1306"/>
                  </a:cubicBezTo>
                  <a:lnTo>
                    <a:pt x="8728" y="6243"/>
                  </a:lnTo>
                  <a:lnTo>
                    <a:pt x="7360" y="5008"/>
                  </a:lnTo>
                  <a:cubicBezTo>
                    <a:pt x="6097" y="3979"/>
                    <a:pt x="4872" y="3544"/>
                    <a:pt x="3809" y="3544"/>
                  </a:cubicBezTo>
                  <a:cubicBezTo>
                    <a:pt x="1531" y="3544"/>
                    <a:pt x="0" y="5543"/>
                    <a:pt x="455" y="7977"/>
                  </a:cubicBezTo>
                  <a:cubicBezTo>
                    <a:pt x="1122" y="11580"/>
                    <a:pt x="3024" y="15583"/>
                    <a:pt x="4291" y="17317"/>
                  </a:cubicBezTo>
                  <a:cubicBezTo>
                    <a:pt x="5492" y="19085"/>
                    <a:pt x="7694" y="22688"/>
                    <a:pt x="8628" y="24689"/>
                  </a:cubicBezTo>
                  <a:cubicBezTo>
                    <a:pt x="9528" y="26691"/>
                    <a:pt x="11063" y="32295"/>
                    <a:pt x="11063" y="32295"/>
                  </a:cubicBezTo>
                  <a:cubicBezTo>
                    <a:pt x="11430" y="37365"/>
                    <a:pt x="13064" y="43202"/>
                    <a:pt x="16400" y="49273"/>
                  </a:cubicBezTo>
                  <a:cubicBezTo>
                    <a:pt x="21137" y="59481"/>
                    <a:pt x="32545" y="70322"/>
                    <a:pt x="32545" y="70322"/>
                  </a:cubicBezTo>
                  <a:lnTo>
                    <a:pt x="52926" y="61082"/>
                  </a:lnTo>
                  <a:cubicBezTo>
                    <a:pt x="52893" y="60982"/>
                    <a:pt x="40217" y="50074"/>
                    <a:pt x="39150" y="46872"/>
                  </a:cubicBezTo>
                  <a:cubicBezTo>
                    <a:pt x="37815" y="43936"/>
                    <a:pt x="36581" y="40067"/>
                    <a:pt x="36414" y="36431"/>
                  </a:cubicBezTo>
                  <a:cubicBezTo>
                    <a:pt x="36214" y="32762"/>
                    <a:pt x="36014" y="14916"/>
                    <a:pt x="34880" y="12681"/>
                  </a:cubicBezTo>
                  <a:cubicBezTo>
                    <a:pt x="33746" y="10412"/>
                    <a:pt x="18568" y="105"/>
                    <a:pt x="15199" y="5"/>
                  </a:cubicBezTo>
                  <a:cubicBezTo>
                    <a:pt x="15136" y="2"/>
                    <a:pt x="15071" y="0"/>
                    <a:pt x="15006"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0"/>
            <p:cNvSpPr/>
            <p:nvPr/>
          </p:nvSpPr>
          <p:spPr>
            <a:xfrm>
              <a:off x="5472400" y="2935875"/>
              <a:ext cx="220200" cy="125950"/>
            </a:xfrm>
            <a:custGeom>
              <a:rect b="b" l="l" r="r" t="t"/>
              <a:pathLst>
                <a:path extrusionOk="0" h="5038" w="8808">
                  <a:moveTo>
                    <a:pt x="8674" y="1"/>
                  </a:moveTo>
                  <a:cubicBezTo>
                    <a:pt x="3904" y="1702"/>
                    <a:pt x="34" y="4671"/>
                    <a:pt x="1" y="4704"/>
                  </a:cubicBezTo>
                  <a:lnTo>
                    <a:pt x="268" y="5038"/>
                  </a:lnTo>
                  <a:cubicBezTo>
                    <a:pt x="301" y="5004"/>
                    <a:pt x="4104" y="2102"/>
                    <a:pt x="8807" y="368"/>
                  </a:cubicBezTo>
                  <a:lnTo>
                    <a:pt x="8674"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0"/>
            <p:cNvSpPr/>
            <p:nvPr/>
          </p:nvSpPr>
          <p:spPr>
            <a:xfrm>
              <a:off x="5395700" y="2941725"/>
              <a:ext cx="156800" cy="185975"/>
            </a:xfrm>
            <a:custGeom>
              <a:rect b="b" l="l" r="r" t="t"/>
              <a:pathLst>
                <a:path extrusionOk="0" h="7439" w="6272">
                  <a:moveTo>
                    <a:pt x="367" y="0"/>
                  </a:moveTo>
                  <a:lnTo>
                    <a:pt x="0" y="234"/>
                  </a:lnTo>
                  <a:cubicBezTo>
                    <a:pt x="100" y="467"/>
                    <a:pt x="3236" y="6305"/>
                    <a:pt x="6104" y="7439"/>
                  </a:cubicBezTo>
                  <a:lnTo>
                    <a:pt x="6271" y="7038"/>
                  </a:lnTo>
                  <a:cubicBezTo>
                    <a:pt x="3536" y="5938"/>
                    <a:pt x="400" y="67"/>
                    <a:pt x="367"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0"/>
            <p:cNvSpPr/>
            <p:nvPr/>
          </p:nvSpPr>
          <p:spPr>
            <a:xfrm>
              <a:off x="5484925" y="2779925"/>
              <a:ext cx="88425" cy="20875"/>
            </a:xfrm>
            <a:custGeom>
              <a:rect b="b" l="l" r="r" t="t"/>
              <a:pathLst>
                <a:path extrusionOk="0" h="835" w="3537">
                  <a:moveTo>
                    <a:pt x="3436" y="1"/>
                  </a:moveTo>
                  <a:cubicBezTo>
                    <a:pt x="2329" y="339"/>
                    <a:pt x="1412" y="412"/>
                    <a:pt x="822" y="412"/>
                  </a:cubicBezTo>
                  <a:cubicBezTo>
                    <a:pt x="362" y="412"/>
                    <a:pt x="100" y="368"/>
                    <a:pt x="100" y="368"/>
                  </a:cubicBezTo>
                  <a:lnTo>
                    <a:pt x="0" y="768"/>
                  </a:lnTo>
                  <a:cubicBezTo>
                    <a:pt x="0" y="768"/>
                    <a:pt x="301" y="835"/>
                    <a:pt x="801" y="835"/>
                  </a:cubicBezTo>
                  <a:cubicBezTo>
                    <a:pt x="1435" y="835"/>
                    <a:pt x="2335" y="735"/>
                    <a:pt x="3536" y="401"/>
                  </a:cubicBezTo>
                  <a:lnTo>
                    <a:pt x="3436"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0"/>
            <p:cNvSpPr/>
            <p:nvPr/>
          </p:nvSpPr>
          <p:spPr>
            <a:xfrm>
              <a:off x="5325650" y="2618975"/>
              <a:ext cx="29200" cy="57575"/>
            </a:xfrm>
            <a:custGeom>
              <a:rect b="b" l="l" r="r" t="t"/>
              <a:pathLst>
                <a:path extrusionOk="0" h="2303" w="1168">
                  <a:moveTo>
                    <a:pt x="1001" y="1"/>
                  </a:moveTo>
                  <a:lnTo>
                    <a:pt x="567" y="34"/>
                  </a:lnTo>
                  <a:cubicBezTo>
                    <a:pt x="734" y="1268"/>
                    <a:pt x="33" y="1969"/>
                    <a:pt x="0" y="2002"/>
                  </a:cubicBezTo>
                  <a:lnTo>
                    <a:pt x="300" y="2302"/>
                  </a:lnTo>
                  <a:cubicBezTo>
                    <a:pt x="300" y="2269"/>
                    <a:pt x="1168" y="1368"/>
                    <a:pt x="1001"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0"/>
            <p:cNvSpPr/>
            <p:nvPr/>
          </p:nvSpPr>
          <p:spPr>
            <a:xfrm>
              <a:off x="5364000" y="2659850"/>
              <a:ext cx="34225" cy="33375"/>
            </a:xfrm>
            <a:custGeom>
              <a:rect b="b" l="l" r="r" t="t"/>
              <a:pathLst>
                <a:path extrusionOk="0" h="1335" w="1369">
                  <a:moveTo>
                    <a:pt x="1001" y="0"/>
                  </a:moveTo>
                  <a:cubicBezTo>
                    <a:pt x="701" y="634"/>
                    <a:pt x="1" y="968"/>
                    <a:pt x="1" y="968"/>
                  </a:cubicBezTo>
                  <a:lnTo>
                    <a:pt x="167" y="1335"/>
                  </a:lnTo>
                  <a:cubicBezTo>
                    <a:pt x="201" y="1301"/>
                    <a:pt x="1035" y="901"/>
                    <a:pt x="1368" y="167"/>
                  </a:cubicBezTo>
                  <a:lnTo>
                    <a:pt x="1001"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0"/>
            <p:cNvSpPr/>
            <p:nvPr/>
          </p:nvSpPr>
          <p:spPr>
            <a:xfrm>
              <a:off x="5206400" y="2619825"/>
              <a:ext cx="69225" cy="86750"/>
            </a:xfrm>
            <a:custGeom>
              <a:rect b="b" l="l" r="r" t="t"/>
              <a:pathLst>
                <a:path extrusionOk="0" h="3470" w="2769">
                  <a:moveTo>
                    <a:pt x="334" y="0"/>
                  </a:moveTo>
                  <a:lnTo>
                    <a:pt x="0" y="267"/>
                  </a:lnTo>
                  <a:cubicBezTo>
                    <a:pt x="67" y="267"/>
                    <a:pt x="1468" y="2102"/>
                    <a:pt x="2435" y="3469"/>
                  </a:cubicBezTo>
                  <a:lnTo>
                    <a:pt x="2769" y="3269"/>
                  </a:lnTo>
                  <a:cubicBezTo>
                    <a:pt x="1801" y="1902"/>
                    <a:pt x="334" y="0"/>
                    <a:pt x="334"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0"/>
            <p:cNvSpPr/>
            <p:nvPr/>
          </p:nvSpPr>
          <p:spPr>
            <a:xfrm>
              <a:off x="4958700" y="2969225"/>
              <a:ext cx="191850" cy="186000"/>
            </a:xfrm>
            <a:custGeom>
              <a:rect b="b" l="l" r="r" t="t"/>
              <a:pathLst>
                <a:path extrusionOk="0" h="7440" w="7674">
                  <a:moveTo>
                    <a:pt x="7373" y="1"/>
                  </a:moveTo>
                  <a:cubicBezTo>
                    <a:pt x="6305" y="1168"/>
                    <a:pt x="4738" y="2169"/>
                    <a:pt x="2703" y="3036"/>
                  </a:cubicBezTo>
                  <a:lnTo>
                    <a:pt x="2636" y="3070"/>
                  </a:lnTo>
                  <a:lnTo>
                    <a:pt x="2569" y="3170"/>
                  </a:lnTo>
                  <a:cubicBezTo>
                    <a:pt x="1836" y="4638"/>
                    <a:pt x="1002" y="5938"/>
                    <a:pt x="1" y="7173"/>
                  </a:cubicBezTo>
                  <a:lnTo>
                    <a:pt x="335" y="7440"/>
                  </a:lnTo>
                  <a:cubicBezTo>
                    <a:pt x="1335" y="6139"/>
                    <a:pt x="2169" y="4838"/>
                    <a:pt x="2903" y="3403"/>
                  </a:cubicBezTo>
                  <a:cubicBezTo>
                    <a:pt x="5005" y="2536"/>
                    <a:pt x="6539" y="1502"/>
                    <a:pt x="7673" y="301"/>
                  </a:cubicBezTo>
                  <a:lnTo>
                    <a:pt x="7373" y="1"/>
                  </a:ln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0"/>
            <p:cNvSpPr/>
            <p:nvPr/>
          </p:nvSpPr>
          <p:spPr>
            <a:xfrm>
              <a:off x="5079625" y="3058475"/>
              <a:ext cx="121775" cy="216825"/>
            </a:xfrm>
            <a:custGeom>
              <a:rect b="b" l="l" r="r" t="t"/>
              <a:pathLst>
                <a:path extrusionOk="0" h="8673" w="4871">
                  <a:moveTo>
                    <a:pt x="4504" y="0"/>
                  </a:moveTo>
                  <a:cubicBezTo>
                    <a:pt x="3870" y="1434"/>
                    <a:pt x="2803" y="3069"/>
                    <a:pt x="1135" y="5137"/>
                  </a:cubicBezTo>
                  <a:lnTo>
                    <a:pt x="1" y="8573"/>
                  </a:lnTo>
                  <a:lnTo>
                    <a:pt x="401" y="8673"/>
                  </a:lnTo>
                  <a:lnTo>
                    <a:pt x="1468" y="5337"/>
                  </a:lnTo>
                  <a:cubicBezTo>
                    <a:pt x="3170" y="3269"/>
                    <a:pt x="4237" y="1635"/>
                    <a:pt x="4871" y="167"/>
                  </a:cubicBezTo>
                  <a:lnTo>
                    <a:pt x="4504" y="0"/>
                  </a:ln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0"/>
            <p:cNvSpPr/>
            <p:nvPr/>
          </p:nvSpPr>
          <p:spPr>
            <a:xfrm>
              <a:off x="4801100" y="3060125"/>
              <a:ext cx="69250" cy="88425"/>
            </a:xfrm>
            <a:custGeom>
              <a:rect b="b" l="l" r="r" t="t"/>
              <a:pathLst>
                <a:path extrusionOk="0" h="3537" w="2770">
                  <a:moveTo>
                    <a:pt x="2135" y="1"/>
                  </a:moveTo>
                  <a:lnTo>
                    <a:pt x="1969" y="368"/>
                  </a:lnTo>
                  <a:cubicBezTo>
                    <a:pt x="2035" y="401"/>
                    <a:pt x="2102" y="501"/>
                    <a:pt x="2135" y="568"/>
                  </a:cubicBezTo>
                  <a:cubicBezTo>
                    <a:pt x="2269" y="1068"/>
                    <a:pt x="1602" y="2169"/>
                    <a:pt x="1101" y="2803"/>
                  </a:cubicBezTo>
                  <a:lnTo>
                    <a:pt x="0" y="3170"/>
                  </a:lnTo>
                  <a:lnTo>
                    <a:pt x="134" y="3537"/>
                  </a:lnTo>
                  <a:lnTo>
                    <a:pt x="1335" y="3070"/>
                  </a:lnTo>
                  <a:lnTo>
                    <a:pt x="1368" y="3036"/>
                  </a:lnTo>
                  <a:cubicBezTo>
                    <a:pt x="1535" y="2870"/>
                    <a:pt x="2769" y="1335"/>
                    <a:pt x="2536" y="468"/>
                  </a:cubicBezTo>
                  <a:cubicBezTo>
                    <a:pt x="2502" y="234"/>
                    <a:pt x="2335" y="68"/>
                    <a:pt x="2135" y="1"/>
                  </a:cubicBez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0"/>
            <p:cNvSpPr/>
            <p:nvPr/>
          </p:nvSpPr>
          <p:spPr>
            <a:xfrm>
              <a:off x="4926200" y="3232750"/>
              <a:ext cx="61725" cy="115125"/>
            </a:xfrm>
            <a:custGeom>
              <a:rect b="b" l="l" r="r" t="t"/>
              <a:pathLst>
                <a:path extrusionOk="0" h="4605" w="2469">
                  <a:moveTo>
                    <a:pt x="967" y="1"/>
                  </a:moveTo>
                  <a:lnTo>
                    <a:pt x="967" y="434"/>
                  </a:lnTo>
                  <a:cubicBezTo>
                    <a:pt x="1134" y="434"/>
                    <a:pt x="1301" y="501"/>
                    <a:pt x="1401" y="635"/>
                  </a:cubicBezTo>
                  <a:cubicBezTo>
                    <a:pt x="1868" y="1168"/>
                    <a:pt x="1868" y="2603"/>
                    <a:pt x="1835" y="3270"/>
                  </a:cubicBezTo>
                  <a:cubicBezTo>
                    <a:pt x="1101" y="3470"/>
                    <a:pt x="467" y="3904"/>
                    <a:pt x="0" y="4270"/>
                  </a:cubicBezTo>
                  <a:lnTo>
                    <a:pt x="267" y="4604"/>
                  </a:lnTo>
                  <a:cubicBezTo>
                    <a:pt x="701" y="4204"/>
                    <a:pt x="1334" y="3803"/>
                    <a:pt x="2068" y="3637"/>
                  </a:cubicBezTo>
                  <a:lnTo>
                    <a:pt x="2202" y="3603"/>
                  </a:lnTo>
                  <a:lnTo>
                    <a:pt x="2202" y="3470"/>
                  </a:lnTo>
                  <a:cubicBezTo>
                    <a:pt x="2202" y="3336"/>
                    <a:pt x="2468" y="1235"/>
                    <a:pt x="1701" y="401"/>
                  </a:cubicBezTo>
                  <a:cubicBezTo>
                    <a:pt x="1534" y="134"/>
                    <a:pt x="1234" y="1"/>
                    <a:pt x="967" y="1"/>
                  </a:cubicBez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40"/>
            <p:cNvSpPr/>
            <p:nvPr/>
          </p:nvSpPr>
          <p:spPr>
            <a:xfrm>
              <a:off x="5103825" y="3235525"/>
              <a:ext cx="62550" cy="108175"/>
            </a:xfrm>
            <a:custGeom>
              <a:rect b="b" l="l" r="r" t="t"/>
              <a:pathLst>
                <a:path extrusionOk="0" h="4327" w="2502">
                  <a:moveTo>
                    <a:pt x="394" y="1"/>
                  </a:moveTo>
                  <a:cubicBezTo>
                    <a:pt x="289" y="1"/>
                    <a:pt x="180" y="8"/>
                    <a:pt x="67" y="23"/>
                  </a:cubicBezTo>
                  <a:lnTo>
                    <a:pt x="100" y="457"/>
                  </a:lnTo>
                  <a:cubicBezTo>
                    <a:pt x="205" y="439"/>
                    <a:pt x="306" y="430"/>
                    <a:pt x="403" y="430"/>
                  </a:cubicBezTo>
                  <a:cubicBezTo>
                    <a:pt x="1201" y="430"/>
                    <a:pt x="1734" y="1042"/>
                    <a:pt x="2002" y="2291"/>
                  </a:cubicBezTo>
                  <a:cubicBezTo>
                    <a:pt x="1068" y="2825"/>
                    <a:pt x="434" y="3426"/>
                    <a:pt x="0" y="4093"/>
                  </a:cubicBezTo>
                  <a:lnTo>
                    <a:pt x="334" y="4326"/>
                  </a:lnTo>
                  <a:cubicBezTo>
                    <a:pt x="734" y="3659"/>
                    <a:pt x="1401" y="3059"/>
                    <a:pt x="2368" y="2558"/>
                  </a:cubicBezTo>
                  <a:lnTo>
                    <a:pt x="2502" y="2492"/>
                  </a:lnTo>
                  <a:lnTo>
                    <a:pt x="2435" y="2358"/>
                  </a:lnTo>
                  <a:cubicBezTo>
                    <a:pt x="2131" y="778"/>
                    <a:pt x="1468" y="1"/>
                    <a:pt x="394" y="1"/>
                  </a:cubicBezTo>
                  <a:close/>
                </a:path>
              </a:pathLst>
            </a:custGeom>
            <a:solidFill>
              <a:srgbClr val="CC6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40"/>
            <p:cNvSpPr/>
            <p:nvPr/>
          </p:nvSpPr>
          <p:spPr>
            <a:xfrm>
              <a:off x="5008750" y="2573950"/>
              <a:ext cx="191825" cy="169325"/>
            </a:xfrm>
            <a:custGeom>
              <a:rect b="b" l="l" r="r" t="t"/>
              <a:pathLst>
                <a:path extrusionOk="0" h="6773" w="7673">
                  <a:moveTo>
                    <a:pt x="4037" y="1"/>
                  </a:moveTo>
                  <a:lnTo>
                    <a:pt x="4003" y="434"/>
                  </a:lnTo>
                  <a:cubicBezTo>
                    <a:pt x="4904" y="501"/>
                    <a:pt x="5871" y="1168"/>
                    <a:pt x="6572" y="2169"/>
                  </a:cubicBezTo>
                  <a:cubicBezTo>
                    <a:pt x="7039" y="2903"/>
                    <a:pt x="7206" y="3470"/>
                    <a:pt x="7139" y="3737"/>
                  </a:cubicBezTo>
                  <a:cubicBezTo>
                    <a:pt x="6914" y="4378"/>
                    <a:pt x="3293" y="6348"/>
                    <a:pt x="2336" y="6348"/>
                  </a:cubicBezTo>
                  <a:cubicBezTo>
                    <a:pt x="2298" y="6348"/>
                    <a:pt x="2264" y="6345"/>
                    <a:pt x="2235" y="6338"/>
                  </a:cubicBezTo>
                  <a:cubicBezTo>
                    <a:pt x="2069" y="6305"/>
                    <a:pt x="1735" y="5971"/>
                    <a:pt x="1401" y="5338"/>
                  </a:cubicBezTo>
                  <a:cubicBezTo>
                    <a:pt x="868" y="4337"/>
                    <a:pt x="467" y="2803"/>
                    <a:pt x="834" y="1802"/>
                  </a:cubicBezTo>
                  <a:lnTo>
                    <a:pt x="467" y="1635"/>
                  </a:lnTo>
                  <a:lnTo>
                    <a:pt x="467" y="1635"/>
                  </a:lnTo>
                  <a:cubicBezTo>
                    <a:pt x="0" y="2769"/>
                    <a:pt x="401" y="4437"/>
                    <a:pt x="1034" y="5571"/>
                  </a:cubicBezTo>
                  <a:cubicBezTo>
                    <a:pt x="1235" y="5971"/>
                    <a:pt x="1702" y="6639"/>
                    <a:pt x="2169" y="6772"/>
                  </a:cubicBezTo>
                  <a:lnTo>
                    <a:pt x="2335" y="6772"/>
                  </a:lnTo>
                  <a:cubicBezTo>
                    <a:pt x="3503" y="6772"/>
                    <a:pt x="7306" y="4671"/>
                    <a:pt x="7539" y="3837"/>
                  </a:cubicBezTo>
                  <a:cubicBezTo>
                    <a:pt x="7673" y="3436"/>
                    <a:pt x="7406" y="2669"/>
                    <a:pt x="6905" y="1969"/>
                  </a:cubicBezTo>
                  <a:cubicBezTo>
                    <a:pt x="6171" y="834"/>
                    <a:pt x="5071" y="101"/>
                    <a:pt x="4037"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40"/>
            <p:cNvSpPr/>
            <p:nvPr/>
          </p:nvSpPr>
          <p:spPr>
            <a:xfrm>
              <a:off x="5521625" y="3542975"/>
              <a:ext cx="612125" cy="625475"/>
            </a:xfrm>
            <a:custGeom>
              <a:rect b="b" l="l" r="r" t="t"/>
              <a:pathLst>
                <a:path extrusionOk="0" h="25019" w="24485">
                  <a:moveTo>
                    <a:pt x="18580" y="1"/>
                  </a:moveTo>
                  <a:lnTo>
                    <a:pt x="18580" y="1"/>
                  </a:lnTo>
                  <a:cubicBezTo>
                    <a:pt x="19033" y="2360"/>
                    <a:pt x="5046" y="18063"/>
                    <a:pt x="415" y="18063"/>
                  </a:cubicBezTo>
                  <a:cubicBezTo>
                    <a:pt x="267" y="18063"/>
                    <a:pt x="128" y="18047"/>
                    <a:pt x="0" y="18014"/>
                  </a:cubicBezTo>
                  <a:lnTo>
                    <a:pt x="0" y="18014"/>
                  </a:lnTo>
                  <a:lnTo>
                    <a:pt x="4236" y="25019"/>
                  </a:lnTo>
                  <a:cubicBezTo>
                    <a:pt x="14310" y="22517"/>
                    <a:pt x="24251" y="10341"/>
                    <a:pt x="24484" y="5171"/>
                  </a:cubicBezTo>
                  <a:lnTo>
                    <a:pt x="185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0"/>
            <p:cNvSpPr/>
            <p:nvPr/>
          </p:nvSpPr>
          <p:spPr>
            <a:xfrm>
              <a:off x="5603350" y="3647075"/>
              <a:ext cx="798925" cy="1803125"/>
            </a:xfrm>
            <a:custGeom>
              <a:rect b="b" l="l" r="r" t="t"/>
              <a:pathLst>
                <a:path extrusionOk="0" h="72125" w="31957">
                  <a:moveTo>
                    <a:pt x="20595" y="1"/>
                  </a:moveTo>
                  <a:cubicBezTo>
                    <a:pt x="20352" y="1"/>
                    <a:pt x="20148" y="73"/>
                    <a:pt x="20148" y="73"/>
                  </a:cubicBezTo>
                  <a:lnTo>
                    <a:pt x="21082" y="907"/>
                  </a:lnTo>
                  <a:cubicBezTo>
                    <a:pt x="20882" y="5777"/>
                    <a:pt x="5804" y="20554"/>
                    <a:pt x="801" y="20621"/>
                  </a:cubicBezTo>
                  <a:lnTo>
                    <a:pt x="267" y="19754"/>
                  </a:lnTo>
                  <a:cubicBezTo>
                    <a:pt x="100" y="19954"/>
                    <a:pt x="0" y="20221"/>
                    <a:pt x="167" y="20554"/>
                  </a:cubicBezTo>
                  <a:lnTo>
                    <a:pt x="25418" y="72125"/>
                  </a:lnTo>
                  <a:lnTo>
                    <a:pt x="31956" y="72125"/>
                  </a:lnTo>
                  <a:lnTo>
                    <a:pt x="31956" y="10380"/>
                  </a:lnTo>
                  <a:lnTo>
                    <a:pt x="21082" y="140"/>
                  </a:lnTo>
                  <a:cubicBezTo>
                    <a:pt x="20935" y="33"/>
                    <a:pt x="20756" y="1"/>
                    <a:pt x="205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0"/>
            <p:cNvSpPr/>
            <p:nvPr/>
          </p:nvSpPr>
          <p:spPr>
            <a:xfrm>
              <a:off x="5617525" y="4035825"/>
              <a:ext cx="54225" cy="54225"/>
            </a:xfrm>
            <a:custGeom>
              <a:rect b="b" l="l" r="r" t="t"/>
              <a:pathLst>
                <a:path extrusionOk="0" h="2169" w="2169">
                  <a:moveTo>
                    <a:pt x="1068" y="1"/>
                  </a:moveTo>
                  <a:cubicBezTo>
                    <a:pt x="500" y="1"/>
                    <a:pt x="0" y="468"/>
                    <a:pt x="0" y="1068"/>
                  </a:cubicBezTo>
                  <a:cubicBezTo>
                    <a:pt x="0" y="1669"/>
                    <a:pt x="500" y="2169"/>
                    <a:pt x="1068" y="2169"/>
                  </a:cubicBezTo>
                  <a:cubicBezTo>
                    <a:pt x="1668" y="2169"/>
                    <a:pt x="2168" y="1669"/>
                    <a:pt x="2168" y="1068"/>
                  </a:cubicBezTo>
                  <a:cubicBezTo>
                    <a:pt x="2168" y="501"/>
                    <a:pt x="1668" y="1"/>
                    <a:pt x="1068" y="1"/>
                  </a:cubicBez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0" name="Shape 1010"/>
        <p:cNvGrpSpPr/>
        <p:nvPr/>
      </p:nvGrpSpPr>
      <p:grpSpPr>
        <a:xfrm>
          <a:off x="0" y="0"/>
          <a:ext cx="0" cy="0"/>
          <a:chOff x="0" y="0"/>
          <a:chExt cx="0" cy="0"/>
        </a:xfrm>
      </p:grpSpPr>
      <p:grpSp>
        <p:nvGrpSpPr>
          <p:cNvPr id="1011" name="Google Shape;1011;p41"/>
          <p:cNvGrpSpPr/>
          <p:nvPr/>
        </p:nvGrpSpPr>
        <p:grpSpPr>
          <a:xfrm>
            <a:off x="-244" y="24"/>
            <a:ext cx="9144155" cy="5165694"/>
            <a:chOff x="-244" y="24"/>
            <a:chExt cx="9144155" cy="5165694"/>
          </a:xfrm>
        </p:grpSpPr>
        <p:sp>
          <p:nvSpPr>
            <p:cNvPr id="1012" name="Google Shape;1012;p41"/>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1"/>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4" name="Google Shape;1014;p41"/>
          <p:cNvGrpSpPr/>
          <p:nvPr/>
        </p:nvGrpSpPr>
        <p:grpSpPr>
          <a:xfrm>
            <a:off x="303630" y="306525"/>
            <a:ext cx="8536741" cy="4552701"/>
            <a:chOff x="2434200" y="841500"/>
            <a:chExt cx="4622450" cy="3053250"/>
          </a:xfrm>
        </p:grpSpPr>
        <p:sp>
          <p:nvSpPr>
            <p:cNvPr id="1015" name="Google Shape;1015;p41"/>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1"/>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7" name="Google Shape;1017;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018" name="Google Shape;1018;p41"/>
          <p:cNvGrpSpPr/>
          <p:nvPr/>
        </p:nvGrpSpPr>
        <p:grpSpPr>
          <a:xfrm>
            <a:off x="16859" y="89405"/>
            <a:ext cx="452039" cy="524114"/>
            <a:chOff x="5815634" y="1650855"/>
            <a:chExt cx="452039" cy="524114"/>
          </a:xfrm>
        </p:grpSpPr>
        <p:sp>
          <p:nvSpPr>
            <p:cNvPr id="1019" name="Google Shape;1019;p41"/>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41"/>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1"/>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1"/>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41"/>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1"/>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5" name="Google Shape;1025;p41"/>
          <p:cNvGrpSpPr/>
          <p:nvPr/>
        </p:nvGrpSpPr>
        <p:grpSpPr>
          <a:xfrm>
            <a:off x="8635809" y="4566605"/>
            <a:ext cx="452039" cy="524114"/>
            <a:chOff x="5815634" y="1650855"/>
            <a:chExt cx="452039" cy="524114"/>
          </a:xfrm>
        </p:grpSpPr>
        <p:sp>
          <p:nvSpPr>
            <p:cNvPr id="1026" name="Google Shape;1026;p41"/>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1"/>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1"/>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41"/>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1"/>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41"/>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2" name="Google Shape;1032;p41"/>
          <p:cNvGrpSpPr/>
          <p:nvPr/>
        </p:nvGrpSpPr>
        <p:grpSpPr>
          <a:xfrm>
            <a:off x="8635809" y="3938780"/>
            <a:ext cx="452039" cy="524114"/>
            <a:chOff x="5815634" y="1650855"/>
            <a:chExt cx="452039" cy="524114"/>
          </a:xfrm>
        </p:grpSpPr>
        <p:sp>
          <p:nvSpPr>
            <p:cNvPr id="1033" name="Google Shape;1033;p41"/>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1"/>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41"/>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41"/>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41"/>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41"/>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9" name="Shape 1039"/>
        <p:cNvGrpSpPr/>
        <p:nvPr/>
      </p:nvGrpSpPr>
      <p:grpSpPr>
        <a:xfrm>
          <a:off x="0" y="0"/>
          <a:ext cx="0" cy="0"/>
          <a:chOff x="0" y="0"/>
          <a:chExt cx="0" cy="0"/>
        </a:xfrm>
      </p:grpSpPr>
      <p:grpSp>
        <p:nvGrpSpPr>
          <p:cNvPr id="1040" name="Google Shape;1040;p42"/>
          <p:cNvGrpSpPr/>
          <p:nvPr/>
        </p:nvGrpSpPr>
        <p:grpSpPr>
          <a:xfrm>
            <a:off x="-244" y="24"/>
            <a:ext cx="9144155" cy="5165694"/>
            <a:chOff x="-244" y="24"/>
            <a:chExt cx="9144155" cy="5165694"/>
          </a:xfrm>
        </p:grpSpPr>
        <p:sp>
          <p:nvSpPr>
            <p:cNvPr id="1041" name="Google Shape;1041;p42"/>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2"/>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3" name="Google Shape;1043;p42"/>
          <p:cNvGrpSpPr/>
          <p:nvPr/>
        </p:nvGrpSpPr>
        <p:grpSpPr>
          <a:xfrm>
            <a:off x="303630" y="306525"/>
            <a:ext cx="8536741" cy="4552701"/>
            <a:chOff x="2434200" y="841500"/>
            <a:chExt cx="4622450" cy="3053250"/>
          </a:xfrm>
        </p:grpSpPr>
        <p:sp>
          <p:nvSpPr>
            <p:cNvPr id="1044" name="Google Shape;1044;p42"/>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2"/>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6" name="Google Shape;1046;p42"/>
          <p:cNvSpPr txBox="1"/>
          <p:nvPr>
            <p:ph type="title"/>
          </p:nvPr>
        </p:nvSpPr>
        <p:spPr>
          <a:xfrm>
            <a:off x="2688900" y="1706700"/>
            <a:ext cx="3766200" cy="787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47" name="Google Shape;1047;p42"/>
          <p:cNvSpPr txBox="1"/>
          <p:nvPr>
            <p:ph idx="1" type="subTitle"/>
          </p:nvPr>
        </p:nvSpPr>
        <p:spPr>
          <a:xfrm>
            <a:off x="2194950" y="2371175"/>
            <a:ext cx="4754100" cy="9423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048" name="Google Shape;104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049" name="Google Shape;1049;p42"/>
          <p:cNvGrpSpPr/>
          <p:nvPr/>
        </p:nvGrpSpPr>
        <p:grpSpPr>
          <a:xfrm>
            <a:off x="5559284" y="105617"/>
            <a:ext cx="452039" cy="524114"/>
            <a:chOff x="5815634" y="1650855"/>
            <a:chExt cx="452039" cy="524114"/>
          </a:xfrm>
        </p:grpSpPr>
        <p:sp>
          <p:nvSpPr>
            <p:cNvPr id="1050" name="Google Shape;1050;p4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4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4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4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6" name="Google Shape;1056;p42"/>
          <p:cNvGrpSpPr/>
          <p:nvPr/>
        </p:nvGrpSpPr>
        <p:grpSpPr>
          <a:xfrm>
            <a:off x="6560209" y="4534017"/>
            <a:ext cx="452039" cy="524114"/>
            <a:chOff x="5815634" y="1650855"/>
            <a:chExt cx="452039" cy="524114"/>
          </a:xfrm>
        </p:grpSpPr>
        <p:sp>
          <p:nvSpPr>
            <p:cNvPr id="1057" name="Google Shape;1057;p4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4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4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4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4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4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3" name="Google Shape;1063;p42"/>
          <p:cNvGrpSpPr/>
          <p:nvPr/>
        </p:nvGrpSpPr>
        <p:grpSpPr>
          <a:xfrm>
            <a:off x="8494834" y="1346892"/>
            <a:ext cx="452039" cy="524114"/>
            <a:chOff x="5815634" y="1650855"/>
            <a:chExt cx="452039" cy="524114"/>
          </a:xfrm>
        </p:grpSpPr>
        <p:sp>
          <p:nvSpPr>
            <p:cNvPr id="1064" name="Google Shape;1064;p4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4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4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4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4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70" name="Shape 1070"/>
        <p:cNvGrpSpPr/>
        <p:nvPr/>
      </p:nvGrpSpPr>
      <p:grpSpPr>
        <a:xfrm>
          <a:off x="0" y="0"/>
          <a:ext cx="0" cy="0"/>
          <a:chOff x="0" y="0"/>
          <a:chExt cx="0" cy="0"/>
        </a:xfrm>
      </p:grpSpPr>
      <p:grpSp>
        <p:nvGrpSpPr>
          <p:cNvPr id="1071" name="Google Shape;1071;p43"/>
          <p:cNvGrpSpPr/>
          <p:nvPr/>
        </p:nvGrpSpPr>
        <p:grpSpPr>
          <a:xfrm>
            <a:off x="-244" y="24"/>
            <a:ext cx="9144155" cy="5165694"/>
            <a:chOff x="-244" y="24"/>
            <a:chExt cx="9144155" cy="5165694"/>
          </a:xfrm>
        </p:grpSpPr>
        <p:sp>
          <p:nvSpPr>
            <p:cNvPr id="1072" name="Google Shape;1072;p43"/>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3"/>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4" name="Google Shape;1074;p43"/>
          <p:cNvGrpSpPr/>
          <p:nvPr/>
        </p:nvGrpSpPr>
        <p:grpSpPr>
          <a:xfrm>
            <a:off x="303630" y="306525"/>
            <a:ext cx="8536741" cy="4552701"/>
            <a:chOff x="2434200" y="841500"/>
            <a:chExt cx="4622450" cy="3053250"/>
          </a:xfrm>
        </p:grpSpPr>
        <p:sp>
          <p:nvSpPr>
            <p:cNvPr id="1075" name="Google Shape;1075;p43"/>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3"/>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7" name="Google Shape;1077;p43"/>
          <p:cNvSpPr txBox="1"/>
          <p:nvPr>
            <p:ph type="title"/>
          </p:nvPr>
        </p:nvSpPr>
        <p:spPr>
          <a:xfrm>
            <a:off x="720000" y="846000"/>
            <a:ext cx="4714800" cy="25371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8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78" name="Google Shape;107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079" name="Google Shape;1079;p43"/>
          <p:cNvGrpSpPr/>
          <p:nvPr/>
        </p:nvGrpSpPr>
        <p:grpSpPr>
          <a:xfrm>
            <a:off x="3626334" y="4513380"/>
            <a:ext cx="452039" cy="524114"/>
            <a:chOff x="5815634" y="1650855"/>
            <a:chExt cx="452039" cy="524114"/>
          </a:xfrm>
        </p:grpSpPr>
        <p:sp>
          <p:nvSpPr>
            <p:cNvPr id="1080" name="Google Shape;1080;p43"/>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43"/>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43"/>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43"/>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3"/>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43"/>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6" name="Google Shape;1086;p43"/>
          <p:cNvGrpSpPr/>
          <p:nvPr/>
        </p:nvGrpSpPr>
        <p:grpSpPr>
          <a:xfrm>
            <a:off x="8479313" y="2956411"/>
            <a:ext cx="452735" cy="524789"/>
            <a:chOff x="8479313" y="2956411"/>
            <a:chExt cx="452735" cy="524789"/>
          </a:xfrm>
        </p:grpSpPr>
        <p:sp>
          <p:nvSpPr>
            <p:cNvPr id="1087" name="Google Shape;1087;p43"/>
            <p:cNvSpPr/>
            <p:nvPr/>
          </p:nvSpPr>
          <p:spPr>
            <a:xfrm>
              <a:off x="8479313" y="3101093"/>
              <a:ext cx="452735" cy="380107"/>
            </a:xfrm>
            <a:custGeom>
              <a:rect b="b" l="l" r="r" t="t"/>
              <a:pathLst>
                <a:path extrusionOk="0" h="18569" w="22117">
                  <a:moveTo>
                    <a:pt x="11330" y="1"/>
                  </a:moveTo>
                  <a:cubicBezTo>
                    <a:pt x="7143" y="1"/>
                    <a:pt x="3041" y="2086"/>
                    <a:pt x="1769" y="6409"/>
                  </a:cubicBezTo>
                  <a:cubicBezTo>
                    <a:pt x="1" y="12180"/>
                    <a:pt x="4204" y="18251"/>
                    <a:pt x="10208" y="18551"/>
                  </a:cubicBezTo>
                  <a:cubicBezTo>
                    <a:pt x="10436" y="18563"/>
                    <a:pt x="10665" y="18568"/>
                    <a:pt x="10895" y="18568"/>
                  </a:cubicBezTo>
                  <a:cubicBezTo>
                    <a:pt x="14005" y="18568"/>
                    <a:pt x="17300" y="17511"/>
                    <a:pt x="19381" y="15182"/>
                  </a:cubicBezTo>
                  <a:cubicBezTo>
                    <a:pt x="21616" y="12680"/>
                    <a:pt x="22117" y="9044"/>
                    <a:pt x="21016" y="6009"/>
                  </a:cubicBezTo>
                  <a:cubicBezTo>
                    <a:pt x="20382" y="4241"/>
                    <a:pt x="19214" y="2673"/>
                    <a:pt x="17547" y="1672"/>
                  </a:cubicBezTo>
                  <a:cubicBezTo>
                    <a:pt x="15709" y="565"/>
                    <a:pt x="13508" y="1"/>
                    <a:pt x="11330"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43"/>
            <p:cNvSpPr/>
            <p:nvPr/>
          </p:nvSpPr>
          <p:spPr>
            <a:xfrm>
              <a:off x="8527806" y="3140498"/>
              <a:ext cx="358491" cy="300356"/>
            </a:xfrm>
            <a:custGeom>
              <a:rect b="b" l="l" r="r" t="t"/>
              <a:pathLst>
                <a:path extrusionOk="0" h="14673" w="17513">
                  <a:moveTo>
                    <a:pt x="8977" y="1"/>
                  </a:moveTo>
                  <a:cubicBezTo>
                    <a:pt x="5668" y="1"/>
                    <a:pt x="2432" y="1642"/>
                    <a:pt x="1401" y="5085"/>
                  </a:cubicBezTo>
                  <a:cubicBezTo>
                    <a:pt x="0" y="9621"/>
                    <a:pt x="3336" y="14458"/>
                    <a:pt x="8072" y="14658"/>
                  </a:cubicBezTo>
                  <a:cubicBezTo>
                    <a:pt x="8254" y="14668"/>
                    <a:pt x="8437" y="14672"/>
                    <a:pt x="8621" y="14672"/>
                  </a:cubicBezTo>
                  <a:cubicBezTo>
                    <a:pt x="11041" y="14672"/>
                    <a:pt x="13637" y="13849"/>
                    <a:pt x="15311" y="11989"/>
                  </a:cubicBezTo>
                  <a:cubicBezTo>
                    <a:pt x="17112" y="10021"/>
                    <a:pt x="17513" y="7153"/>
                    <a:pt x="16645" y="4751"/>
                  </a:cubicBezTo>
                  <a:cubicBezTo>
                    <a:pt x="16145" y="3350"/>
                    <a:pt x="15244" y="2116"/>
                    <a:pt x="13910" y="1315"/>
                  </a:cubicBezTo>
                  <a:cubicBezTo>
                    <a:pt x="12447" y="447"/>
                    <a:pt x="10702" y="1"/>
                    <a:pt x="8977" y="1"/>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43"/>
            <p:cNvSpPr/>
            <p:nvPr/>
          </p:nvSpPr>
          <p:spPr>
            <a:xfrm>
              <a:off x="8638406" y="3166720"/>
              <a:ext cx="137968" cy="247892"/>
            </a:xfrm>
            <a:custGeom>
              <a:rect b="b" l="l" r="r" t="t"/>
              <a:pathLst>
                <a:path extrusionOk="0" h="12110" w="6740">
                  <a:moveTo>
                    <a:pt x="3103" y="1"/>
                  </a:moveTo>
                  <a:cubicBezTo>
                    <a:pt x="3003" y="1"/>
                    <a:pt x="2903" y="34"/>
                    <a:pt x="2836" y="34"/>
                  </a:cubicBezTo>
                  <a:cubicBezTo>
                    <a:pt x="2703" y="68"/>
                    <a:pt x="2569" y="201"/>
                    <a:pt x="2569" y="334"/>
                  </a:cubicBezTo>
                  <a:lnTo>
                    <a:pt x="2569" y="1469"/>
                  </a:lnTo>
                  <a:cubicBezTo>
                    <a:pt x="2236" y="1502"/>
                    <a:pt x="2002" y="1635"/>
                    <a:pt x="1702" y="1735"/>
                  </a:cubicBezTo>
                  <a:cubicBezTo>
                    <a:pt x="1235" y="2002"/>
                    <a:pt x="868" y="2302"/>
                    <a:pt x="601" y="2703"/>
                  </a:cubicBezTo>
                  <a:cubicBezTo>
                    <a:pt x="368" y="3136"/>
                    <a:pt x="234" y="3570"/>
                    <a:pt x="234" y="4037"/>
                  </a:cubicBezTo>
                  <a:cubicBezTo>
                    <a:pt x="234" y="4604"/>
                    <a:pt x="401" y="5104"/>
                    <a:pt x="735" y="5505"/>
                  </a:cubicBezTo>
                  <a:cubicBezTo>
                    <a:pt x="1068" y="5872"/>
                    <a:pt x="1535" y="6205"/>
                    <a:pt x="2169" y="6405"/>
                  </a:cubicBezTo>
                  <a:lnTo>
                    <a:pt x="3737" y="6939"/>
                  </a:lnTo>
                  <a:cubicBezTo>
                    <a:pt x="4104" y="7073"/>
                    <a:pt x="4404" y="7239"/>
                    <a:pt x="4571" y="7439"/>
                  </a:cubicBezTo>
                  <a:cubicBezTo>
                    <a:pt x="4738" y="7673"/>
                    <a:pt x="4838" y="7873"/>
                    <a:pt x="4838" y="8173"/>
                  </a:cubicBezTo>
                  <a:cubicBezTo>
                    <a:pt x="4838" y="8440"/>
                    <a:pt x="4704" y="8707"/>
                    <a:pt x="4437" y="8840"/>
                  </a:cubicBezTo>
                  <a:cubicBezTo>
                    <a:pt x="4171" y="9007"/>
                    <a:pt x="3770" y="9107"/>
                    <a:pt x="3337" y="9107"/>
                  </a:cubicBezTo>
                  <a:cubicBezTo>
                    <a:pt x="2870" y="9107"/>
                    <a:pt x="2436" y="9041"/>
                    <a:pt x="2036" y="8874"/>
                  </a:cubicBezTo>
                  <a:cubicBezTo>
                    <a:pt x="1602" y="8707"/>
                    <a:pt x="1235" y="8507"/>
                    <a:pt x="902" y="8273"/>
                  </a:cubicBezTo>
                  <a:cubicBezTo>
                    <a:pt x="868" y="8240"/>
                    <a:pt x="810" y="8223"/>
                    <a:pt x="747" y="8223"/>
                  </a:cubicBezTo>
                  <a:cubicBezTo>
                    <a:pt x="685" y="8223"/>
                    <a:pt x="618" y="8240"/>
                    <a:pt x="568" y="8273"/>
                  </a:cubicBezTo>
                  <a:cubicBezTo>
                    <a:pt x="435" y="8373"/>
                    <a:pt x="368" y="8440"/>
                    <a:pt x="268" y="8574"/>
                  </a:cubicBezTo>
                  <a:cubicBezTo>
                    <a:pt x="201" y="8707"/>
                    <a:pt x="101" y="8840"/>
                    <a:pt x="68" y="9007"/>
                  </a:cubicBezTo>
                  <a:cubicBezTo>
                    <a:pt x="34" y="9174"/>
                    <a:pt x="1" y="9274"/>
                    <a:pt x="1" y="9441"/>
                  </a:cubicBezTo>
                  <a:cubicBezTo>
                    <a:pt x="1" y="9541"/>
                    <a:pt x="34" y="9674"/>
                    <a:pt x="101" y="9708"/>
                  </a:cubicBezTo>
                  <a:cubicBezTo>
                    <a:pt x="368" y="9875"/>
                    <a:pt x="668" y="10041"/>
                    <a:pt x="1002" y="10208"/>
                  </a:cubicBezTo>
                  <a:cubicBezTo>
                    <a:pt x="1335" y="10375"/>
                    <a:pt x="1702" y="10508"/>
                    <a:pt x="2102" y="10575"/>
                  </a:cubicBezTo>
                  <a:cubicBezTo>
                    <a:pt x="2236" y="10608"/>
                    <a:pt x="2369" y="10608"/>
                    <a:pt x="2503" y="10675"/>
                  </a:cubicBezTo>
                  <a:lnTo>
                    <a:pt x="2503" y="11776"/>
                  </a:lnTo>
                  <a:cubicBezTo>
                    <a:pt x="2503" y="11909"/>
                    <a:pt x="2569" y="12043"/>
                    <a:pt x="2736" y="12076"/>
                  </a:cubicBezTo>
                  <a:cubicBezTo>
                    <a:pt x="2903" y="12110"/>
                    <a:pt x="3070" y="12110"/>
                    <a:pt x="3337" y="12110"/>
                  </a:cubicBezTo>
                  <a:lnTo>
                    <a:pt x="3603" y="12110"/>
                  </a:lnTo>
                  <a:cubicBezTo>
                    <a:pt x="3737" y="12110"/>
                    <a:pt x="3837" y="12076"/>
                    <a:pt x="3904" y="12076"/>
                  </a:cubicBezTo>
                  <a:cubicBezTo>
                    <a:pt x="4037" y="12043"/>
                    <a:pt x="4171" y="11909"/>
                    <a:pt x="4171" y="11776"/>
                  </a:cubicBezTo>
                  <a:lnTo>
                    <a:pt x="4171" y="10708"/>
                  </a:lnTo>
                  <a:cubicBezTo>
                    <a:pt x="4537" y="10675"/>
                    <a:pt x="4871" y="10542"/>
                    <a:pt x="5171" y="10408"/>
                  </a:cubicBezTo>
                  <a:cubicBezTo>
                    <a:pt x="5672" y="10208"/>
                    <a:pt x="6039" y="9875"/>
                    <a:pt x="6339" y="9474"/>
                  </a:cubicBezTo>
                  <a:cubicBezTo>
                    <a:pt x="6606" y="9041"/>
                    <a:pt x="6739" y="8574"/>
                    <a:pt x="6739" y="8073"/>
                  </a:cubicBezTo>
                  <a:cubicBezTo>
                    <a:pt x="6739" y="7406"/>
                    <a:pt x="6572" y="6839"/>
                    <a:pt x="6172" y="6405"/>
                  </a:cubicBezTo>
                  <a:cubicBezTo>
                    <a:pt x="5772" y="6005"/>
                    <a:pt x="5271" y="5672"/>
                    <a:pt x="4604" y="5438"/>
                  </a:cubicBezTo>
                  <a:lnTo>
                    <a:pt x="3103" y="4904"/>
                  </a:lnTo>
                  <a:cubicBezTo>
                    <a:pt x="2770" y="4771"/>
                    <a:pt x="2536" y="4671"/>
                    <a:pt x="2336" y="4504"/>
                  </a:cubicBezTo>
                  <a:cubicBezTo>
                    <a:pt x="2169" y="4371"/>
                    <a:pt x="2102" y="4204"/>
                    <a:pt x="2102" y="3937"/>
                  </a:cubicBezTo>
                  <a:cubicBezTo>
                    <a:pt x="2102" y="3670"/>
                    <a:pt x="2236" y="3437"/>
                    <a:pt x="2436" y="3270"/>
                  </a:cubicBezTo>
                  <a:cubicBezTo>
                    <a:pt x="2703" y="3103"/>
                    <a:pt x="3036" y="3003"/>
                    <a:pt x="3503" y="3003"/>
                  </a:cubicBezTo>
                  <a:cubicBezTo>
                    <a:pt x="3870" y="3003"/>
                    <a:pt x="4204" y="3036"/>
                    <a:pt x="4537" y="3170"/>
                  </a:cubicBezTo>
                  <a:cubicBezTo>
                    <a:pt x="4871" y="3303"/>
                    <a:pt x="5238" y="3403"/>
                    <a:pt x="5538" y="3570"/>
                  </a:cubicBezTo>
                  <a:cubicBezTo>
                    <a:pt x="5587" y="3607"/>
                    <a:pt x="5632" y="3621"/>
                    <a:pt x="5673" y="3621"/>
                  </a:cubicBezTo>
                  <a:cubicBezTo>
                    <a:pt x="5745" y="3621"/>
                    <a:pt x="5808" y="3579"/>
                    <a:pt x="5872" y="3537"/>
                  </a:cubicBezTo>
                  <a:cubicBezTo>
                    <a:pt x="6039" y="3403"/>
                    <a:pt x="6172" y="3203"/>
                    <a:pt x="6239" y="3003"/>
                  </a:cubicBezTo>
                  <a:cubicBezTo>
                    <a:pt x="6339" y="2769"/>
                    <a:pt x="6372" y="2569"/>
                    <a:pt x="6372" y="2369"/>
                  </a:cubicBezTo>
                  <a:cubicBezTo>
                    <a:pt x="6372" y="2236"/>
                    <a:pt x="6339" y="2169"/>
                    <a:pt x="6205" y="2102"/>
                  </a:cubicBezTo>
                  <a:cubicBezTo>
                    <a:pt x="5872" y="1902"/>
                    <a:pt x="5405" y="1735"/>
                    <a:pt x="4938" y="1635"/>
                  </a:cubicBezTo>
                  <a:cubicBezTo>
                    <a:pt x="4738" y="1535"/>
                    <a:pt x="4504" y="1502"/>
                    <a:pt x="4237" y="1469"/>
                  </a:cubicBezTo>
                  <a:lnTo>
                    <a:pt x="4237" y="334"/>
                  </a:lnTo>
                  <a:cubicBezTo>
                    <a:pt x="4237" y="201"/>
                    <a:pt x="4171" y="68"/>
                    <a:pt x="4004" y="34"/>
                  </a:cubicBezTo>
                  <a:cubicBezTo>
                    <a:pt x="3904" y="34"/>
                    <a:pt x="3837" y="1"/>
                    <a:pt x="3704" y="1"/>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3"/>
            <p:cNvSpPr/>
            <p:nvPr/>
          </p:nvSpPr>
          <p:spPr>
            <a:xfrm>
              <a:off x="8703971" y="2956411"/>
              <a:ext cx="8208" cy="60120"/>
            </a:xfrm>
            <a:custGeom>
              <a:rect b="b" l="l" r="r" t="t"/>
              <a:pathLst>
                <a:path extrusionOk="0" h="2937" w="401">
                  <a:moveTo>
                    <a:pt x="0" y="1"/>
                  </a:moveTo>
                  <a:lnTo>
                    <a:pt x="0" y="2936"/>
                  </a:lnTo>
                  <a:lnTo>
                    <a:pt x="400" y="2936"/>
                  </a:lnTo>
                  <a:lnTo>
                    <a:pt x="400"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43"/>
            <p:cNvSpPr/>
            <p:nvPr/>
          </p:nvSpPr>
          <p:spPr>
            <a:xfrm>
              <a:off x="8654127" y="2987136"/>
              <a:ext cx="8884" cy="84705"/>
            </a:xfrm>
            <a:custGeom>
              <a:rect b="b" l="l" r="r" t="t"/>
              <a:pathLst>
                <a:path extrusionOk="0" h="4138" w="434">
                  <a:moveTo>
                    <a:pt x="0" y="1"/>
                  </a:moveTo>
                  <a:lnTo>
                    <a:pt x="0" y="4137"/>
                  </a:lnTo>
                  <a:lnTo>
                    <a:pt x="434" y="4137"/>
                  </a:lnTo>
                  <a:lnTo>
                    <a:pt x="434"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3"/>
            <p:cNvSpPr/>
            <p:nvPr/>
          </p:nvSpPr>
          <p:spPr>
            <a:xfrm>
              <a:off x="8746303" y="2997392"/>
              <a:ext cx="8884" cy="73753"/>
            </a:xfrm>
            <a:custGeom>
              <a:rect b="b" l="l" r="r" t="t"/>
              <a:pathLst>
                <a:path extrusionOk="0" h="3603" w="434">
                  <a:moveTo>
                    <a:pt x="0" y="0"/>
                  </a:moveTo>
                  <a:lnTo>
                    <a:pt x="0" y="3603"/>
                  </a:lnTo>
                  <a:lnTo>
                    <a:pt x="434" y="3603"/>
                  </a:lnTo>
                  <a:lnTo>
                    <a:pt x="434"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3" name="Google Shape;1093;p43"/>
          <p:cNvGrpSpPr/>
          <p:nvPr/>
        </p:nvGrpSpPr>
        <p:grpSpPr>
          <a:xfrm>
            <a:off x="1550633" y="93826"/>
            <a:ext cx="453431" cy="524769"/>
            <a:chOff x="5416858" y="2175276"/>
            <a:chExt cx="453431" cy="524769"/>
          </a:xfrm>
        </p:grpSpPr>
        <p:sp>
          <p:nvSpPr>
            <p:cNvPr id="1094" name="Google Shape;1094;p43"/>
            <p:cNvSpPr/>
            <p:nvPr/>
          </p:nvSpPr>
          <p:spPr>
            <a:xfrm>
              <a:off x="5416858" y="2320265"/>
              <a:ext cx="453431" cy="379780"/>
            </a:xfrm>
            <a:custGeom>
              <a:rect b="b" l="l" r="r" t="t"/>
              <a:pathLst>
                <a:path extrusionOk="0" h="18553" w="22151">
                  <a:moveTo>
                    <a:pt x="11329" y="0"/>
                  </a:moveTo>
                  <a:cubicBezTo>
                    <a:pt x="7143" y="0"/>
                    <a:pt x="3041" y="2071"/>
                    <a:pt x="1769" y="6393"/>
                  </a:cubicBezTo>
                  <a:cubicBezTo>
                    <a:pt x="1" y="12164"/>
                    <a:pt x="4204" y="18235"/>
                    <a:pt x="10208" y="18536"/>
                  </a:cubicBezTo>
                  <a:cubicBezTo>
                    <a:pt x="10436" y="18547"/>
                    <a:pt x="10665" y="18553"/>
                    <a:pt x="10895" y="18553"/>
                  </a:cubicBezTo>
                  <a:cubicBezTo>
                    <a:pt x="14005" y="18553"/>
                    <a:pt x="17300" y="17496"/>
                    <a:pt x="19381" y="15166"/>
                  </a:cubicBezTo>
                  <a:cubicBezTo>
                    <a:pt x="21616" y="12665"/>
                    <a:pt x="22150" y="8995"/>
                    <a:pt x="21016" y="5993"/>
                  </a:cubicBezTo>
                  <a:cubicBezTo>
                    <a:pt x="20382" y="4225"/>
                    <a:pt x="19215" y="2657"/>
                    <a:pt x="17547" y="1657"/>
                  </a:cubicBezTo>
                  <a:cubicBezTo>
                    <a:pt x="15709" y="561"/>
                    <a:pt x="13507" y="0"/>
                    <a:pt x="11329"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43"/>
            <p:cNvSpPr/>
            <p:nvPr/>
          </p:nvSpPr>
          <p:spPr>
            <a:xfrm>
              <a:off x="5466702" y="2359506"/>
              <a:ext cx="357140" cy="300193"/>
            </a:xfrm>
            <a:custGeom>
              <a:rect b="b" l="l" r="r" t="t"/>
              <a:pathLst>
                <a:path extrusionOk="0" h="14665" w="17447">
                  <a:moveTo>
                    <a:pt x="8967" y="1"/>
                  </a:moveTo>
                  <a:cubicBezTo>
                    <a:pt x="5650" y="1"/>
                    <a:pt x="2402" y="1648"/>
                    <a:pt x="1369" y="5077"/>
                  </a:cubicBezTo>
                  <a:cubicBezTo>
                    <a:pt x="1" y="9613"/>
                    <a:pt x="3337" y="14450"/>
                    <a:pt x="8040" y="14650"/>
                  </a:cubicBezTo>
                  <a:cubicBezTo>
                    <a:pt x="8222" y="14660"/>
                    <a:pt x="8405" y="14665"/>
                    <a:pt x="8589" y="14665"/>
                  </a:cubicBezTo>
                  <a:cubicBezTo>
                    <a:pt x="11013" y="14665"/>
                    <a:pt x="13636" y="13842"/>
                    <a:pt x="15279" y="11982"/>
                  </a:cubicBezTo>
                  <a:cubicBezTo>
                    <a:pt x="17080" y="10047"/>
                    <a:pt x="17447" y="7145"/>
                    <a:pt x="16613" y="4743"/>
                  </a:cubicBezTo>
                  <a:cubicBezTo>
                    <a:pt x="16112" y="3342"/>
                    <a:pt x="15212" y="2108"/>
                    <a:pt x="13878" y="1308"/>
                  </a:cubicBezTo>
                  <a:cubicBezTo>
                    <a:pt x="12421" y="443"/>
                    <a:pt x="10685" y="1"/>
                    <a:pt x="8967" y="1"/>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43"/>
            <p:cNvSpPr/>
            <p:nvPr/>
          </p:nvSpPr>
          <p:spPr>
            <a:xfrm>
              <a:off x="5576647" y="2385584"/>
              <a:ext cx="137947" cy="248567"/>
            </a:xfrm>
            <a:custGeom>
              <a:rect b="b" l="l" r="r" t="t"/>
              <a:pathLst>
                <a:path extrusionOk="0" h="12143" w="6739">
                  <a:moveTo>
                    <a:pt x="3103" y="0"/>
                  </a:moveTo>
                  <a:cubicBezTo>
                    <a:pt x="3003" y="0"/>
                    <a:pt x="2903" y="34"/>
                    <a:pt x="2836" y="34"/>
                  </a:cubicBezTo>
                  <a:cubicBezTo>
                    <a:pt x="2702" y="67"/>
                    <a:pt x="2569" y="200"/>
                    <a:pt x="2569" y="334"/>
                  </a:cubicBezTo>
                  <a:lnTo>
                    <a:pt x="2569" y="1468"/>
                  </a:lnTo>
                  <a:cubicBezTo>
                    <a:pt x="2235" y="1501"/>
                    <a:pt x="2002" y="1635"/>
                    <a:pt x="1702" y="1735"/>
                  </a:cubicBezTo>
                  <a:cubicBezTo>
                    <a:pt x="1235" y="2002"/>
                    <a:pt x="868" y="2302"/>
                    <a:pt x="634" y="2702"/>
                  </a:cubicBezTo>
                  <a:cubicBezTo>
                    <a:pt x="367" y="3136"/>
                    <a:pt x="234" y="3569"/>
                    <a:pt x="234" y="4036"/>
                  </a:cubicBezTo>
                  <a:cubicBezTo>
                    <a:pt x="234" y="4637"/>
                    <a:pt x="401" y="5137"/>
                    <a:pt x="734" y="5504"/>
                  </a:cubicBezTo>
                  <a:cubicBezTo>
                    <a:pt x="1068" y="5871"/>
                    <a:pt x="1535" y="6205"/>
                    <a:pt x="2169" y="6405"/>
                  </a:cubicBezTo>
                  <a:lnTo>
                    <a:pt x="3736" y="6972"/>
                  </a:lnTo>
                  <a:cubicBezTo>
                    <a:pt x="4137" y="7072"/>
                    <a:pt x="4404" y="7239"/>
                    <a:pt x="4570" y="7472"/>
                  </a:cubicBezTo>
                  <a:cubicBezTo>
                    <a:pt x="4737" y="7672"/>
                    <a:pt x="4837" y="7872"/>
                    <a:pt x="4837" y="8173"/>
                  </a:cubicBezTo>
                  <a:cubicBezTo>
                    <a:pt x="4837" y="8473"/>
                    <a:pt x="4704" y="8706"/>
                    <a:pt x="4470" y="8840"/>
                  </a:cubicBezTo>
                  <a:cubicBezTo>
                    <a:pt x="4170" y="9007"/>
                    <a:pt x="3803" y="9140"/>
                    <a:pt x="3336" y="9140"/>
                  </a:cubicBezTo>
                  <a:cubicBezTo>
                    <a:pt x="2869" y="9140"/>
                    <a:pt x="2469" y="9040"/>
                    <a:pt x="2035" y="8873"/>
                  </a:cubicBezTo>
                  <a:cubicBezTo>
                    <a:pt x="1635" y="8706"/>
                    <a:pt x="1235" y="8506"/>
                    <a:pt x="901" y="8306"/>
                  </a:cubicBezTo>
                  <a:cubicBezTo>
                    <a:pt x="868" y="8256"/>
                    <a:pt x="809" y="8231"/>
                    <a:pt x="747" y="8231"/>
                  </a:cubicBezTo>
                  <a:cubicBezTo>
                    <a:pt x="684" y="8231"/>
                    <a:pt x="618" y="8256"/>
                    <a:pt x="568" y="8306"/>
                  </a:cubicBezTo>
                  <a:cubicBezTo>
                    <a:pt x="467" y="8373"/>
                    <a:pt x="367" y="8473"/>
                    <a:pt x="301" y="8573"/>
                  </a:cubicBezTo>
                  <a:cubicBezTo>
                    <a:pt x="201" y="8706"/>
                    <a:pt x="101" y="8840"/>
                    <a:pt x="67" y="9007"/>
                  </a:cubicBezTo>
                  <a:cubicBezTo>
                    <a:pt x="34" y="9173"/>
                    <a:pt x="0" y="9307"/>
                    <a:pt x="0" y="9474"/>
                  </a:cubicBezTo>
                  <a:cubicBezTo>
                    <a:pt x="0" y="9540"/>
                    <a:pt x="34" y="9674"/>
                    <a:pt x="101" y="9707"/>
                  </a:cubicBezTo>
                  <a:cubicBezTo>
                    <a:pt x="367" y="9874"/>
                    <a:pt x="668" y="10041"/>
                    <a:pt x="1001" y="10207"/>
                  </a:cubicBezTo>
                  <a:cubicBezTo>
                    <a:pt x="1335" y="10374"/>
                    <a:pt x="1702" y="10508"/>
                    <a:pt x="2102" y="10574"/>
                  </a:cubicBezTo>
                  <a:cubicBezTo>
                    <a:pt x="2235" y="10641"/>
                    <a:pt x="2369" y="10641"/>
                    <a:pt x="2502" y="10674"/>
                  </a:cubicBezTo>
                  <a:lnTo>
                    <a:pt x="2502" y="11809"/>
                  </a:lnTo>
                  <a:cubicBezTo>
                    <a:pt x="2502" y="11909"/>
                    <a:pt x="2569" y="12042"/>
                    <a:pt x="2736" y="12075"/>
                  </a:cubicBezTo>
                  <a:cubicBezTo>
                    <a:pt x="2903" y="12142"/>
                    <a:pt x="3069" y="12142"/>
                    <a:pt x="3336" y="12142"/>
                  </a:cubicBezTo>
                  <a:lnTo>
                    <a:pt x="3636" y="12142"/>
                  </a:lnTo>
                  <a:cubicBezTo>
                    <a:pt x="3736" y="12142"/>
                    <a:pt x="3837" y="12075"/>
                    <a:pt x="3903" y="12075"/>
                  </a:cubicBezTo>
                  <a:cubicBezTo>
                    <a:pt x="4037" y="12042"/>
                    <a:pt x="4170" y="11909"/>
                    <a:pt x="4170" y="11809"/>
                  </a:cubicBezTo>
                  <a:lnTo>
                    <a:pt x="4170" y="10674"/>
                  </a:lnTo>
                  <a:cubicBezTo>
                    <a:pt x="4537" y="10641"/>
                    <a:pt x="4871" y="10508"/>
                    <a:pt x="5171" y="10374"/>
                  </a:cubicBezTo>
                  <a:cubicBezTo>
                    <a:pt x="5671" y="10174"/>
                    <a:pt x="6038" y="9841"/>
                    <a:pt x="6338" y="9407"/>
                  </a:cubicBezTo>
                  <a:cubicBezTo>
                    <a:pt x="6639" y="9007"/>
                    <a:pt x="6739" y="8540"/>
                    <a:pt x="6739" y="8039"/>
                  </a:cubicBezTo>
                  <a:cubicBezTo>
                    <a:pt x="6739" y="7439"/>
                    <a:pt x="6538" y="6838"/>
                    <a:pt x="6172" y="6405"/>
                  </a:cubicBezTo>
                  <a:cubicBezTo>
                    <a:pt x="5805" y="6004"/>
                    <a:pt x="5304" y="5671"/>
                    <a:pt x="4637" y="5471"/>
                  </a:cubicBezTo>
                  <a:lnTo>
                    <a:pt x="3136" y="4904"/>
                  </a:lnTo>
                  <a:cubicBezTo>
                    <a:pt x="2802" y="4804"/>
                    <a:pt x="2536" y="4670"/>
                    <a:pt x="2335" y="4503"/>
                  </a:cubicBezTo>
                  <a:cubicBezTo>
                    <a:pt x="2169" y="4370"/>
                    <a:pt x="2135" y="4203"/>
                    <a:pt x="2135" y="3970"/>
                  </a:cubicBezTo>
                  <a:cubicBezTo>
                    <a:pt x="2135" y="3669"/>
                    <a:pt x="2235" y="3469"/>
                    <a:pt x="2469" y="3303"/>
                  </a:cubicBezTo>
                  <a:cubicBezTo>
                    <a:pt x="2702" y="3136"/>
                    <a:pt x="3036" y="3002"/>
                    <a:pt x="3503" y="3002"/>
                  </a:cubicBezTo>
                  <a:cubicBezTo>
                    <a:pt x="3870" y="3002"/>
                    <a:pt x="4203" y="3036"/>
                    <a:pt x="4537" y="3169"/>
                  </a:cubicBezTo>
                  <a:cubicBezTo>
                    <a:pt x="4871" y="3303"/>
                    <a:pt x="5238" y="3403"/>
                    <a:pt x="5538" y="3569"/>
                  </a:cubicBezTo>
                  <a:cubicBezTo>
                    <a:pt x="5594" y="3611"/>
                    <a:pt x="5650" y="3630"/>
                    <a:pt x="5700" y="3630"/>
                  </a:cubicBezTo>
                  <a:cubicBezTo>
                    <a:pt x="5771" y="3630"/>
                    <a:pt x="5833" y="3594"/>
                    <a:pt x="5871" y="3536"/>
                  </a:cubicBezTo>
                  <a:cubicBezTo>
                    <a:pt x="6038" y="3403"/>
                    <a:pt x="6172" y="3202"/>
                    <a:pt x="6238" y="3002"/>
                  </a:cubicBezTo>
                  <a:cubicBezTo>
                    <a:pt x="6338" y="2802"/>
                    <a:pt x="6372" y="2569"/>
                    <a:pt x="6372" y="2369"/>
                  </a:cubicBezTo>
                  <a:cubicBezTo>
                    <a:pt x="6372" y="2235"/>
                    <a:pt x="6338" y="2168"/>
                    <a:pt x="6205" y="2135"/>
                  </a:cubicBezTo>
                  <a:cubicBezTo>
                    <a:pt x="5871" y="1902"/>
                    <a:pt x="5404" y="1735"/>
                    <a:pt x="4971" y="1635"/>
                  </a:cubicBezTo>
                  <a:cubicBezTo>
                    <a:pt x="4737" y="1535"/>
                    <a:pt x="4504" y="1501"/>
                    <a:pt x="4237" y="1468"/>
                  </a:cubicBezTo>
                  <a:lnTo>
                    <a:pt x="4237" y="334"/>
                  </a:lnTo>
                  <a:cubicBezTo>
                    <a:pt x="4237" y="200"/>
                    <a:pt x="4170" y="67"/>
                    <a:pt x="4003" y="34"/>
                  </a:cubicBezTo>
                  <a:cubicBezTo>
                    <a:pt x="3903" y="34"/>
                    <a:pt x="3837" y="0"/>
                    <a:pt x="3703"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43"/>
            <p:cNvSpPr/>
            <p:nvPr/>
          </p:nvSpPr>
          <p:spPr>
            <a:xfrm>
              <a:off x="5642191" y="2175276"/>
              <a:ext cx="8904" cy="60100"/>
            </a:xfrm>
            <a:custGeom>
              <a:rect b="b" l="l" r="r" t="t"/>
              <a:pathLst>
                <a:path extrusionOk="0" h="2936" w="435">
                  <a:moveTo>
                    <a:pt x="1" y="0"/>
                  </a:moveTo>
                  <a:lnTo>
                    <a:pt x="1" y="2936"/>
                  </a:lnTo>
                  <a:lnTo>
                    <a:pt x="434" y="2936"/>
                  </a:lnTo>
                  <a:lnTo>
                    <a:pt x="434"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43"/>
            <p:cNvSpPr/>
            <p:nvPr/>
          </p:nvSpPr>
          <p:spPr>
            <a:xfrm>
              <a:off x="5591672" y="2205305"/>
              <a:ext cx="8884" cy="84705"/>
            </a:xfrm>
            <a:custGeom>
              <a:rect b="b" l="l" r="r" t="t"/>
              <a:pathLst>
                <a:path extrusionOk="0" h="4138" w="434">
                  <a:moveTo>
                    <a:pt x="0" y="1"/>
                  </a:moveTo>
                  <a:lnTo>
                    <a:pt x="0" y="4137"/>
                  </a:lnTo>
                  <a:lnTo>
                    <a:pt x="434" y="4137"/>
                  </a:lnTo>
                  <a:lnTo>
                    <a:pt x="434"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43"/>
            <p:cNvSpPr/>
            <p:nvPr/>
          </p:nvSpPr>
          <p:spPr>
            <a:xfrm>
              <a:off x="5685219" y="2216912"/>
              <a:ext cx="8208" cy="73098"/>
            </a:xfrm>
            <a:custGeom>
              <a:rect b="b" l="l" r="r" t="t"/>
              <a:pathLst>
                <a:path extrusionOk="0" h="3571" w="401">
                  <a:moveTo>
                    <a:pt x="0" y="1"/>
                  </a:moveTo>
                  <a:lnTo>
                    <a:pt x="0" y="3570"/>
                  </a:lnTo>
                  <a:lnTo>
                    <a:pt x="401" y="3570"/>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00" name="Shape 1100"/>
        <p:cNvGrpSpPr/>
        <p:nvPr/>
      </p:nvGrpSpPr>
      <p:grpSpPr>
        <a:xfrm>
          <a:off x="0" y="0"/>
          <a:ext cx="0" cy="0"/>
          <a:chOff x="0" y="0"/>
          <a:chExt cx="0" cy="0"/>
        </a:xfrm>
      </p:grpSpPr>
      <p:grpSp>
        <p:nvGrpSpPr>
          <p:cNvPr id="1101" name="Google Shape;1101;p44"/>
          <p:cNvGrpSpPr/>
          <p:nvPr/>
        </p:nvGrpSpPr>
        <p:grpSpPr>
          <a:xfrm>
            <a:off x="-244" y="24"/>
            <a:ext cx="9144155" cy="5165694"/>
            <a:chOff x="-244" y="24"/>
            <a:chExt cx="9144155" cy="5165694"/>
          </a:xfrm>
        </p:grpSpPr>
        <p:sp>
          <p:nvSpPr>
            <p:cNvPr id="1102" name="Google Shape;1102;p44"/>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44"/>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4" name="Google Shape;1104;p44"/>
          <p:cNvGrpSpPr/>
          <p:nvPr/>
        </p:nvGrpSpPr>
        <p:grpSpPr>
          <a:xfrm>
            <a:off x="303630" y="306525"/>
            <a:ext cx="8536741" cy="4552701"/>
            <a:chOff x="2434200" y="841500"/>
            <a:chExt cx="4622450" cy="3053250"/>
          </a:xfrm>
        </p:grpSpPr>
        <p:sp>
          <p:nvSpPr>
            <p:cNvPr id="1105" name="Google Shape;1105;p44"/>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44"/>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44"/>
          <p:cNvSpPr txBox="1"/>
          <p:nvPr>
            <p:ph idx="1" type="body"/>
          </p:nvPr>
        </p:nvSpPr>
        <p:spPr>
          <a:xfrm>
            <a:off x="720000" y="1722975"/>
            <a:ext cx="4110300" cy="25293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accent3"/>
              </a:buClr>
              <a:buSzPts val="800"/>
              <a:buFont typeface="Open Sans"/>
              <a:buChar char="●"/>
              <a:defRPr/>
            </a:lvl1pPr>
            <a:lvl2pPr indent="-279400" lvl="1" marL="914400">
              <a:spcBef>
                <a:spcPts val="0"/>
              </a:spcBef>
              <a:spcAft>
                <a:spcPts val="0"/>
              </a:spcAft>
              <a:buClr>
                <a:srgbClr val="999999"/>
              </a:buClr>
              <a:buSzPts val="800"/>
              <a:buFont typeface="Open Sans"/>
              <a:buChar char="○"/>
              <a:defRPr/>
            </a:lvl2pPr>
            <a:lvl3pPr indent="-279400" lvl="2" marL="1371600">
              <a:spcBef>
                <a:spcPts val="0"/>
              </a:spcBef>
              <a:spcAft>
                <a:spcPts val="0"/>
              </a:spcAft>
              <a:buClr>
                <a:srgbClr val="999999"/>
              </a:buClr>
              <a:buSzPts val="800"/>
              <a:buFont typeface="Open Sans"/>
              <a:buChar char="■"/>
              <a:defRPr/>
            </a:lvl3pPr>
            <a:lvl4pPr indent="-279400" lvl="3" marL="1828800">
              <a:spcBef>
                <a:spcPts val="0"/>
              </a:spcBef>
              <a:spcAft>
                <a:spcPts val="0"/>
              </a:spcAft>
              <a:buClr>
                <a:srgbClr val="999999"/>
              </a:buClr>
              <a:buSzPts val="800"/>
              <a:buFont typeface="Open Sans"/>
              <a:buChar char="●"/>
              <a:defRPr/>
            </a:lvl4pPr>
            <a:lvl5pPr indent="-304800" lvl="4" marL="2286000">
              <a:spcBef>
                <a:spcPts val="0"/>
              </a:spcBef>
              <a:spcAft>
                <a:spcPts val="0"/>
              </a:spcAft>
              <a:buClr>
                <a:srgbClr val="999999"/>
              </a:buClr>
              <a:buSzPts val="1200"/>
              <a:buFont typeface="Open Sans"/>
              <a:buChar char="○"/>
              <a:defRPr/>
            </a:lvl5pPr>
            <a:lvl6pPr indent="-304800" lvl="5" marL="2743200">
              <a:spcBef>
                <a:spcPts val="0"/>
              </a:spcBef>
              <a:spcAft>
                <a:spcPts val="0"/>
              </a:spcAft>
              <a:buClr>
                <a:srgbClr val="999999"/>
              </a:buClr>
              <a:buSzPts val="1200"/>
              <a:buFont typeface="Open Sans"/>
              <a:buChar char="■"/>
              <a:defRPr/>
            </a:lvl6pPr>
            <a:lvl7pPr indent="-273050" lvl="6" marL="3200400">
              <a:spcBef>
                <a:spcPts val="0"/>
              </a:spcBef>
              <a:spcAft>
                <a:spcPts val="0"/>
              </a:spcAft>
              <a:buClr>
                <a:srgbClr val="999999"/>
              </a:buClr>
              <a:buSzPts val="700"/>
              <a:buFont typeface="Open Sans"/>
              <a:buChar char="●"/>
              <a:defRPr/>
            </a:lvl7pPr>
            <a:lvl8pPr indent="-273050" lvl="7" marL="3657600">
              <a:spcBef>
                <a:spcPts val="0"/>
              </a:spcBef>
              <a:spcAft>
                <a:spcPts val="0"/>
              </a:spcAft>
              <a:buClr>
                <a:srgbClr val="999999"/>
              </a:buClr>
              <a:buSzPts val="700"/>
              <a:buFont typeface="Open Sans"/>
              <a:buChar char="○"/>
              <a:defRPr/>
            </a:lvl8pPr>
            <a:lvl9pPr indent="-266700" lvl="8" marL="4114800">
              <a:spcBef>
                <a:spcPts val="0"/>
              </a:spcBef>
              <a:spcAft>
                <a:spcPts val="0"/>
              </a:spcAft>
              <a:buClr>
                <a:srgbClr val="999999"/>
              </a:buClr>
              <a:buSzPts val="600"/>
              <a:buFont typeface="Open Sans"/>
              <a:buChar char="■"/>
              <a:defRPr/>
            </a:lvl9pPr>
          </a:lstStyle>
          <a:p/>
        </p:txBody>
      </p:sp>
      <p:sp>
        <p:nvSpPr>
          <p:cNvPr id="1108" name="Google Shape;1108;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09" name="Shape 1109"/>
        <p:cNvGrpSpPr/>
        <p:nvPr/>
      </p:nvGrpSpPr>
      <p:grpSpPr>
        <a:xfrm>
          <a:off x="0" y="0"/>
          <a:ext cx="0" cy="0"/>
          <a:chOff x="0" y="0"/>
          <a:chExt cx="0" cy="0"/>
        </a:xfrm>
      </p:grpSpPr>
      <p:pic>
        <p:nvPicPr>
          <p:cNvPr id="1110" name="Google Shape;1110;p4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11" name="Google Shape;1111;p45"/>
          <p:cNvSpPr txBox="1"/>
          <p:nvPr>
            <p:ph idx="1" type="body"/>
          </p:nvPr>
        </p:nvSpPr>
        <p:spPr>
          <a:xfrm>
            <a:off x="720000" y="3498225"/>
            <a:ext cx="7704000" cy="759000"/>
          </a:xfrm>
          <a:prstGeom prst="rect">
            <a:avLst/>
          </a:prstGeom>
          <a:solidFill>
            <a:schemeClr val="accent6"/>
          </a:solidFill>
          <a:ln>
            <a:noFill/>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200"/>
              <a:buNone/>
              <a:defRPr sz="3900">
                <a:solidFill>
                  <a:schemeClr val="accent3"/>
                </a:solidFill>
                <a:latin typeface="Fira Sans Condensed ExtraBold"/>
                <a:ea typeface="Fira Sans Condensed ExtraBold"/>
                <a:cs typeface="Fira Sans Condensed ExtraBold"/>
                <a:sym typeface="Fira Sans Condensed ExtraBold"/>
              </a:defRPr>
            </a:lvl1pPr>
          </a:lstStyle>
          <a:p/>
        </p:txBody>
      </p:sp>
      <p:sp>
        <p:nvSpPr>
          <p:cNvPr id="1112" name="Google Shape;111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13" name="Shape 1113"/>
        <p:cNvGrpSpPr/>
        <p:nvPr/>
      </p:nvGrpSpPr>
      <p:grpSpPr>
        <a:xfrm>
          <a:off x="0" y="0"/>
          <a:ext cx="0" cy="0"/>
          <a:chOff x="0" y="0"/>
          <a:chExt cx="0" cy="0"/>
        </a:xfrm>
      </p:grpSpPr>
      <p:grpSp>
        <p:nvGrpSpPr>
          <p:cNvPr id="1114" name="Google Shape;1114;p46"/>
          <p:cNvGrpSpPr/>
          <p:nvPr/>
        </p:nvGrpSpPr>
        <p:grpSpPr>
          <a:xfrm>
            <a:off x="-244" y="24"/>
            <a:ext cx="9144155" cy="5165694"/>
            <a:chOff x="-244" y="24"/>
            <a:chExt cx="9144155" cy="5165694"/>
          </a:xfrm>
        </p:grpSpPr>
        <p:sp>
          <p:nvSpPr>
            <p:cNvPr id="1115" name="Google Shape;1115;p46"/>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6"/>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7" name="Google Shape;1117;p46"/>
          <p:cNvGrpSpPr/>
          <p:nvPr/>
        </p:nvGrpSpPr>
        <p:grpSpPr>
          <a:xfrm>
            <a:off x="303630" y="306525"/>
            <a:ext cx="8536741" cy="4552701"/>
            <a:chOff x="2434200" y="841500"/>
            <a:chExt cx="4622450" cy="3053250"/>
          </a:xfrm>
        </p:grpSpPr>
        <p:sp>
          <p:nvSpPr>
            <p:cNvPr id="1118" name="Google Shape;1118;p46"/>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6"/>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0" name="Google Shape;1120;p46"/>
          <p:cNvSpPr txBox="1"/>
          <p:nvPr>
            <p:ph hasCustomPrompt="1" type="title"/>
          </p:nvPr>
        </p:nvSpPr>
        <p:spPr>
          <a:xfrm>
            <a:off x="1766700" y="1533875"/>
            <a:ext cx="5610600" cy="1372200"/>
          </a:xfrm>
          <a:prstGeom prst="rect">
            <a:avLst/>
          </a:prstGeom>
          <a:solidFill>
            <a:schemeClr val="accent4"/>
          </a:solidFill>
        </p:spPr>
        <p:txBody>
          <a:bodyPr anchorCtr="0" anchor="ctr" bIns="91425" lIns="91425" spcFirstLastPara="1" rIns="91425" wrap="square" tIns="91425">
            <a:noAutofit/>
          </a:bodyPr>
          <a:lstStyle>
            <a:lvl1pPr lvl="0" algn="ctr">
              <a:spcBef>
                <a:spcPts val="0"/>
              </a:spcBef>
              <a:spcAft>
                <a:spcPts val="0"/>
              </a:spcAft>
              <a:buSzPts val="10000"/>
              <a:buNone/>
              <a:defRPr sz="10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121" name="Google Shape;1121;p46"/>
          <p:cNvSpPr txBox="1"/>
          <p:nvPr>
            <p:ph idx="1" type="subTitle"/>
          </p:nvPr>
        </p:nvSpPr>
        <p:spPr>
          <a:xfrm>
            <a:off x="1766700" y="2906122"/>
            <a:ext cx="5610600" cy="70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sz="16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122" name="Shape 1122"/>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123" name="Shape 1123"/>
        <p:cNvGrpSpPr/>
        <p:nvPr/>
      </p:nvGrpSpPr>
      <p:grpSpPr>
        <a:xfrm>
          <a:off x="0" y="0"/>
          <a:ext cx="0" cy="0"/>
          <a:chOff x="0" y="0"/>
          <a:chExt cx="0" cy="0"/>
        </a:xfrm>
      </p:grpSpPr>
      <p:grpSp>
        <p:nvGrpSpPr>
          <p:cNvPr id="1124" name="Google Shape;1124;p48"/>
          <p:cNvGrpSpPr/>
          <p:nvPr/>
        </p:nvGrpSpPr>
        <p:grpSpPr>
          <a:xfrm>
            <a:off x="-244" y="24"/>
            <a:ext cx="9144155" cy="5165694"/>
            <a:chOff x="-244" y="24"/>
            <a:chExt cx="9144155" cy="5165694"/>
          </a:xfrm>
        </p:grpSpPr>
        <p:sp>
          <p:nvSpPr>
            <p:cNvPr id="1125" name="Google Shape;1125;p48"/>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8"/>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7" name="Google Shape;1127;p48"/>
          <p:cNvGrpSpPr/>
          <p:nvPr/>
        </p:nvGrpSpPr>
        <p:grpSpPr>
          <a:xfrm>
            <a:off x="303630" y="306525"/>
            <a:ext cx="8536741" cy="4552701"/>
            <a:chOff x="2434200" y="841500"/>
            <a:chExt cx="4622450" cy="3053250"/>
          </a:xfrm>
        </p:grpSpPr>
        <p:sp>
          <p:nvSpPr>
            <p:cNvPr id="1128" name="Google Shape;1128;p48"/>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8"/>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0" name="Google Shape;1130;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31" name="Google Shape;1131;p48"/>
          <p:cNvSpPr txBox="1"/>
          <p:nvPr>
            <p:ph idx="2" type="title"/>
          </p:nvPr>
        </p:nvSpPr>
        <p:spPr>
          <a:xfrm>
            <a:off x="1872300" y="1585200"/>
            <a:ext cx="2531100" cy="625800"/>
          </a:xfrm>
          <a:prstGeom prst="rect">
            <a:avLst/>
          </a:prstGeom>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132" name="Google Shape;1132;p48"/>
          <p:cNvSpPr txBox="1"/>
          <p:nvPr>
            <p:ph idx="3" type="title"/>
          </p:nvPr>
        </p:nvSpPr>
        <p:spPr>
          <a:xfrm>
            <a:off x="5616000" y="1570275"/>
            <a:ext cx="2531100" cy="625800"/>
          </a:xfrm>
          <a:prstGeom prst="rect">
            <a:avLst/>
          </a:prstGeom>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133" name="Google Shape;1133;p48"/>
          <p:cNvSpPr txBox="1"/>
          <p:nvPr>
            <p:ph idx="1" type="subTitle"/>
          </p:nvPr>
        </p:nvSpPr>
        <p:spPr>
          <a:xfrm>
            <a:off x="1872275" y="1982425"/>
            <a:ext cx="2531100" cy="68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34" name="Google Shape;1134;p48"/>
          <p:cNvSpPr txBox="1"/>
          <p:nvPr>
            <p:ph idx="4" type="subTitle"/>
          </p:nvPr>
        </p:nvSpPr>
        <p:spPr>
          <a:xfrm>
            <a:off x="5616002" y="1968500"/>
            <a:ext cx="2531100" cy="572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35" name="Google Shape;1135;p48"/>
          <p:cNvSpPr txBox="1"/>
          <p:nvPr>
            <p:ph idx="5" type="title"/>
          </p:nvPr>
        </p:nvSpPr>
        <p:spPr>
          <a:xfrm>
            <a:off x="1872275" y="3094775"/>
            <a:ext cx="2531100" cy="625800"/>
          </a:xfrm>
          <a:prstGeom prst="rect">
            <a:avLst/>
          </a:prstGeom>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136" name="Google Shape;1136;p48"/>
          <p:cNvSpPr txBox="1"/>
          <p:nvPr>
            <p:ph idx="6" type="title"/>
          </p:nvPr>
        </p:nvSpPr>
        <p:spPr>
          <a:xfrm>
            <a:off x="5616000" y="3094775"/>
            <a:ext cx="2531100" cy="625800"/>
          </a:xfrm>
          <a:prstGeom prst="rect">
            <a:avLst/>
          </a:prstGeom>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137" name="Google Shape;1137;p48"/>
          <p:cNvSpPr txBox="1"/>
          <p:nvPr>
            <p:ph idx="7" type="subTitle"/>
          </p:nvPr>
        </p:nvSpPr>
        <p:spPr>
          <a:xfrm>
            <a:off x="1872301" y="3491975"/>
            <a:ext cx="2531100" cy="572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38" name="Google Shape;1138;p48"/>
          <p:cNvSpPr txBox="1"/>
          <p:nvPr>
            <p:ph idx="8" type="subTitle"/>
          </p:nvPr>
        </p:nvSpPr>
        <p:spPr>
          <a:xfrm>
            <a:off x="5616001" y="3491975"/>
            <a:ext cx="2531100" cy="572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39" name="Google Shape;113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40" name="Google Shape;1140;p48"/>
          <p:cNvSpPr txBox="1"/>
          <p:nvPr>
            <p:ph hasCustomPrompt="1" idx="9" type="title"/>
          </p:nvPr>
        </p:nvSpPr>
        <p:spPr>
          <a:xfrm>
            <a:off x="943977" y="1585193"/>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4000"/>
              <a:buNone/>
              <a:defRPr sz="4000">
                <a:solidFill>
                  <a:schemeClr val="accent3"/>
                </a:solidFill>
              </a:defRPr>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141" name="Google Shape;1141;p48"/>
          <p:cNvSpPr txBox="1"/>
          <p:nvPr>
            <p:ph hasCustomPrompt="1" idx="13" type="title"/>
          </p:nvPr>
        </p:nvSpPr>
        <p:spPr>
          <a:xfrm>
            <a:off x="943977" y="3094768"/>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4000"/>
              <a:buNone/>
              <a:defRPr sz="4000">
                <a:solidFill>
                  <a:schemeClr val="accent3"/>
                </a:solidFill>
              </a:defRPr>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142" name="Google Shape;1142;p48"/>
          <p:cNvSpPr txBox="1"/>
          <p:nvPr>
            <p:ph hasCustomPrompt="1" idx="14" type="title"/>
          </p:nvPr>
        </p:nvSpPr>
        <p:spPr>
          <a:xfrm>
            <a:off x="4687827" y="1585193"/>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4000"/>
              <a:buNone/>
              <a:defRPr>
                <a:solidFill>
                  <a:schemeClr val="accent3"/>
                </a:solidFill>
              </a:defRPr>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143" name="Google Shape;1143;p48"/>
          <p:cNvSpPr txBox="1"/>
          <p:nvPr>
            <p:ph hasCustomPrompt="1" idx="15" type="title"/>
          </p:nvPr>
        </p:nvSpPr>
        <p:spPr>
          <a:xfrm>
            <a:off x="4687827" y="3094768"/>
            <a:ext cx="775800" cy="7758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4000"/>
              <a:buNone/>
              <a:defRPr>
                <a:solidFill>
                  <a:schemeClr val="accent3"/>
                </a:solidFill>
              </a:defRPr>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grpSp>
        <p:nvGrpSpPr>
          <p:cNvPr id="1144" name="Google Shape;1144;p48"/>
          <p:cNvGrpSpPr/>
          <p:nvPr/>
        </p:nvGrpSpPr>
        <p:grpSpPr>
          <a:xfrm>
            <a:off x="7843596" y="131343"/>
            <a:ext cx="1177606" cy="869950"/>
            <a:chOff x="887825" y="3946025"/>
            <a:chExt cx="1317675" cy="973425"/>
          </a:xfrm>
        </p:grpSpPr>
        <p:sp>
          <p:nvSpPr>
            <p:cNvPr id="1145" name="Google Shape;1145;p48"/>
            <p:cNvSpPr/>
            <p:nvPr/>
          </p:nvSpPr>
          <p:spPr>
            <a:xfrm>
              <a:off x="887825" y="3946025"/>
              <a:ext cx="1317675" cy="973425"/>
            </a:xfrm>
            <a:custGeom>
              <a:rect b="b" l="l" r="r" t="t"/>
              <a:pathLst>
                <a:path extrusionOk="0" h="38937" w="52707">
                  <a:moveTo>
                    <a:pt x="42898" y="1"/>
                  </a:moveTo>
                  <a:cubicBezTo>
                    <a:pt x="42574" y="1"/>
                    <a:pt x="42244" y="45"/>
                    <a:pt x="41916" y="137"/>
                  </a:cubicBezTo>
                  <a:cubicBezTo>
                    <a:pt x="28755" y="3572"/>
                    <a:pt x="15806" y="7128"/>
                    <a:pt x="3070" y="10715"/>
                  </a:cubicBezTo>
                  <a:cubicBezTo>
                    <a:pt x="1155" y="11262"/>
                    <a:pt x="0" y="13268"/>
                    <a:pt x="547" y="15213"/>
                  </a:cubicBezTo>
                  <a:cubicBezTo>
                    <a:pt x="2432" y="22235"/>
                    <a:pt x="4377" y="29226"/>
                    <a:pt x="6262" y="36247"/>
                  </a:cubicBezTo>
                  <a:cubicBezTo>
                    <a:pt x="6717" y="37865"/>
                    <a:pt x="8181" y="38936"/>
                    <a:pt x="9780" y="38936"/>
                  </a:cubicBezTo>
                  <a:cubicBezTo>
                    <a:pt x="10104" y="38936"/>
                    <a:pt x="10433" y="38892"/>
                    <a:pt x="10760" y="38800"/>
                  </a:cubicBezTo>
                  <a:cubicBezTo>
                    <a:pt x="23375" y="35548"/>
                    <a:pt x="36323" y="31992"/>
                    <a:pt x="49576" y="28192"/>
                  </a:cubicBezTo>
                  <a:cubicBezTo>
                    <a:pt x="51551" y="27675"/>
                    <a:pt x="52706" y="25669"/>
                    <a:pt x="52129" y="23724"/>
                  </a:cubicBezTo>
                  <a:cubicBezTo>
                    <a:pt x="50640" y="16611"/>
                    <a:pt x="48725" y="9590"/>
                    <a:pt x="46384" y="2660"/>
                  </a:cubicBezTo>
                  <a:cubicBezTo>
                    <a:pt x="45955" y="1068"/>
                    <a:pt x="44495" y="1"/>
                    <a:pt x="4289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8"/>
            <p:cNvSpPr/>
            <p:nvPr/>
          </p:nvSpPr>
          <p:spPr>
            <a:xfrm>
              <a:off x="1947100" y="4445975"/>
              <a:ext cx="157325" cy="158175"/>
            </a:xfrm>
            <a:custGeom>
              <a:rect b="b" l="l" r="r" t="t"/>
              <a:pathLst>
                <a:path extrusionOk="0" h="6327" w="6293">
                  <a:moveTo>
                    <a:pt x="2780" y="1"/>
                  </a:moveTo>
                  <a:cubicBezTo>
                    <a:pt x="2515" y="1"/>
                    <a:pt x="2245" y="36"/>
                    <a:pt x="1977" y="109"/>
                  </a:cubicBezTo>
                  <a:cubicBezTo>
                    <a:pt x="1065" y="352"/>
                    <a:pt x="366" y="990"/>
                    <a:pt x="1" y="1750"/>
                  </a:cubicBezTo>
                  <a:cubicBezTo>
                    <a:pt x="639" y="2176"/>
                    <a:pt x="1095" y="2784"/>
                    <a:pt x="1338" y="3574"/>
                  </a:cubicBezTo>
                  <a:cubicBezTo>
                    <a:pt x="1551" y="4334"/>
                    <a:pt x="1430" y="5124"/>
                    <a:pt x="1095" y="5823"/>
                  </a:cubicBezTo>
                  <a:cubicBezTo>
                    <a:pt x="1604" y="6141"/>
                    <a:pt x="2202" y="6326"/>
                    <a:pt x="2827" y="6326"/>
                  </a:cubicBezTo>
                  <a:cubicBezTo>
                    <a:pt x="3098" y="6326"/>
                    <a:pt x="3373" y="6292"/>
                    <a:pt x="3648" y="6218"/>
                  </a:cubicBezTo>
                  <a:cubicBezTo>
                    <a:pt x="5320" y="5762"/>
                    <a:pt x="6293" y="4030"/>
                    <a:pt x="5837" y="2358"/>
                  </a:cubicBezTo>
                  <a:cubicBezTo>
                    <a:pt x="5454" y="955"/>
                    <a:pt x="4171" y="1"/>
                    <a:pt x="2780"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8"/>
            <p:cNvSpPr/>
            <p:nvPr/>
          </p:nvSpPr>
          <p:spPr>
            <a:xfrm>
              <a:off x="1936475" y="4489725"/>
              <a:ext cx="48650" cy="101850"/>
            </a:xfrm>
            <a:custGeom>
              <a:rect b="b" l="l" r="r" t="t"/>
              <a:pathLst>
                <a:path extrusionOk="0" h="4074" w="1946">
                  <a:moveTo>
                    <a:pt x="426" y="0"/>
                  </a:moveTo>
                  <a:cubicBezTo>
                    <a:pt x="92" y="669"/>
                    <a:pt x="0" y="1429"/>
                    <a:pt x="183" y="2249"/>
                  </a:cubicBezTo>
                  <a:cubicBezTo>
                    <a:pt x="426" y="3009"/>
                    <a:pt x="882" y="3648"/>
                    <a:pt x="1520" y="4073"/>
                  </a:cubicBezTo>
                  <a:cubicBezTo>
                    <a:pt x="1855" y="3374"/>
                    <a:pt x="1946" y="2614"/>
                    <a:pt x="1763" y="1824"/>
                  </a:cubicBezTo>
                  <a:cubicBezTo>
                    <a:pt x="1520" y="1034"/>
                    <a:pt x="1034" y="426"/>
                    <a:pt x="4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8"/>
            <p:cNvSpPr/>
            <p:nvPr/>
          </p:nvSpPr>
          <p:spPr>
            <a:xfrm>
              <a:off x="1016250" y="4560875"/>
              <a:ext cx="52450" cy="73950"/>
            </a:xfrm>
            <a:custGeom>
              <a:rect b="b" l="l" r="r" t="t"/>
              <a:pathLst>
                <a:path extrusionOk="0" h="2958" w="2098">
                  <a:moveTo>
                    <a:pt x="1183" y="1"/>
                  </a:moveTo>
                  <a:cubicBezTo>
                    <a:pt x="857" y="1"/>
                    <a:pt x="160" y="228"/>
                    <a:pt x="61" y="376"/>
                  </a:cubicBezTo>
                  <a:cubicBezTo>
                    <a:pt x="0" y="528"/>
                    <a:pt x="639" y="2838"/>
                    <a:pt x="760" y="2929"/>
                  </a:cubicBezTo>
                  <a:cubicBezTo>
                    <a:pt x="784" y="2949"/>
                    <a:pt x="831" y="2957"/>
                    <a:pt x="892" y="2957"/>
                  </a:cubicBezTo>
                  <a:cubicBezTo>
                    <a:pt x="1210" y="2957"/>
                    <a:pt x="1930" y="2723"/>
                    <a:pt x="2006" y="2595"/>
                  </a:cubicBezTo>
                  <a:cubicBezTo>
                    <a:pt x="2098" y="2473"/>
                    <a:pt x="1429" y="163"/>
                    <a:pt x="1338" y="42"/>
                  </a:cubicBezTo>
                  <a:cubicBezTo>
                    <a:pt x="1315" y="13"/>
                    <a:pt x="1259" y="1"/>
                    <a:pt x="118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8"/>
            <p:cNvSpPr/>
            <p:nvPr/>
          </p:nvSpPr>
          <p:spPr>
            <a:xfrm>
              <a:off x="1069425" y="4546000"/>
              <a:ext cx="52475" cy="73625"/>
            </a:xfrm>
            <a:custGeom>
              <a:rect b="b" l="l" r="r" t="t"/>
              <a:pathLst>
                <a:path extrusionOk="0" h="2945" w="2099">
                  <a:moveTo>
                    <a:pt x="1215" y="1"/>
                  </a:moveTo>
                  <a:cubicBezTo>
                    <a:pt x="901" y="1"/>
                    <a:pt x="138" y="236"/>
                    <a:pt x="62" y="363"/>
                  </a:cubicBezTo>
                  <a:cubicBezTo>
                    <a:pt x="1" y="515"/>
                    <a:pt x="639" y="2825"/>
                    <a:pt x="761" y="2916"/>
                  </a:cubicBezTo>
                  <a:cubicBezTo>
                    <a:pt x="785" y="2936"/>
                    <a:pt x="832" y="2944"/>
                    <a:pt x="894" y="2944"/>
                  </a:cubicBezTo>
                  <a:cubicBezTo>
                    <a:pt x="1219" y="2944"/>
                    <a:pt x="1956" y="2710"/>
                    <a:pt x="2007" y="2582"/>
                  </a:cubicBezTo>
                  <a:cubicBezTo>
                    <a:pt x="2098" y="2461"/>
                    <a:pt x="1429" y="150"/>
                    <a:pt x="1338" y="29"/>
                  </a:cubicBezTo>
                  <a:cubicBezTo>
                    <a:pt x="1319" y="9"/>
                    <a:pt x="1275" y="1"/>
                    <a:pt x="121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8"/>
            <p:cNvSpPr/>
            <p:nvPr/>
          </p:nvSpPr>
          <p:spPr>
            <a:xfrm>
              <a:off x="1122625" y="4531575"/>
              <a:ext cx="52450" cy="73600"/>
            </a:xfrm>
            <a:custGeom>
              <a:rect b="b" l="l" r="r" t="t"/>
              <a:pathLst>
                <a:path extrusionOk="0" h="2944" w="2098">
                  <a:moveTo>
                    <a:pt x="1204" y="0"/>
                  </a:moveTo>
                  <a:cubicBezTo>
                    <a:pt x="879" y="0"/>
                    <a:pt x="138" y="235"/>
                    <a:pt x="61" y="363"/>
                  </a:cubicBezTo>
                  <a:cubicBezTo>
                    <a:pt x="1" y="515"/>
                    <a:pt x="639" y="2855"/>
                    <a:pt x="760" y="2916"/>
                  </a:cubicBezTo>
                  <a:cubicBezTo>
                    <a:pt x="785" y="2935"/>
                    <a:pt x="831" y="2944"/>
                    <a:pt x="892" y="2944"/>
                  </a:cubicBezTo>
                  <a:cubicBezTo>
                    <a:pt x="1211" y="2944"/>
                    <a:pt x="1930" y="2709"/>
                    <a:pt x="2007" y="2582"/>
                  </a:cubicBezTo>
                  <a:cubicBezTo>
                    <a:pt x="2098" y="2460"/>
                    <a:pt x="1429" y="150"/>
                    <a:pt x="1338" y="28"/>
                  </a:cubicBezTo>
                  <a:cubicBezTo>
                    <a:pt x="1314" y="9"/>
                    <a:pt x="1267" y="0"/>
                    <a:pt x="120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8"/>
            <p:cNvSpPr/>
            <p:nvPr/>
          </p:nvSpPr>
          <p:spPr>
            <a:xfrm>
              <a:off x="1175825" y="4517425"/>
              <a:ext cx="52450" cy="73325"/>
            </a:xfrm>
            <a:custGeom>
              <a:rect b="b" l="l" r="r" t="t"/>
              <a:pathLst>
                <a:path extrusionOk="0" h="2933" w="2098">
                  <a:moveTo>
                    <a:pt x="1241" y="0"/>
                  </a:moveTo>
                  <a:cubicBezTo>
                    <a:pt x="939" y="0"/>
                    <a:pt x="141" y="249"/>
                    <a:pt x="61" y="382"/>
                  </a:cubicBezTo>
                  <a:cubicBezTo>
                    <a:pt x="0" y="534"/>
                    <a:pt x="639" y="2844"/>
                    <a:pt x="760" y="2904"/>
                  </a:cubicBezTo>
                  <a:cubicBezTo>
                    <a:pt x="785" y="2924"/>
                    <a:pt x="832" y="2932"/>
                    <a:pt x="894" y="2932"/>
                  </a:cubicBezTo>
                  <a:cubicBezTo>
                    <a:pt x="1218" y="2932"/>
                    <a:pt x="1955" y="2698"/>
                    <a:pt x="2006" y="2570"/>
                  </a:cubicBezTo>
                  <a:cubicBezTo>
                    <a:pt x="2098" y="2448"/>
                    <a:pt x="1429" y="138"/>
                    <a:pt x="1338" y="17"/>
                  </a:cubicBezTo>
                  <a:cubicBezTo>
                    <a:pt x="1318" y="5"/>
                    <a:pt x="1285" y="0"/>
                    <a:pt x="124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8"/>
            <p:cNvSpPr/>
            <p:nvPr/>
          </p:nvSpPr>
          <p:spPr>
            <a:xfrm>
              <a:off x="1300450" y="4483225"/>
              <a:ext cx="51700" cy="73325"/>
            </a:xfrm>
            <a:custGeom>
              <a:rect b="b" l="l" r="r" t="t"/>
              <a:pathLst>
                <a:path extrusionOk="0" h="2933" w="2068">
                  <a:moveTo>
                    <a:pt x="1230" y="0"/>
                  </a:moveTo>
                  <a:cubicBezTo>
                    <a:pt x="963" y="0"/>
                    <a:pt x="141" y="249"/>
                    <a:pt x="61" y="382"/>
                  </a:cubicBezTo>
                  <a:cubicBezTo>
                    <a:pt x="0" y="503"/>
                    <a:pt x="639" y="2844"/>
                    <a:pt x="760" y="2905"/>
                  </a:cubicBezTo>
                  <a:cubicBezTo>
                    <a:pt x="784" y="2924"/>
                    <a:pt x="831" y="2933"/>
                    <a:pt x="892" y="2933"/>
                  </a:cubicBezTo>
                  <a:cubicBezTo>
                    <a:pt x="1210" y="2933"/>
                    <a:pt x="1930" y="2698"/>
                    <a:pt x="2006" y="2570"/>
                  </a:cubicBezTo>
                  <a:cubicBezTo>
                    <a:pt x="2067" y="2449"/>
                    <a:pt x="1429" y="139"/>
                    <a:pt x="1307" y="17"/>
                  </a:cubicBezTo>
                  <a:cubicBezTo>
                    <a:pt x="1296" y="6"/>
                    <a:pt x="1269" y="0"/>
                    <a:pt x="123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8"/>
            <p:cNvSpPr/>
            <p:nvPr/>
          </p:nvSpPr>
          <p:spPr>
            <a:xfrm>
              <a:off x="1353625" y="4468925"/>
              <a:ext cx="51700" cy="73675"/>
            </a:xfrm>
            <a:custGeom>
              <a:rect b="b" l="l" r="r" t="t"/>
              <a:pathLst>
                <a:path extrusionOk="0" h="2947" w="2068">
                  <a:moveTo>
                    <a:pt x="1142" y="1"/>
                  </a:moveTo>
                  <a:cubicBezTo>
                    <a:pt x="809" y="1"/>
                    <a:pt x="136" y="228"/>
                    <a:pt x="62" y="376"/>
                  </a:cubicBezTo>
                  <a:cubicBezTo>
                    <a:pt x="1" y="528"/>
                    <a:pt x="639" y="2838"/>
                    <a:pt x="761" y="2929"/>
                  </a:cubicBezTo>
                  <a:cubicBezTo>
                    <a:pt x="780" y="2941"/>
                    <a:pt x="813" y="2946"/>
                    <a:pt x="856" y="2946"/>
                  </a:cubicBezTo>
                  <a:cubicBezTo>
                    <a:pt x="1152" y="2946"/>
                    <a:pt x="1927" y="2698"/>
                    <a:pt x="2007" y="2565"/>
                  </a:cubicBezTo>
                  <a:cubicBezTo>
                    <a:pt x="2068" y="2474"/>
                    <a:pt x="1429" y="133"/>
                    <a:pt x="1308" y="42"/>
                  </a:cubicBezTo>
                  <a:cubicBezTo>
                    <a:pt x="1279" y="13"/>
                    <a:pt x="1220" y="1"/>
                    <a:pt x="1142"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8"/>
            <p:cNvSpPr/>
            <p:nvPr/>
          </p:nvSpPr>
          <p:spPr>
            <a:xfrm>
              <a:off x="1405300" y="4454500"/>
              <a:ext cx="52475" cy="73950"/>
            </a:xfrm>
            <a:custGeom>
              <a:rect b="b" l="l" r="r" t="t"/>
              <a:pathLst>
                <a:path extrusionOk="0" h="2958" w="2099">
                  <a:moveTo>
                    <a:pt x="1181" y="0"/>
                  </a:moveTo>
                  <a:cubicBezTo>
                    <a:pt x="850" y="0"/>
                    <a:pt x="141" y="228"/>
                    <a:pt x="92" y="376"/>
                  </a:cubicBezTo>
                  <a:cubicBezTo>
                    <a:pt x="1" y="528"/>
                    <a:pt x="670" y="2838"/>
                    <a:pt x="761" y="2929"/>
                  </a:cubicBezTo>
                  <a:cubicBezTo>
                    <a:pt x="785" y="2948"/>
                    <a:pt x="832" y="2957"/>
                    <a:pt x="894" y="2957"/>
                  </a:cubicBezTo>
                  <a:cubicBezTo>
                    <a:pt x="1219" y="2957"/>
                    <a:pt x="1956" y="2722"/>
                    <a:pt x="2007" y="2595"/>
                  </a:cubicBezTo>
                  <a:cubicBezTo>
                    <a:pt x="2098" y="2473"/>
                    <a:pt x="1460" y="163"/>
                    <a:pt x="1338" y="41"/>
                  </a:cubicBezTo>
                  <a:cubicBezTo>
                    <a:pt x="1315" y="13"/>
                    <a:pt x="1258" y="0"/>
                    <a:pt x="118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8"/>
            <p:cNvSpPr/>
            <p:nvPr/>
          </p:nvSpPr>
          <p:spPr>
            <a:xfrm>
              <a:off x="1458500" y="4439625"/>
              <a:ext cx="52450" cy="73325"/>
            </a:xfrm>
            <a:custGeom>
              <a:rect b="b" l="l" r="r" t="t"/>
              <a:pathLst>
                <a:path extrusionOk="0" h="2933" w="2098">
                  <a:moveTo>
                    <a:pt x="1205" y="0"/>
                  </a:moveTo>
                  <a:cubicBezTo>
                    <a:pt x="880" y="0"/>
                    <a:pt x="143" y="235"/>
                    <a:pt x="92" y="363"/>
                  </a:cubicBezTo>
                  <a:cubicBezTo>
                    <a:pt x="1" y="515"/>
                    <a:pt x="639" y="2825"/>
                    <a:pt x="760" y="2916"/>
                  </a:cubicBezTo>
                  <a:cubicBezTo>
                    <a:pt x="780" y="2928"/>
                    <a:pt x="813" y="2933"/>
                    <a:pt x="857" y="2933"/>
                  </a:cubicBezTo>
                  <a:cubicBezTo>
                    <a:pt x="1160" y="2933"/>
                    <a:pt x="1957" y="2688"/>
                    <a:pt x="2037" y="2582"/>
                  </a:cubicBezTo>
                  <a:cubicBezTo>
                    <a:pt x="2098" y="2460"/>
                    <a:pt x="1490" y="180"/>
                    <a:pt x="1338" y="28"/>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8"/>
            <p:cNvSpPr/>
            <p:nvPr/>
          </p:nvSpPr>
          <p:spPr>
            <a:xfrm>
              <a:off x="1689500" y="4376825"/>
              <a:ext cx="52475" cy="73350"/>
            </a:xfrm>
            <a:custGeom>
              <a:rect b="b" l="l" r="r" t="t"/>
              <a:pathLst>
                <a:path extrusionOk="0" h="2934" w="2099">
                  <a:moveTo>
                    <a:pt x="1251" y="1"/>
                  </a:moveTo>
                  <a:cubicBezTo>
                    <a:pt x="964" y="1"/>
                    <a:pt x="145" y="250"/>
                    <a:pt x="92" y="382"/>
                  </a:cubicBezTo>
                  <a:cubicBezTo>
                    <a:pt x="1" y="534"/>
                    <a:pt x="639" y="2844"/>
                    <a:pt x="761" y="2905"/>
                  </a:cubicBezTo>
                  <a:cubicBezTo>
                    <a:pt x="785" y="2925"/>
                    <a:pt x="832" y="2933"/>
                    <a:pt x="894" y="2933"/>
                  </a:cubicBezTo>
                  <a:cubicBezTo>
                    <a:pt x="1219" y="2933"/>
                    <a:pt x="1956" y="2699"/>
                    <a:pt x="2007" y="2571"/>
                  </a:cubicBezTo>
                  <a:cubicBezTo>
                    <a:pt x="2098" y="2449"/>
                    <a:pt x="1460" y="139"/>
                    <a:pt x="1338" y="18"/>
                  </a:cubicBezTo>
                  <a:cubicBezTo>
                    <a:pt x="1323" y="6"/>
                    <a:pt x="1292" y="1"/>
                    <a:pt x="125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8"/>
            <p:cNvSpPr/>
            <p:nvPr/>
          </p:nvSpPr>
          <p:spPr>
            <a:xfrm>
              <a:off x="1742700" y="4362875"/>
              <a:ext cx="52450" cy="73325"/>
            </a:xfrm>
            <a:custGeom>
              <a:rect b="b" l="l" r="r" t="t"/>
              <a:pathLst>
                <a:path extrusionOk="0" h="2933" w="2098">
                  <a:moveTo>
                    <a:pt x="1205" y="0"/>
                  </a:moveTo>
                  <a:cubicBezTo>
                    <a:pt x="880" y="0"/>
                    <a:pt x="143" y="235"/>
                    <a:pt x="92" y="363"/>
                  </a:cubicBezTo>
                  <a:cubicBezTo>
                    <a:pt x="0" y="515"/>
                    <a:pt x="639" y="2825"/>
                    <a:pt x="760" y="2916"/>
                  </a:cubicBezTo>
                  <a:cubicBezTo>
                    <a:pt x="780" y="2928"/>
                    <a:pt x="813" y="2933"/>
                    <a:pt x="857" y="2933"/>
                  </a:cubicBezTo>
                  <a:cubicBezTo>
                    <a:pt x="1158" y="2933"/>
                    <a:pt x="1954" y="2684"/>
                    <a:pt x="2007" y="2551"/>
                  </a:cubicBezTo>
                  <a:cubicBezTo>
                    <a:pt x="2098" y="2399"/>
                    <a:pt x="1429" y="120"/>
                    <a:pt x="1338" y="29"/>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8"/>
            <p:cNvSpPr/>
            <p:nvPr/>
          </p:nvSpPr>
          <p:spPr>
            <a:xfrm>
              <a:off x="1867325" y="4328425"/>
              <a:ext cx="52450" cy="73600"/>
            </a:xfrm>
            <a:custGeom>
              <a:rect b="b" l="l" r="r" t="t"/>
              <a:pathLst>
                <a:path extrusionOk="0" h="2944" w="2098">
                  <a:moveTo>
                    <a:pt x="1196" y="0"/>
                  </a:moveTo>
                  <a:cubicBezTo>
                    <a:pt x="877" y="0"/>
                    <a:pt x="161" y="248"/>
                    <a:pt x="61" y="373"/>
                  </a:cubicBezTo>
                  <a:cubicBezTo>
                    <a:pt x="0" y="525"/>
                    <a:pt x="639" y="2835"/>
                    <a:pt x="760" y="2926"/>
                  </a:cubicBezTo>
                  <a:cubicBezTo>
                    <a:pt x="780" y="2938"/>
                    <a:pt x="813" y="2943"/>
                    <a:pt x="856" y="2943"/>
                  </a:cubicBezTo>
                  <a:cubicBezTo>
                    <a:pt x="1158" y="2943"/>
                    <a:pt x="1953" y="2694"/>
                    <a:pt x="2007" y="2562"/>
                  </a:cubicBezTo>
                  <a:cubicBezTo>
                    <a:pt x="2098" y="2470"/>
                    <a:pt x="1429" y="130"/>
                    <a:pt x="1338" y="39"/>
                  </a:cubicBezTo>
                  <a:cubicBezTo>
                    <a:pt x="1316" y="12"/>
                    <a:pt x="1266" y="0"/>
                    <a:pt x="119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8"/>
            <p:cNvSpPr/>
            <p:nvPr/>
          </p:nvSpPr>
          <p:spPr>
            <a:xfrm>
              <a:off x="1920525" y="4313925"/>
              <a:ext cx="52450" cy="73925"/>
            </a:xfrm>
            <a:custGeom>
              <a:rect b="b" l="l" r="r" t="t"/>
              <a:pathLst>
                <a:path extrusionOk="0" h="2957" w="2098">
                  <a:moveTo>
                    <a:pt x="1180" y="0"/>
                  </a:moveTo>
                  <a:cubicBezTo>
                    <a:pt x="848" y="0"/>
                    <a:pt x="135" y="228"/>
                    <a:pt x="61" y="376"/>
                  </a:cubicBezTo>
                  <a:cubicBezTo>
                    <a:pt x="0" y="528"/>
                    <a:pt x="638" y="2838"/>
                    <a:pt x="760" y="2929"/>
                  </a:cubicBezTo>
                  <a:cubicBezTo>
                    <a:pt x="784" y="2948"/>
                    <a:pt x="831" y="2957"/>
                    <a:pt x="893" y="2957"/>
                  </a:cubicBezTo>
                  <a:cubicBezTo>
                    <a:pt x="1218" y="2957"/>
                    <a:pt x="1955" y="2722"/>
                    <a:pt x="2006" y="2594"/>
                  </a:cubicBezTo>
                  <a:cubicBezTo>
                    <a:pt x="2097" y="2473"/>
                    <a:pt x="1429" y="163"/>
                    <a:pt x="1338" y="41"/>
                  </a:cubicBezTo>
                  <a:cubicBezTo>
                    <a:pt x="1314" y="12"/>
                    <a:pt x="1258" y="0"/>
                    <a:pt x="118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8"/>
            <p:cNvSpPr/>
            <p:nvPr/>
          </p:nvSpPr>
          <p:spPr>
            <a:xfrm>
              <a:off x="1972950" y="4299475"/>
              <a:ext cx="51700" cy="73950"/>
            </a:xfrm>
            <a:custGeom>
              <a:rect b="b" l="l" r="r" t="t"/>
              <a:pathLst>
                <a:path extrusionOk="0" h="2958" w="2068">
                  <a:moveTo>
                    <a:pt x="1167" y="0"/>
                  </a:moveTo>
                  <a:cubicBezTo>
                    <a:pt x="857" y="0"/>
                    <a:pt x="160" y="228"/>
                    <a:pt x="61" y="376"/>
                  </a:cubicBezTo>
                  <a:cubicBezTo>
                    <a:pt x="0" y="528"/>
                    <a:pt x="639" y="2868"/>
                    <a:pt x="760" y="2929"/>
                  </a:cubicBezTo>
                  <a:cubicBezTo>
                    <a:pt x="785" y="2949"/>
                    <a:pt x="831" y="2957"/>
                    <a:pt x="892" y="2957"/>
                  </a:cubicBezTo>
                  <a:cubicBezTo>
                    <a:pt x="1210" y="2957"/>
                    <a:pt x="1930" y="2723"/>
                    <a:pt x="2007" y="2595"/>
                  </a:cubicBezTo>
                  <a:cubicBezTo>
                    <a:pt x="2067" y="2473"/>
                    <a:pt x="1429" y="163"/>
                    <a:pt x="1307" y="42"/>
                  </a:cubicBezTo>
                  <a:cubicBezTo>
                    <a:pt x="1290" y="13"/>
                    <a:pt x="1239" y="0"/>
                    <a:pt x="1167"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8"/>
            <p:cNvSpPr/>
            <p:nvPr/>
          </p:nvSpPr>
          <p:spPr>
            <a:xfrm>
              <a:off x="2026150" y="4284600"/>
              <a:ext cx="53200" cy="73625"/>
            </a:xfrm>
            <a:custGeom>
              <a:rect b="b" l="l" r="r" t="t"/>
              <a:pathLst>
                <a:path extrusionOk="0" h="2945" w="2128">
                  <a:moveTo>
                    <a:pt x="1176" y="1"/>
                  </a:moveTo>
                  <a:cubicBezTo>
                    <a:pt x="857" y="1"/>
                    <a:pt x="137" y="236"/>
                    <a:pt x="61" y="363"/>
                  </a:cubicBezTo>
                  <a:cubicBezTo>
                    <a:pt x="0" y="515"/>
                    <a:pt x="638" y="2856"/>
                    <a:pt x="760" y="2916"/>
                  </a:cubicBezTo>
                  <a:cubicBezTo>
                    <a:pt x="784" y="2936"/>
                    <a:pt x="831" y="2944"/>
                    <a:pt x="891" y="2944"/>
                  </a:cubicBezTo>
                  <a:cubicBezTo>
                    <a:pt x="1210" y="2944"/>
                    <a:pt x="1930" y="2710"/>
                    <a:pt x="2006" y="2582"/>
                  </a:cubicBezTo>
                  <a:cubicBezTo>
                    <a:pt x="2128" y="2460"/>
                    <a:pt x="1459" y="181"/>
                    <a:pt x="1307" y="29"/>
                  </a:cubicBezTo>
                  <a:cubicBezTo>
                    <a:pt x="1283" y="9"/>
                    <a:pt x="1237" y="1"/>
                    <a:pt x="1176"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8"/>
            <p:cNvSpPr/>
            <p:nvPr/>
          </p:nvSpPr>
          <p:spPr>
            <a:xfrm>
              <a:off x="965325" y="4210375"/>
              <a:ext cx="323750" cy="172225"/>
            </a:xfrm>
            <a:custGeom>
              <a:rect b="b" l="l" r="r" t="t"/>
              <a:pathLst>
                <a:path extrusionOk="0" h="6889" w="12950">
                  <a:moveTo>
                    <a:pt x="10457" y="353"/>
                  </a:moveTo>
                  <a:cubicBezTo>
                    <a:pt x="11338" y="353"/>
                    <a:pt x="12129" y="961"/>
                    <a:pt x="12402" y="1812"/>
                  </a:cubicBezTo>
                  <a:cubicBezTo>
                    <a:pt x="12554" y="2359"/>
                    <a:pt x="12493" y="2876"/>
                    <a:pt x="12220" y="3332"/>
                  </a:cubicBezTo>
                  <a:cubicBezTo>
                    <a:pt x="11946" y="3849"/>
                    <a:pt x="11521" y="4153"/>
                    <a:pt x="11004" y="4305"/>
                  </a:cubicBezTo>
                  <a:lnTo>
                    <a:pt x="3162" y="6432"/>
                  </a:lnTo>
                  <a:cubicBezTo>
                    <a:pt x="3004" y="6468"/>
                    <a:pt x="2846" y="6486"/>
                    <a:pt x="2690" y="6486"/>
                  </a:cubicBezTo>
                  <a:cubicBezTo>
                    <a:pt x="1792" y="6486"/>
                    <a:pt x="959" y="5910"/>
                    <a:pt x="700" y="5004"/>
                  </a:cubicBezTo>
                  <a:cubicBezTo>
                    <a:pt x="426" y="3940"/>
                    <a:pt x="1034" y="2846"/>
                    <a:pt x="2098" y="2542"/>
                  </a:cubicBezTo>
                  <a:lnTo>
                    <a:pt x="9940" y="414"/>
                  </a:lnTo>
                  <a:cubicBezTo>
                    <a:pt x="10122" y="384"/>
                    <a:pt x="10274" y="353"/>
                    <a:pt x="10457" y="353"/>
                  </a:cubicBezTo>
                  <a:close/>
                  <a:moveTo>
                    <a:pt x="10460" y="1"/>
                  </a:moveTo>
                  <a:cubicBezTo>
                    <a:pt x="10258" y="1"/>
                    <a:pt x="10053" y="26"/>
                    <a:pt x="9849" y="80"/>
                  </a:cubicBezTo>
                  <a:lnTo>
                    <a:pt x="2037" y="2208"/>
                  </a:lnTo>
                  <a:cubicBezTo>
                    <a:pt x="761" y="2542"/>
                    <a:pt x="1" y="3879"/>
                    <a:pt x="365" y="5125"/>
                  </a:cubicBezTo>
                  <a:cubicBezTo>
                    <a:pt x="639" y="6189"/>
                    <a:pt x="1612" y="6888"/>
                    <a:pt x="2645" y="6888"/>
                  </a:cubicBezTo>
                  <a:cubicBezTo>
                    <a:pt x="2827" y="6888"/>
                    <a:pt x="3010" y="6828"/>
                    <a:pt x="3283" y="6767"/>
                  </a:cubicBezTo>
                  <a:lnTo>
                    <a:pt x="11126" y="4639"/>
                  </a:lnTo>
                  <a:cubicBezTo>
                    <a:pt x="11733" y="4487"/>
                    <a:pt x="12250" y="4092"/>
                    <a:pt x="12554" y="3515"/>
                  </a:cubicBezTo>
                  <a:cubicBezTo>
                    <a:pt x="12858" y="2998"/>
                    <a:pt x="12949" y="2359"/>
                    <a:pt x="12797" y="1752"/>
                  </a:cubicBezTo>
                  <a:cubicBezTo>
                    <a:pt x="12491" y="705"/>
                    <a:pt x="11519" y="1"/>
                    <a:pt x="1046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3" name="Google Shape;1163;p48"/>
          <p:cNvGrpSpPr/>
          <p:nvPr/>
        </p:nvGrpSpPr>
        <p:grpSpPr>
          <a:xfrm>
            <a:off x="36037" y="4083290"/>
            <a:ext cx="1177569" cy="973387"/>
            <a:chOff x="390850" y="3207100"/>
            <a:chExt cx="1354150" cy="1119350"/>
          </a:xfrm>
        </p:grpSpPr>
        <p:sp>
          <p:nvSpPr>
            <p:cNvPr id="1164" name="Google Shape;1164;p48"/>
            <p:cNvSpPr/>
            <p:nvPr/>
          </p:nvSpPr>
          <p:spPr>
            <a:xfrm>
              <a:off x="390850" y="3207100"/>
              <a:ext cx="1354150" cy="1119350"/>
            </a:xfrm>
            <a:custGeom>
              <a:rect b="b" l="l" r="r" t="t"/>
              <a:pathLst>
                <a:path extrusionOk="0" h="44774" w="54166">
                  <a:moveTo>
                    <a:pt x="13913" y="0"/>
                  </a:moveTo>
                  <a:cubicBezTo>
                    <a:pt x="12570" y="0"/>
                    <a:pt x="11285" y="743"/>
                    <a:pt x="10639" y="2034"/>
                  </a:cubicBezTo>
                  <a:cubicBezTo>
                    <a:pt x="7052" y="8326"/>
                    <a:pt x="3800" y="14831"/>
                    <a:pt x="912" y="21548"/>
                  </a:cubicBezTo>
                  <a:cubicBezTo>
                    <a:pt x="1" y="23372"/>
                    <a:pt x="730" y="25530"/>
                    <a:pt x="2554" y="26442"/>
                  </a:cubicBezTo>
                  <a:cubicBezTo>
                    <a:pt x="14712" y="32612"/>
                    <a:pt x="26718" y="38600"/>
                    <a:pt x="38603" y="44375"/>
                  </a:cubicBezTo>
                  <a:cubicBezTo>
                    <a:pt x="39143" y="44645"/>
                    <a:pt x="39716" y="44774"/>
                    <a:pt x="40277" y="44774"/>
                  </a:cubicBezTo>
                  <a:cubicBezTo>
                    <a:pt x="41612" y="44774"/>
                    <a:pt x="42885" y="44047"/>
                    <a:pt x="43527" y="42764"/>
                  </a:cubicBezTo>
                  <a:cubicBezTo>
                    <a:pt x="46749" y="36259"/>
                    <a:pt x="50001" y="29724"/>
                    <a:pt x="53254" y="23220"/>
                  </a:cubicBezTo>
                  <a:cubicBezTo>
                    <a:pt x="54166" y="21396"/>
                    <a:pt x="53436" y="19238"/>
                    <a:pt x="51612" y="18326"/>
                  </a:cubicBezTo>
                  <a:cubicBezTo>
                    <a:pt x="39971" y="12368"/>
                    <a:pt x="27965" y="6381"/>
                    <a:pt x="15563" y="393"/>
                  </a:cubicBezTo>
                  <a:cubicBezTo>
                    <a:pt x="15031" y="126"/>
                    <a:pt x="14467" y="0"/>
                    <a:pt x="13913"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8"/>
            <p:cNvSpPr/>
            <p:nvPr/>
          </p:nvSpPr>
          <p:spPr>
            <a:xfrm>
              <a:off x="445575" y="3527700"/>
              <a:ext cx="1140600" cy="680125"/>
            </a:xfrm>
            <a:custGeom>
              <a:rect b="b" l="l" r="r" t="t"/>
              <a:pathLst>
                <a:path extrusionOk="0" h="27205" w="45624">
                  <a:moveTo>
                    <a:pt x="2766" y="0"/>
                  </a:moveTo>
                  <a:cubicBezTo>
                    <a:pt x="1824" y="1976"/>
                    <a:pt x="851" y="3952"/>
                    <a:pt x="0" y="5928"/>
                  </a:cubicBezTo>
                  <a:lnTo>
                    <a:pt x="42706" y="27204"/>
                  </a:lnTo>
                  <a:lnTo>
                    <a:pt x="45624" y="21338"/>
                  </a:lnTo>
                  <a:lnTo>
                    <a:pt x="276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8"/>
            <p:cNvSpPr/>
            <p:nvPr/>
          </p:nvSpPr>
          <p:spPr>
            <a:xfrm>
              <a:off x="1423550" y="3646900"/>
              <a:ext cx="208225" cy="145275"/>
            </a:xfrm>
            <a:custGeom>
              <a:rect b="b" l="l" r="r" t="t"/>
              <a:pathLst>
                <a:path extrusionOk="0" h="5811" w="8329">
                  <a:moveTo>
                    <a:pt x="2128" y="339"/>
                  </a:moveTo>
                  <a:cubicBezTo>
                    <a:pt x="2371" y="339"/>
                    <a:pt x="2584" y="430"/>
                    <a:pt x="2766" y="491"/>
                  </a:cubicBezTo>
                  <a:lnTo>
                    <a:pt x="6991" y="2588"/>
                  </a:lnTo>
                  <a:cubicBezTo>
                    <a:pt x="7356" y="2771"/>
                    <a:pt x="7630" y="3074"/>
                    <a:pt x="7751" y="3470"/>
                  </a:cubicBezTo>
                  <a:cubicBezTo>
                    <a:pt x="7873" y="3834"/>
                    <a:pt x="7873" y="4260"/>
                    <a:pt x="7690" y="4594"/>
                  </a:cubicBezTo>
                  <a:cubicBezTo>
                    <a:pt x="7478" y="4989"/>
                    <a:pt x="7174" y="5263"/>
                    <a:pt x="6809" y="5354"/>
                  </a:cubicBezTo>
                  <a:cubicBezTo>
                    <a:pt x="6631" y="5409"/>
                    <a:pt x="6454" y="5439"/>
                    <a:pt x="6279" y="5439"/>
                  </a:cubicBezTo>
                  <a:cubicBezTo>
                    <a:pt x="6065" y="5439"/>
                    <a:pt x="5855" y="5394"/>
                    <a:pt x="5654" y="5293"/>
                  </a:cubicBezTo>
                  <a:lnTo>
                    <a:pt x="1459" y="3196"/>
                  </a:lnTo>
                  <a:cubicBezTo>
                    <a:pt x="699" y="2831"/>
                    <a:pt x="395" y="1950"/>
                    <a:pt x="760" y="1190"/>
                  </a:cubicBezTo>
                  <a:cubicBezTo>
                    <a:pt x="943" y="795"/>
                    <a:pt x="1247" y="552"/>
                    <a:pt x="1642" y="430"/>
                  </a:cubicBezTo>
                  <a:cubicBezTo>
                    <a:pt x="1824" y="400"/>
                    <a:pt x="1976" y="339"/>
                    <a:pt x="2128" y="339"/>
                  </a:cubicBezTo>
                  <a:close/>
                  <a:moveTo>
                    <a:pt x="2181" y="1"/>
                  </a:moveTo>
                  <a:cubicBezTo>
                    <a:pt x="1976" y="1"/>
                    <a:pt x="1766" y="32"/>
                    <a:pt x="1550" y="96"/>
                  </a:cubicBezTo>
                  <a:cubicBezTo>
                    <a:pt x="1064" y="217"/>
                    <a:pt x="699" y="582"/>
                    <a:pt x="456" y="1038"/>
                  </a:cubicBezTo>
                  <a:cubicBezTo>
                    <a:pt x="0" y="1950"/>
                    <a:pt x="395" y="3074"/>
                    <a:pt x="1307" y="3530"/>
                  </a:cubicBezTo>
                  <a:lnTo>
                    <a:pt x="5502" y="5628"/>
                  </a:lnTo>
                  <a:cubicBezTo>
                    <a:pt x="5775" y="5749"/>
                    <a:pt x="6049" y="5810"/>
                    <a:pt x="6353" y="5810"/>
                  </a:cubicBezTo>
                  <a:cubicBezTo>
                    <a:pt x="6535" y="5810"/>
                    <a:pt x="6718" y="5810"/>
                    <a:pt x="6961" y="5780"/>
                  </a:cubicBezTo>
                  <a:cubicBezTo>
                    <a:pt x="7447" y="5628"/>
                    <a:pt x="7842" y="5293"/>
                    <a:pt x="8055" y="4837"/>
                  </a:cubicBezTo>
                  <a:cubicBezTo>
                    <a:pt x="8298" y="4381"/>
                    <a:pt x="8329" y="3895"/>
                    <a:pt x="8177" y="3378"/>
                  </a:cubicBezTo>
                  <a:cubicBezTo>
                    <a:pt x="8025" y="2892"/>
                    <a:pt x="7690" y="2527"/>
                    <a:pt x="7234" y="2284"/>
                  </a:cubicBezTo>
                  <a:lnTo>
                    <a:pt x="3009" y="187"/>
                  </a:lnTo>
                  <a:cubicBezTo>
                    <a:pt x="2744" y="63"/>
                    <a:pt x="2467" y="1"/>
                    <a:pt x="218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48"/>
            <p:cNvSpPr/>
            <p:nvPr/>
          </p:nvSpPr>
          <p:spPr>
            <a:xfrm>
              <a:off x="469125" y="3753375"/>
              <a:ext cx="182400" cy="98050"/>
            </a:xfrm>
            <a:custGeom>
              <a:rect b="b" l="l" r="r" t="t"/>
              <a:pathLst>
                <a:path extrusionOk="0" h="3922" w="7296">
                  <a:moveTo>
                    <a:pt x="152" y="1"/>
                  </a:moveTo>
                  <a:lnTo>
                    <a:pt x="0" y="366"/>
                  </a:lnTo>
                  <a:lnTo>
                    <a:pt x="7143" y="3922"/>
                  </a:lnTo>
                  <a:lnTo>
                    <a:pt x="7295" y="3557"/>
                  </a:lnTo>
                  <a:lnTo>
                    <a:pt x="152"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48"/>
            <p:cNvSpPr/>
            <p:nvPr/>
          </p:nvSpPr>
          <p:spPr>
            <a:xfrm>
              <a:off x="702400" y="3870400"/>
              <a:ext cx="103375" cy="58550"/>
            </a:xfrm>
            <a:custGeom>
              <a:rect b="b" l="l" r="r" t="t"/>
              <a:pathLst>
                <a:path extrusionOk="0" h="2342" w="4135">
                  <a:moveTo>
                    <a:pt x="153" y="1"/>
                  </a:moveTo>
                  <a:lnTo>
                    <a:pt x="1" y="366"/>
                  </a:lnTo>
                  <a:lnTo>
                    <a:pt x="3983" y="2341"/>
                  </a:lnTo>
                  <a:lnTo>
                    <a:pt x="4135" y="2007"/>
                  </a:lnTo>
                  <a:lnTo>
                    <a:pt x="153"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8"/>
            <p:cNvSpPr/>
            <p:nvPr/>
          </p:nvSpPr>
          <p:spPr>
            <a:xfrm>
              <a:off x="637825" y="3484375"/>
              <a:ext cx="302450" cy="189250"/>
            </a:xfrm>
            <a:custGeom>
              <a:rect b="b" l="l" r="r" t="t"/>
              <a:pathLst>
                <a:path extrusionOk="0" h="7570" w="12098">
                  <a:moveTo>
                    <a:pt x="1216" y="487"/>
                  </a:moveTo>
                  <a:lnTo>
                    <a:pt x="11581" y="5685"/>
                  </a:lnTo>
                  <a:lnTo>
                    <a:pt x="10912" y="7053"/>
                  </a:lnTo>
                  <a:lnTo>
                    <a:pt x="547" y="1885"/>
                  </a:lnTo>
                  <a:lnTo>
                    <a:pt x="1216" y="487"/>
                  </a:lnTo>
                  <a:close/>
                  <a:moveTo>
                    <a:pt x="1034" y="1"/>
                  </a:moveTo>
                  <a:lnTo>
                    <a:pt x="0" y="2068"/>
                  </a:lnTo>
                  <a:lnTo>
                    <a:pt x="11064" y="7569"/>
                  </a:lnTo>
                  <a:lnTo>
                    <a:pt x="12098" y="5533"/>
                  </a:lnTo>
                  <a:lnTo>
                    <a:pt x="10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1170" name="Shape 1170"/>
        <p:cNvGrpSpPr/>
        <p:nvPr/>
      </p:nvGrpSpPr>
      <p:grpSpPr>
        <a:xfrm>
          <a:off x="0" y="0"/>
          <a:ext cx="0" cy="0"/>
          <a:chOff x="0" y="0"/>
          <a:chExt cx="0" cy="0"/>
        </a:xfrm>
      </p:grpSpPr>
      <p:grpSp>
        <p:nvGrpSpPr>
          <p:cNvPr id="1171" name="Google Shape;1171;p49"/>
          <p:cNvGrpSpPr/>
          <p:nvPr/>
        </p:nvGrpSpPr>
        <p:grpSpPr>
          <a:xfrm>
            <a:off x="-244" y="24"/>
            <a:ext cx="9144155" cy="5165694"/>
            <a:chOff x="-244" y="24"/>
            <a:chExt cx="9144155" cy="5165694"/>
          </a:xfrm>
        </p:grpSpPr>
        <p:sp>
          <p:nvSpPr>
            <p:cNvPr id="1172" name="Google Shape;1172;p49"/>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9"/>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4" name="Google Shape;1174;p49"/>
          <p:cNvGrpSpPr/>
          <p:nvPr/>
        </p:nvGrpSpPr>
        <p:grpSpPr>
          <a:xfrm>
            <a:off x="303630" y="306525"/>
            <a:ext cx="8536741" cy="4552701"/>
            <a:chOff x="2434200" y="841500"/>
            <a:chExt cx="4622450" cy="3053250"/>
          </a:xfrm>
        </p:grpSpPr>
        <p:sp>
          <p:nvSpPr>
            <p:cNvPr id="1175" name="Google Shape;1175;p49"/>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9"/>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7" name="Google Shape;1177;p49"/>
          <p:cNvSpPr txBox="1"/>
          <p:nvPr>
            <p:ph type="title"/>
          </p:nvPr>
        </p:nvSpPr>
        <p:spPr>
          <a:xfrm>
            <a:off x="1391750" y="3899438"/>
            <a:ext cx="4550400" cy="4041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2400"/>
              <a:buNone/>
              <a:defRPr>
                <a:solidFill>
                  <a:schemeClr val="accent3"/>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78" name="Google Shape;1178;p49"/>
          <p:cNvSpPr txBox="1"/>
          <p:nvPr>
            <p:ph idx="1" type="subTitle"/>
          </p:nvPr>
        </p:nvSpPr>
        <p:spPr>
          <a:xfrm>
            <a:off x="752600" y="2617238"/>
            <a:ext cx="5828700" cy="1129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24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79" name="Google Shape;1179;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1180" name="Shape 1180"/>
        <p:cNvGrpSpPr/>
        <p:nvPr/>
      </p:nvGrpSpPr>
      <p:grpSpPr>
        <a:xfrm>
          <a:off x="0" y="0"/>
          <a:ext cx="0" cy="0"/>
          <a:chOff x="0" y="0"/>
          <a:chExt cx="0" cy="0"/>
        </a:xfrm>
      </p:grpSpPr>
      <p:grpSp>
        <p:nvGrpSpPr>
          <p:cNvPr id="1181" name="Google Shape;1181;p50"/>
          <p:cNvGrpSpPr/>
          <p:nvPr/>
        </p:nvGrpSpPr>
        <p:grpSpPr>
          <a:xfrm>
            <a:off x="-244" y="24"/>
            <a:ext cx="9144155" cy="5165694"/>
            <a:chOff x="-244" y="24"/>
            <a:chExt cx="9144155" cy="5165694"/>
          </a:xfrm>
        </p:grpSpPr>
        <p:sp>
          <p:nvSpPr>
            <p:cNvPr id="1182" name="Google Shape;1182;p50"/>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50"/>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4" name="Google Shape;1184;p50"/>
          <p:cNvGrpSpPr/>
          <p:nvPr/>
        </p:nvGrpSpPr>
        <p:grpSpPr>
          <a:xfrm>
            <a:off x="303630" y="306525"/>
            <a:ext cx="8536741" cy="4552701"/>
            <a:chOff x="2434200" y="841500"/>
            <a:chExt cx="4622450" cy="3053250"/>
          </a:xfrm>
        </p:grpSpPr>
        <p:sp>
          <p:nvSpPr>
            <p:cNvPr id="1185" name="Google Shape;1185;p50"/>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0"/>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7" name="Google Shape;1187;p50"/>
          <p:cNvSpPr txBox="1"/>
          <p:nvPr>
            <p:ph hasCustomPrompt="1" type="title"/>
          </p:nvPr>
        </p:nvSpPr>
        <p:spPr>
          <a:xfrm>
            <a:off x="988575" y="1037924"/>
            <a:ext cx="3376200" cy="825900"/>
          </a:xfrm>
          <a:prstGeom prst="rect">
            <a:avLst/>
          </a:prstGeom>
          <a:solidFill>
            <a:schemeClr val="accent4"/>
          </a:solidFill>
        </p:spPr>
        <p:txBody>
          <a:bodyPr anchorCtr="0" anchor="ctr" bIns="91425" lIns="91425" spcFirstLastPara="1" rIns="91425" wrap="square" tIns="91425">
            <a:noAutofit/>
          </a:bodyPr>
          <a:lstStyle>
            <a:lvl1pPr lvl="0" algn="ctr">
              <a:spcBef>
                <a:spcPts val="0"/>
              </a:spcBef>
              <a:spcAft>
                <a:spcPts val="0"/>
              </a:spcAft>
              <a:buSzPts val="10000"/>
              <a:buNone/>
              <a:defRPr sz="5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188" name="Google Shape;1188;p50"/>
          <p:cNvSpPr txBox="1"/>
          <p:nvPr>
            <p:ph idx="1" type="subTitle"/>
          </p:nvPr>
        </p:nvSpPr>
        <p:spPr>
          <a:xfrm>
            <a:off x="988575" y="1863703"/>
            <a:ext cx="3376200" cy="42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89" name="Google Shape;1189;p50"/>
          <p:cNvSpPr txBox="1"/>
          <p:nvPr>
            <p:ph hasCustomPrompt="1" idx="2" type="title"/>
          </p:nvPr>
        </p:nvSpPr>
        <p:spPr>
          <a:xfrm>
            <a:off x="4779200" y="1037924"/>
            <a:ext cx="3376200" cy="825900"/>
          </a:xfrm>
          <a:prstGeom prst="rect">
            <a:avLst/>
          </a:prstGeom>
          <a:solidFill>
            <a:schemeClr val="accent4"/>
          </a:solidFill>
        </p:spPr>
        <p:txBody>
          <a:bodyPr anchorCtr="0" anchor="ctr" bIns="91425" lIns="91425" spcFirstLastPara="1" rIns="91425" wrap="square" tIns="91425">
            <a:noAutofit/>
          </a:bodyPr>
          <a:lstStyle>
            <a:lvl1pPr lvl="0" algn="ctr">
              <a:spcBef>
                <a:spcPts val="0"/>
              </a:spcBef>
              <a:spcAft>
                <a:spcPts val="0"/>
              </a:spcAft>
              <a:buSzPts val="10000"/>
              <a:buNone/>
              <a:defRPr sz="5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190" name="Google Shape;1190;p50"/>
          <p:cNvSpPr txBox="1"/>
          <p:nvPr>
            <p:ph idx="3" type="subTitle"/>
          </p:nvPr>
        </p:nvSpPr>
        <p:spPr>
          <a:xfrm>
            <a:off x="4779200" y="1863703"/>
            <a:ext cx="3376200" cy="42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91" name="Google Shape;1191;p50"/>
          <p:cNvSpPr txBox="1"/>
          <p:nvPr>
            <p:ph hasCustomPrompt="1" idx="4" type="title"/>
          </p:nvPr>
        </p:nvSpPr>
        <p:spPr>
          <a:xfrm>
            <a:off x="4779200" y="2856499"/>
            <a:ext cx="3376200" cy="825900"/>
          </a:xfrm>
          <a:prstGeom prst="rect">
            <a:avLst/>
          </a:prstGeom>
          <a:solidFill>
            <a:schemeClr val="accent4"/>
          </a:solidFill>
        </p:spPr>
        <p:txBody>
          <a:bodyPr anchorCtr="0" anchor="ctr" bIns="91425" lIns="91425" spcFirstLastPara="1" rIns="91425" wrap="square" tIns="91425">
            <a:noAutofit/>
          </a:bodyPr>
          <a:lstStyle>
            <a:lvl1pPr lvl="0" algn="ctr">
              <a:spcBef>
                <a:spcPts val="0"/>
              </a:spcBef>
              <a:spcAft>
                <a:spcPts val="0"/>
              </a:spcAft>
              <a:buSzPts val="10000"/>
              <a:buNone/>
              <a:defRPr sz="5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192" name="Google Shape;1192;p50"/>
          <p:cNvSpPr txBox="1"/>
          <p:nvPr>
            <p:ph idx="5" type="subTitle"/>
          </p:nvPr>
        </p:nvSpPr>
        <p:spPr>
          <a:xfrm>
            <a:off x="4779200" y="3682278"/>
            <a:ext cx="3376200" cy="42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93" name="Google Shape;1193;p50"/>
          <p:cNvSpPr txBox="1"/>
          <p:nvPr>
            <p:ph hasCustomPrompt="1" idx="6" type="title"/>
          </p:nvPr>
        </p:nvSpPr>
        <p:spPr>
          <a:xfrm>
            <a:off x="988575" y="2856499"/>
            <a:ext cx="3376200" cy="825900"/>
          </a:xfrm>
          <a:prstGeom prst="rect">
            <a:avLst/>
          </a:prstGeom>
          <a:solidFill>
            <a:schemeClr val="accent4"/>
          </a:solidFill>
        </p:spPr>
        <p:txBody>
          <a:bodyPr anchorCtr="0" anchor="ctr" bIns="91425" lIns="91425" spcFirstLastPara="1" rIns="91425" wrap="square" tIns="91425">
            <a:noAutofit/>
          </a:bodyPr>
          <a:lstStyle>
            <a:lvl1pPr lvl="0" algn="ctr">
              <a:spcBef>
                <a:spcPts val="0"/>
              </a:spcBef>
              <a:spcAft>
                <a:spcPts val="0"/>
              </a:spcAft>
              <a:buSzPts val="10000"/>
              <a:buNone/>
              <a:defRPr sz="5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194" name="Google Shape;1194;p50"/>
          <p:cNvSpPr txBox="1"/>
          <p:nvPr>
            <p:ph idx="7" type="subTitle"/>
          </p:nvPr>
        </p:nvSpPr>
        <p:spPr>
          <a:xfrm>
            <a:off x="988575" y="3682278"/>
            <a:ext cx="3376200" cy="42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195" name="Google Shape;1195;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196" name="Google Shape;1196;p50"/>
          <p:cNvGrpSpPr/>
          <p:nvPr/>
        </p:nvGrpSpPr>
        <p:grpSpPr>
          <a:xfrm>
            <a:off x="8277192" y="212025"/>
            <a:ext cx="712368" cy="825899"/>
            <a:chOff x="5815634" y="1650855"/>
            <a:chExt cx="452039" cy="524114"/>
          </a:xfrm>
        </p:grpSpPr>
        <p:sp>
          <p:nvSpPr>
            <p:cNvPr id="1197" name="Google Shape;1197;p50"/>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0"/>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50"/>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50"/>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50"/>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50"/>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3" name="Google Shape;1203;p50"/>
          <p:cNvGrpSpPr/>
          <p:nvPr/>
        </p:nvGrpSpPr>
        <p:grpSpPr>
          <a:xfrm>
            <a:off x="39242" y="2856500"/>
            <a:ext cx="712368" cy="825899"/>
            <a:chOff x="5815634" y="1650855"/>
            <a:chExt cx="452039" cy="524114"/>
          </a:xfrm>
        </p:grpSpPr>
        <p:sp>
          <p:nvSpPr>
            <p:cNvPr id="1204" name="Google Shape;1204;p50"/>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50"/>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50"/>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50"/>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50"/>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50"/>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0" name="Google Shape;1210;p50"/>
          <p:cNvGrpSpPr/>
          <p:nvPr/>
        </p:nvGrpSpPr>
        <p:grpSpPr>
          <a:xfrm>
            <a:off x="4456467" y="4251900"/>
            <a:ext cx="712368" cy="825899"/>
            <a:chOff x="5815634" y="1650855"/>
            <a:chExt cx="452039" cy="524114"/>
          </a:xfrm>
        </p:grpSpPr>
        <p:sp>
          <p:nvSpPr>
            <p:cNvPr id="1211" name="Google Shape;1211;p50"/>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50"/>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50"/>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50"/>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50"/>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50"/>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217" name="Shape 1217"/>
        <p:cNvGrpSpPr/>
        <p:nvPr/>
      </p:nvGrpSpPr>
      <p:grpSpPr>
        <a:xfrm>
          <a:off x="0" y="0"/>
          <a:ext cx="0" cy="0"/>
          <a:chOff x="0" y="0"/>
          <a:chExt cx="0" cy="0"/>
        </a:xfrm>
      </p:grpSpPr>
      <p:grpSp>
        <p:nvGrpSpPr>
          <p:cNvPr id="1218" name="Google Shape;1218;p51"/>
          <p:cNvGrpSpPr/>
          <p:nvPr/>
        </p:nvGrpSpPr>
        <p:grpSpPr>
          <a:xfrm>
            <a:off x="-244" y="24"/>
            <a:ext cx="9144155" cy="5165694"/>
            <a:chOff x="-244" y="24"/>
            <a:chExt cx="9144155" cy="5165694"/>
          </a:xfrm>
        </p:grpSpPr>
        <p:sp>
          <p:nvSpPr>
            <p:cNvPr id="1219" name="Google Shape;1219;p51"/>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1"/>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1" name="Google Shape;1221;p51"/>
          <p:cNvGrpSpPr/>
          <p:nvPr/>
        </p:nvGrpSpPr>
        <p:grpSpPr>
          <a:xfrm>
            <a:off x="303630" y="306525"/>
            <a:ext cx="8536741" cy="4552701"/>
            <a:chOff x="2434200" y="841500"/>
            <a:chExt cx="4622450" cy="3053250"/>
          </a:xfrm>
        </p:grpSpPr>
        <p:sp>
          <p:nvSpPr>
            <p:cNvPr id="1222" name="Google Shape;1222;p51"/>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1"/>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4" name="Google Shape;1224;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25" name="Google Shape;1225;p51"/>
          <p:cNvSpPr txBox="1"/>
          <p:nvPr>
            <p:ph idx="2" type="title"/>
          </p:nvPr>
        </p:nvSpPr>
        <p:spPr>
          <a:xfrm>
            <a:off x="1967613" y="3248475"/>
            <a:ext cx="1897500" cy="480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226" name="Google Shape;1226;p51"/>
          <p:cNvSpPr txBox="1"/>
          <p:nvPr>
            <p:ph idx="3" type="title"/>
          </p:nvPr>
        </p:nvSpPr>
        <p:spPr>
          <a:xfrm>
            <a:off x="4933638" y="3248475"/>
            <a:ext cx="1897500" cy="480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227" name="Google Shape;1227;p51"/>
          <p:cNvSpPr txBox="1"/>
          <p:nvPr>
            <p:ph idx="1" type="subTitle"/>
          </p:nvPr>
        </p:nvSpPr>
        <p:spPr>
          <a:xfrm>
            <a:off x="4933805" y="3545875"/>
            <a:ext cx="1897200" cy="920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1228" name="Google Shape;1228;p51"/>
          <p:cNvSpPr txBox="1"/>
          <p:nvPr>
            <p:ph idx="4" type="subTitle"/>
          </p:nvPr>
        </p:nvSpPr>
        <p:spPr>
          <a:xfrm>
            <a:off x="1967625" y="3545875"/>
            <a:ext cx="1897500" cy="920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1229" name="Google Shape;1229;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1230" name="Shape 1230"/>
        <p:cNvGrpSpPr/>
        <p:nvPr/>
      </p:nvGrpSpPr>
      <p:grpSpPr>
        <a:xfrm>
          <a:off x="0" y="0"/>
          <a:ext cx="0" cy="0"/>
          <a:chOff x="0" y="0"/>
          <a:chExt cx="0" cy="0"/>
        </a:xfrm>
      </p:grpSpPr>
      <p:grpSp>
        <p:nvGrpSpPr>
          <p:cNvPr id="1231" name="Google Shape;1231;p52"/>
          <p:cNvGrpSpPr/>
          <p:nvPr/>
        </p:nvGrpSpPr>
        <p:grpSpPr>
          <a:xfrm>
            <a:off x="-244" y="24"/>
            <a:ext cx="9144155" cy="5165694"/>
            <a:chOff x="-244" y="24"/>
            <a:chExt cx="9144155" cy="5165694"/>
          </a:xfrm>
        </p:grpSpPr>
        <p:sp>
          <p:nvSpPr>
            <p:cNvPr id="1232" name="Google Shape;1232;p52"/>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52"/>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4" name="Google Shape;1234;p52"/>
          <p:cNvGrpSpPr/>
          <p:nvPr/>
        </p:nvGrpSpPr>
        <p:grpSpPr>
          <a:xfrm>
            <a:off x="303630" y="306525"/>
            <a:ext cx="8536741" cy="4552701"/>
            <a:chOff x="2434200" y="841500"/>
            <a:chExt cx="4622450" cy="3053250"/>
          </a:xfrm>
        </p:grpSpPr>
        <p:sp>
          <p:nvSpPr>
            <p:cNvPr id="1235" name="Google Shape;1235;p52"/>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2"/>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7" name="Google Shape;1237;p52"/>
          <p:cNvSpPr txBox="1"/>
          <p:nvPr>
            <p:ph type="title"/>
          </p:nvPr>
        </p:nvSpPr>
        <p:spPr>
          <a:xfrm>
            <a:off x="6019500" y="2718525"/>
            <a:ext cx="24045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238" name="Google Shape;1238;p52"/>
          <p:cNvSpPr txBox="1"/>
          <p:nvPr>
            <p:ph idx="2" type="title"/>
          </p:nvPr>
        </p:nvSpPr>
        <p:spPr>
          <a:xfrm>
            <a:off x="3369748" y="2718525"/>
            <a:ext cx="24045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239" name="Google Shape;1239;p52"/>
          <p:cNvSpPr txBox="1"/>
          <p:nvPr>
            <p:ph idx="1" type="subTitle"/>
          </p:nvPr>
        </p:nvSpPr>
        <p:spPr>
          <a:xfrm>
            <a:off x="720001" y="2994288"/>
            <a:ext cx="2404500" cy="8862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240" name="Google Shape;1240;p52"/>
          <p:cNvSpPr txBox="1"/>
          <p:nvPr>
            <p:ph idx="3" type="subTitle"/>
          </p:nvPr>
        </p:nvSpPr>
        <p:spPr>
          <a:xfrm>
            <a:off x="3369741" y="2994288"/>
            <a:ext cx="2404500" cy="8862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241" name="Google Shape;1241;p52"/>
          <p:cNvSpPr txBox="1"/>
          <p:nvPr>
            <p:ph idx="4" type="title"/>
          </p:nvPr>
        </p:nvSpPr>
        <p:spPr>
          <a:xfrm>
            <a:off x="720001" y="2718525"/>
            <a:ext cx="24045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242" name="Google Shape;1242;p52"/>
          <p:cNvSpPr txBox="1"/>
          <p:nvPr>
            <p:ph idx="5" type="subTitle"/>
          </p:nvPr>
        </p:nvSpPr>
        <p:spPr>
          <a:xfrm>
            <a:off x="6019500" y="2994288"/>
            <a:ext cx="2404500" cy="8862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243" name="Google Shape;1243;p52"/>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4" name="Google Shape;1244;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245" name="Google Shape;1245;p52"/>
          <p:cNvGrpSpPr/>
          <p:nvPr/>
        </p:nvGrpSpPr>
        <p:grpSpPr>
          <a:xfrm>
            <a:off x="7118665" y="4753455"/>
            <a:ext cx="1858407" cy="392151"/>
            <a:chOff x="1709725" y="4408400"/>
            <a:chExt cx="2119050" cy="447150"/>
          </a:xfrm>
        </p:grpSpPr>
        <p:sp>
          <p:nvSpPr>
            <p:cNvPr id="1246" name="Google Shape;1246;p52"/>
            <p:cNvSpPr/>
            <p:nvPr/>
          </p:nvSpPr>
          <p:spPr>
            <a:xfrm>
              <a:off x="1709725" y="4624375"/>
              <a:ext cx="1059125" cy="231175"/>
            </a:xfrm>
            <a:custGeom>
              <a:rect b="b" l="l" r="r" t="t"/>
              <a:pathLst>
                <a:path extrusionOk="0" h="9247" w="42365">
                  <a:moveTo>
                    <a:pt x="21407" y="1"/>
                  </a:moveTo>
                  <a:cubicBezTo>
                    <a:pt x="12034" y="1"/>
                    <a:pt x="2569" y="159"/>
                    <a:pt x="1402" y="476"/>
                  </a:cubicBezTo>
                  <a:cubicBezTo>
                    <a:pt x="1" y="709"/>
                    <a:pt x="67" y="8315"/>
                    <a:pt x="1402"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52"/>
            <p:cNvSpPr/>
            <p:nvPr/>
          </p:nvSpPr>
          <p:spPr>
            <a:xfrm>
              <a:off x="17889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52"/>
            <p:cNvSpPr/>
            <p:nvPr/>
          </p:nvSpPr>
          <p:spPr>
            <a:xfrm>
              <a:off x="184732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52"/>
            <p:cNvSpPr/>
            <p:nvPr/>
          </p:nvSpPr>
          <p:spPr>
            <a:xfrm>
              <a:off x="19065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2"/>
            <p:cNvSpPr/>
            <p:nvPr/>
          </p:nvSpPr>
          <p:spPr>
            <a:xfrm>
              <a:off x="196575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2"/>
            <p:cNvSpPr/>
            <p:nvPr/>
          </p:nvSpPr>
          <p:spPr>
            <a:xfrm>
              <a:off x="202495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2"/>
            <p:cNvSpPr/>
            <p:nvPr/>
          </p:nvSpPr>
          <p:spPr>
            <a:xfrm>
              <a:off x="2083325"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2"/>
            <p:cNvSpPr/>
            <p:nvPr/>
          </p:nvSpPr>
          <p:spPr>
            <a:xfrm>
              <a:off x="214337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2"/>
            <p:cNvSpPr/>
            <p:nvPr/>
          </p:nvSpPr>
          <p:spPr>
            <a:xfrm>
              <a:off x="2202575" y="4669625"/>
              <a:ext cx="10025" cy="141775"/>
            </a:xfrm>
            <a:custGeom>
              <a:rect b="b" l="l" r="r" t="t"/>
              <a:pathLst>
                <a:path extrusionOk="0" h="5671" w="401">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2"/>
            <p:cNvSpPr/>
            <p:nvPr/>
          </p:nvSpPr>
          <p:spPr>
            <a:xfrm>
              <a:off x="2261775"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2"/>
            <p:cNvSpPr/>
            <p:nvPr/>
          </p:nvSpPr>
          <p:spPr>
            <a:xfrm>
              <a:off x="232100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52"/>
            <p:cNvSpPr/>
            <p:nvPr/>
          </p:nvSpPr>
          <p:spPr>
            <a:xfrm>
              <a:off x="237937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52"/>
            <p:cNvSpPr/>
            <p:nvPr/>
          </p:nvSpPr>
          <p:spPr>
            <a:xfrm>
              <a:off x="2439425" y="4669625"/>
              <a:ext cx="10025" cy="141775"/>
            </a:xfrm>
            <a:custGeom>
              <a:rect b="b" l="l" r="r" t="t"/>
              <a:pathLst>
                <a:path extrusionOk="0" h="5671" w="401">
                  <a:moveTo>
                    <a:pt x="0" y="0"/>
                  </a:moveTo>
                  <a:lnTo>
                    <a:pt x="0" y="5671"/>
                  </a:lnTo>
                  <a:lnTo>
                    <a:pt x="400" y="5671"/>
                  </a:lnTo>
                  <a:lnTo>
                    <a:pt x="400"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2"/>
            <p:cNvSpPr/>
            <p:nvPr/>
          </p:nvSpPr>
          <p:spPr>
            <a:xfrm>
              <a:off x="249862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52"/>
            <p:cNvSpPr/>
            <p:nvPr/>
          </p:nvSpPr>
          <p:spPr>
            <a:xfrm>
              <a:off x="25578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2"/>
            <p:cNvSpPr/>
            <p:nvPr/>
          </p:nvSpPr>
          <p:spPr>
            <a:xfrm>
              <a:off x="261620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2"/>
            <p:cNvSpPr/>
            <p:nvPr/>
          </p:nvSpPr>
          <p:spPr>
            <a:xfrm>
              <a:off x="267542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2"/>
            <p:cNvSpPr/>
            <p:nvPr/>
          </p:nvSpPr>
          <p:spPr>
            <a:xfrm>
              <a:off x="2769650" y="4624375"/>
              <a:ext cx="1059125" cy="231175"/>
            </a:xfrm>
            <a:custGeom>
              <a:rect b="b" l="l" r="r" t="t"/>
              <a:pathLst>
                <a:path extrusionOk="0" h="9247" w="42365">
                  <a:moveTo>
                    <a:pt x="21407" y="1"/>
                  </a:moveTo>
                  <a:cubicBezTo>
                    <a:pt x="12034" y="1"/>
                    <a:pt x="2569" y="159"/>
                    <a:pt x="1401" y="476"/>
                  </a:cubicBezTo>
                  <a:cubicBezTo>
                    <a:pt x="0" y="709"/>
                    <a:pt x="67" y="8315"/>
                    <a:pt x="1401"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52"/>
            <p:cNvSpPr/>
            <p:nvPr/>
          </p:nvSpPr>
          <p:spPr>
            <a:xfrm>
              <a:off x="284887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2"/>
            <p:cNvSpPr/>
            <p:nvPr/>
          </p:nvSpPr>
          <p:spPr>
            <a:xfrm>
              <a:off x="29072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2"/>
            <p:cNvSpPr/>
            <p:nvPr/>
          </p:nvSpPr>
          <p:spPr>
            <a:xfrm>
              <a:off x="2966450"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2"/>
            <p:cNvSpPr/>
            <p:nvPr/>
          </p:nvSpPr>
          <p:spPr>
            <a:xfrm>
              <a:off x="302567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2"/>
            <p:cNvSpPr/>
            <p:nvPr/>
          </p:nvSpPr>
          <p:spPr>
            <a:xfrm>
              <a:off x="3085700"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2"/>
            <p:cNvSpPr/>
            <p:nvPr/>
          </p:nvSpPr>
          <p:spPr>
            <a:xfrm>
              <a:off x="3143250" y="4669625"/>
              <a:ext cx="10875" cy="141775"/>
            </a:xfrm>
            <a:custGeom>
              <a:rect b="b" l="l" r="r" t="t"/>
              <a:pathLst>
                <a:path extrusionOk="0" h="5671" w="435">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2"/>
            <p:cNvSpPr/>
            <p:nvPr/>
          </p:nvSpPr>
          <p:spPr>
            <a:xfrm>
              <a:off x="3203300" y="4669625"/>
              <a:ext cx="10025" cy="141775"/>
            </a:xfrm>
            <a:custGeom>
              <a:rect b="b" l="l" r="r" t="t"/>
              <a:pathLst>
                <a:path extrusionOk="0" h="5671" w="401">
                  <a:moveTo>
                    <a:pt x="0" y="0"/>
                  </a:moveTo>
                  <a:lnTo>
                    <a:pt x="0" y="5671"/>
                  </a:lnTo>
                  <a:lnTo>
                    <a:pt x="400" y="5671"/>
                  </a:lnTo>
                  <a:lnTo>
                    <a:pt x="400"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2"/>
            <p:cNvSpPr/>
            <p:nvPr/>
          </p:nvSpPr>
          <p:spPr>
            <a:xfrm>
              <a:off x="326250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2"/>
            <p:cNvSpPr/>
            <p:nvPr/>
          </p:nvSpPr>
          <p:spPr>
            <a:xfrm>
              <a:off x="3321700"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2"/>
            <p:cNvSpPr/>
            <p:nvPr/>
          </p:nvSpPr>
          <p:spPr>
            <a:xfrm>
              <a:off x="3380075"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2"/>
            <p:cNvSpPr/>
            <p:nvPr/>
          </p:nvSpPr>
          <p:spPr>
            <a:xfrm>
              <a:off x="3440125" y="4669625"/>
              <a:ext cx="10025" cy="141775"/>
            </a:xfrm>
            <a:custGeom>
              <a:rect b="b" l="l" r="r" t="t"/>
              <a:pathLst>
                <a:path extrusionOk="0" h="5671" w="401">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2"/>
            <p:cNvSpPr/>
            <p:nvPr/>
          </p:nvSpPr>
          <p:spPr>
            <a:xfrm>
              <a:off x="34993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2"/>
            <p:cNvSpPr/>
            <p:nvPr/>
          </p:nvSpPr>
          <p:spPr>
            <a:xfrm>
              <a:off x="35585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2"/>
            <p:cNvSpPr/>
            <p:nvPr/>
          </p:nvSpPr>
          <p:spPr>
            <a:xfrm>
              <a:off x="361692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2"/>
            <p:cNvSpPr/>
            <p:nvPr/>
          </p:nvSpPr>
          <p:spPr>
            <a:xfrm>
              <a:off x="3676125"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2"/>
            <p:cNvSpPr/>
            <p:nvPr/>
          </p:nvSpPr>
          <p:spPr>
            <a:xfrm>
              <a:off x="373535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2"/>
            <p:cNvSpPr/>
            <p:nvPr/>
          </p:nvSpPr>
          <p:spPr>
            <a:xfrm>
              <a:off x="2294300" y="4408400"/>
              <a:ext cx="1058300" cy="231175"/>
            </a:xfrm>
            <a:custGeom>
              <a:rect b="b" l="l" r="r" t="t"/>
              <a:pathLst>
                <a:path extrusionOk="0" h="9247" w="42332">
                  <a:moveTo>
                    <a:pt x="21408" y="0"/>
                  </a:moveTo>
                  <a:cubicBezTo>
                    <a:pt x="12034" y="0"/>
                    <a:pt x="2569" y="159"/>
                    <a:pt x="1402" y="475"/>
                  </a:cubicBezTo>
                  <a:cubicBezTo>
                    <a:pt x="1" y="742"/>
                    <a:pt x="68" y="8314"/>
                    <a:pt x="1402" y="8781"/>
                  </a:cubicBezTo>
                  <a:cubicBezTo>
                    <a:pt x="2258" y="9108"/>
                    <a:pt x="10517" y="9246"/>
                    <a:pt x="19265" y="9246"/>
                  </a:cubicBezTo>
                  <a:cubicBezTo>
                    <a:pt x="29264" y="9246"/>
                    <a:pt x="39903" y="9066"/>
                    <a:pt x="40863" y="8781"/>
                  </a:cubicBezTo>
                  <a:cubicBezTo>
                    <a:pt x="42331" y="8481"/>
                    <a:pt x="41897" y="942"/>
                    <a:pt x="40863" y="475"/>
                  </a:cubicBezTo>
                  <a:cubicBezTo>
                    <a:pt x="40063" y="159"/>
                    <a:pt x="30781" y="0"/>
                    <a:pt x="21408"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2"/>
            <p:cNvSpPr/>
            <p:nvPr/>
          </p:nvSpPr>
          <p:spPr>
            <a:xfrm>
              <a:off x="237270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2"/>
            <p:cNvSpPr/>
            <p:nvPr/>
          </p:nvSpPr>
          <p:spPr>
            <a:xfrm>
              <a:off x="2431900"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2"/>
            <p:cNvSpPr/>
            <p:nvPr/>
          </p:nvSpPr>
          <p:spPr>
            <a:xfrm>
              <a:off x="2491125"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2"/>
            <p:cNvSpPr/>
            <p:nvPr/>
          </p:nvSpPr>
          <p:spPr>
            <a:xfrm>
              <a:off x="2549500" y="4453625"/>
              <a:ext cx="10025" cy="141800"/>
            </a:xfrm>
            <a:custGeom>
              <a:rect b="b" l="l" r="r" t="t"/>
              <a:pathLst>
                <a:path extrusionOk="0" h="5672" w="401">
                  <a:moveTo>
                    <a:pt x="0" y="1"/>
                  </a:moveTo>
                  <a:lnTo>
                    <a:pt x="0" y="5671"/>
                  </a:lnTo>
                  <a:lnTo>
                    <a:pt x="400" y="5671"/>
                  </a:lnTo>
                  <a:lnTo>
                    <a:pt x="400"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2"/>
            <p:cNvSpPr/>
            <p:nvPr/>
          </p:nvSpPr>
          <p:spPr>
            <a:xfrm>
              <a:off x="2608700" y="4453625"/>
              <a:ext cx="10875" cy="141800"/>
            </a:xfrm>
            <a:custGeom>
              <a:rect b="b" l="l" r="r" t="t"/>
              <a:pathLst>
                <a:path extrusionOk="0" h="5672" w="435">
                  <a:moveTo>
                    <a:pt x="1" y="1"/>
                  </a:moveTo>
                  <a:lnTo>
                    <a:pt x="1"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2"/>
            <p:cNvSpPr/>
            <p:nvPr/>
          </p:nvSpPr>
          <p:spPr>
            <a:xfrm>
              <a:off x="266875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2"/>
            <p:cNvSpPr/>
            <p:nvPr/>
          </p:nvSpPr>
          <p:spPr>
            <a:xfrm>
              <a:off x="2727950" y="4453625"/>
              <a:ext cx="10025" cy="141800"/>
            </a:xfrm>
            <a:custGeom>
              <a:rect b="b" l="l" r="r" t="t"/>
              <a:pathLst>
                <a:path extrusionOk="0" h="5672" w="401">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2"/>
            <p:cNvSpPr/>
            <p:nvPr/>
          </p:nvSpPr>
          <p:spPr>
            <a:xfrm>
              <a:off x="2786325" y="4453625"/>
              <a:ext cx="10025" cy="141800"/>
            </a:xfrm>
            <a:custGeom>
              <a:rect b="b" l="l" r="r" t="t"/>
              <a:pathLst>
                <a:path extrusionOk="0" h="5672" w="401">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2"/>
            <p:cNvSpPr/>
            <p:nvPr/>
          </p:nvSpPr>
          <p:spPr>
            <a:xfrm>
              <a:off x="2845525" y="4453625"/>
              <a:ext cx="10875" cy="141800"/>
            </a:xfrm>
            <a:custGeom>
              <a:rect b="b" l="l" r="r" t="t"/>
              <a:pathLst>
                <a:path extrusionOk="0" h="5672" w="435">
                  <a:moveTo>
                    <a:pt x="1" y="1"/>
                  </a:moveTo>
                  <a:lnTo>
                    <a:pt x="1" y="5671"/>
                  </a:lnTo>
                  <a:lnTo>
                    <a:pt x="435" y="5671"/>
                  </a:lnTo>
                  <a:lnTo>
                    <a:pt x="435"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2"/>
            <p:cNvSpPr/>
            <p:nvPr/>
          </p:nvSpPr>
          <p:spPr>
            <a:xfrm>
              <a:off x="2904750"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2"/>
            <p:cNvSpPr/>
            <p:nvPr/>
          </p:nvSpPr>
          <p:spPr>
            <a:xfrm>
              <a:off x="2963950" y="4453625"/>
              <a:ext cx="10875" cy="141800"/>
            </a:xfrm>
            <a:custGeom>
              <a:rect b="b" l="l" r="r" t="t"/>
              <a:pathLst>
                <a:path extrusionOk="0" h="5672" w="435">
                  <a:moveTo>
                    <a:pt x="1" y="1"/>
                  </a:moveTo>
                  <a:lnTo>
                    <a:pt x="1"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2"/>
            <p:cNvSpPr/>
            <p:nvPr/>
          </p:nvSpPr>
          <p:spPr>
            <a:xfrm>
              <a:off x="302400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2"/>
            <p:cNvSpPr/>
            <p:nvPr/>
          </p:nvSpPr>
          <p:spPr>
            <a:xfrm>
              <a:off x="3082375"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2"/>
            <p:cNvSpPr/>
            <p:nvPr/>
          </p:nvSpPr>
          <p:spPr>
            <a:xfrm>
              <a:off x="3141575"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2"/>
            <p:cNvSpPr/>
            <p:nvPr/>
          </p:nvSpPr>
          <p:spPr>
            <a:xfrm>
              <a:off x="3200800"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2"/>
            <p:cNvSpPr/>
            <p:nvPr/>
          </p:nvSpPr>
          <p:spPr>
            <a:xfrm>
              <a:off x="3260825"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2"/>
            <p:cNvSpPr/>
            <p:nvPr/>
          </p:nvSpPr>
          <p:spPr>
            <a:xfrm>
              <a:off x="2324325" y="4619575"/>
              <a:ext cx="412825" cy="24225"/>
            </a:xfrm>
            <a:custGeom>
              <a:rect b="b" l="l" r="r" t="t"/>
              <a:pathLst>
                <a:path extrusionOk="0" h="969" w="16513">
                  <a:moveTo>
                    <a:pt x="1" y="1"/>
                  </a:moveTo>
                  <a:lnTo>
                    <a:pt x="1" y="401"/>
                  </a:lnTo>
                  <a:cubicBezTo>
                    <a:pt x="168" y="401"/>
                    <a:pt x="14544" y="701"/>
                    <a:pt x="15345" y="735"/>
                  </a:cubicBezTo>
                  <a:cubicBezTo>
                    <a:pt x="16012" y="801"/>
                    <a:pt x="16279" y="968"/>
                    <a:pt x="16279" y="968"/>
                  </a:cubicBezTo>
                  <a:lnTo>
                    <a:pt x="16513" y="635"/>
                  </a:lnTo>
                  <a:cubicBezTo>
                    <a:pt x="16479" y="568"/>
                    <a:pt x="16179" y="368"/>
                    <a:pt x="15345" y="334"/>
                  </a:cubicBezTo>
                  <a:cubicBezTo>
                    <a:pt x="14544" y="301"/>
                    <a:pt x="601" y="1"/>
                    <a:pt x="1" y="1"/>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2"/>
            <p:cNvSpPr/>
            <p:nvPr/>
          </p:nvSpPr>
          <p:spPr>
            <a:xfrm>
              <a:off x="2793825" y="4619575"/>
              <a:ext cx="529575" cy="24225"/>
            </a:xfrm>
            <a:custGeom>
              <a:rect b="b" l="l" r="r" t="t"/>
              <a:pathLst>
                <a:path extrusionOk="0" h="969" w="21183">
                  <a:moveTo>
                    <a:pt x="21183" y="1"/>
                  </a:moveTo>
                  <a:cubicBezTo>
                    <a:pt x="6439" y="1"/>
                    <a:pt x="1368" y="334"/>
                    <a:pt x="1168" y="334"/>
                  </a:cubicBezTo>
                  <a:cubicBezTo>
                    <a:pt x="334" y="368"/>
                    <a:pt x="34" y="568"/>
                    <a:pt x="1" y="635"/>
                  </a:cubicBezTo>
                  <a:lnTo>
                    <a:pt x="234" y="968"/>
                  </a:lnTo>
                  <a:cubicBezTo>
                    <a:pt x="234" y="968"/>
                    <a:pt x="434" y="801"/>
                    <a:pt x="1202" y="735"/>
                  </a:cubicBezTo>
                  <a:cubicBezTo>
                    <a:pt x="1402" y="735"/>
                    <a:pt x="6505" y="401"/>
                    <a:pt x="21183" y="401"/>
                  </a:cubicBezTo>
                  <a:lnTo>
                    <a:pt x="21183"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9" name="Google Shape;1299;p52"/>
          <p:cNvGrpSpPr/>
          <p:nvPr/>
        </p:nvGrpSpPr>
        <p:grpSpPr>
          <a:xfrm>
            <a:off x="114725" y="169100"/>
            <a:ext cx="551700" cy="2117650"/>
            <a:chOff x="6472275" y="2445175"/>
            <a:chExt cx="551700" cy="2117650"/>
          </a:xfrm>
        </p:grpSpPr>
        <p:sp>
          <p:nvSpPr>
            <p:cNvPr id="1300" name="Google Shape;1300;p52"/>
            <p:cNvSpPr/>
            <p:nvPr/>
          </p:nvSpPr>
          <p:spPr>
            <a:xfrm>
              <a:off x="6512550" y="2625700"/>
              <a:ext cx="511425" cy="1765250"/>
            </a:xfrm>
            <a:custGeom>
              <a:rect b="b" l="l" r="r" t="t"/>
              <a:pathLst>
                <a:path extrusionOk="0" h="70610" w="20457">
                  <a:moveTo>
                    <a:pt x="6839" y="1"/>
                  </a:moveTo>
                  <a:lnTo>
                    <a:pt x="0" y="1338"/>
                  </a:lnTo>
                  <a:lnTo>
                    <a:pt x="13587" y="70610"/>
                  </a:lnTo>
                  <a:lnTo>
                    <a:pt x="20457" y="69272"/>
                  </a:lnTo>
                  <a:lnTo>
                    <a:pt x="68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2"/>
            <p:cNvSpPr/>
            <p:nvPr/>
          </p:nvSpPr>
          <p:spPr>
            <a:xfrm>
              <a:off x="6547500" y="2651550"/>
              <a:ext cx="348825" cy="1733325"/>
            </a:xfrm>
            <a:custGeom>
              <a:rect b="b" l="l" r="r" t="t"/>
              <a:pathLst>
                <a:path extrusionOk="0" h="69333" w="13953">
                  <a:moveTo>
                    <a:pt x="365" y="0"/>
                  </a:moveTo>
                  <a:lnTo>
                    <a:pt x="1" y="61"/>
                  </a:lnTo>
                  <a:lnTo>
                    <a:pt x="13557" y="69333"/>
                  </a:lnTo>
                  <a:lnTo>
                    <a:pt x="13952" y="69272"/>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2"/>
            <p:cNvSpPr/>
            <p:nvPr/>
          </p:nvSpPr>
          <p:spPr>
            <a:xfrm>
              <a:off x="6640200" y="2633300"/>
              <a:ext cx="348825" cy="1733350"/>
            </a:xfrm>
            <a:custGeom>
              <a:rect b="b" l="l" r="r" t="t"/>
              <a:pathLst>
                <a:path extrusionOk="0" h="69334" w="13953">
                  <a:moveTo>
                    <a:pt x="366" y="1"/>
                  </a:moveTo>
                  <a:lnTo>
                    <a:pt x="1" y="62"/>
                  </a:lnTo>
                  <a:lnTo>
                    <a:pt x="13588" y="69333"/>
                  </a:lnTo>
                  <a:lnTo>
                    <a:pt x="13952" y="69272"/>
                  </a:lnTo>
                  <a:lnTo>
                    <a:pt x="36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2"/>
            <p:cNvSpPr/>
            <p:nvPr/>
          </p:nvSpPr>
          <p:spPr>
            <a:xfrm>
              <a:off x="6950250" y="4458925"/>
              <a:ext cx="36500" cy="103900"/>
            </a:xfrm>
            <a:custGeom>
              <a:rect b="b" l="l" r="r" t="t"/>
              <a:pathLst>
                <a:path extrusionOk="0" h="4156" w="1460">
                  <a:moveTo>
                    <a:pt x="399" y="1"/>
                  </a:moveTo>
                  <a:cubicBezTo>
                    <a:pt x="368" y="1"/>
                    <a:pt x="336" y="6"/>
                    <a:pt x="304" y="16"/>
                  </a:cubicBezTo>
                  <a:cubicBezTo>
                    <a:pt x="91" y="47"/>
                    <a:pt x="0" y="229"/>
                    <a:pt x="31" y="442"/>
                  </a:cubicBezTo>
                  <a:lnTo>
                    <a:pt x="699" y="3877"/>
                  </a:lnTo>
                  <a:cubicBezTo>
                    <a:pt x="753" y="4063"/>
                    <a:pt x="899" y="4156"/>
                    <a:pt x="1057" y="4156"/>
                  </a:cubicBezTo>
                  <a:cubicBezTo>
                    <a:pt x="1079" y="4156"/>
                    <a:pt x="1102" y="4154"/>
                    <a:pt x="1125" y="4150"/>
                  </a:cubicBezTo>
                  <a:cubicBezTo>
                    <a:pt x="1307" y="4120"/>
                    <a:pt x="1459" y="3937"/>
                    <a:pt x="1398" y="3725"/>
                  </a:cubicBezTo>
                  <a:lnTo>
                    <a:pt x="699" y="290"/>
                  </a:lnTo>
                  <a:cubicBezTo>
                    <a:pt x="674" y="114"/>
                    <a:pt x="546" y="1"/>
                    <a:pt x="399"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52"/>
            <p:cNvSpPr/>
            <p:nvPr/>
          </p:nvSpPr>
          <p:spPr>
            <a:xfrm>
              <a:off x="6852975" y="4352775"/>
              <a:ext cx="171000" cy="176475"/>
            </a:xfrm>
            <a:custGeom>
              <a:rect b="b" l="l" r="r" t="t"/>
              <a:pathLst>
                <a:path extrusionOk="0" h="7059" w="6840">
                  <a:moveTo>
                    <a:pt x="6325" y="0"/>
                  </a:moveTo>
                  <a:cubicBezTo>
                    <a:pt x="6005" y="0"/>
                    <a:pt x="5660" y="212"/>
                    <a:pt x="5289" y="524"/>
                  </a:cubicBezTo>
                  <a:cubicBezTo>
                    <a:pt x="4893" y="395"/>
                    <a:pt x="4503" y="333"/>
                    <a:pt x="4118" y="333"/>
                  </a:cubicBezTo>
                  <a:cubicBezTo>
                    <a:pt x="3232" y="333"/>
                    <a:pt x="2377" y="660"/>
                    <a:pt x="1551" y="1253"/>
                  </a:cubicBezTo>
                  <a:cubicBezTo>
                    <a:pt x="1332" y="1204"/>
                    <a:pt x="1127" y="1177"/>
                    <a:pt x="938" y="1177"/>
                  </a:cubicBezTo>
                  <a:cubicBezTo>
                    <a:pt x="547" y="1177"/>
                    <a:pt x="226" y="1291"/>
                    <a:pt x="1" y="1557"/>
                  </a:cubicBezTo>
                  <a:lnTo>
                    <a:pt x="4378" y="7059"/>
                  </a:lnTo>
                  <a:lnTo>
                    <a:pt x="5137" y="6907"/>
                  </a:lnTo>
                  <a:lnTo>
                    <a:pt x="6840" y="220"/>
                  </a:lnTo>
                  <a:cubicBezTo>
                    <a:pt x="6676" y="67"/>
                    <a:pt x="6504" y="0"/>
                    <a:pt x="63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2"/>
            <p:cNvSpPr/>
            <p:nvPr/>
          </p:nvSpPr>
          <p:spPr>
            <a:xfrm>
              <a:off x="6472275" y="2445175"/>
              <a:ext cx="223425" cy="242875"/>
            </a:xfrm>
            <a:custGeom>
              <a:rect b="b" l="l" r="r" t="t"/>
              <a:pathLst>
                <a:path extrusionOk="0" h="9715" w="8937">
                  <a:moveTo>
                    <a:pt x="6679" y="0"/>
                  </a:moveTo>
                  <a:cubicBezTo>
                    <a:pt x="6631" y="0"/>
                    <a:pt x="6583" y="6"/>
                    <a:pt x="6535" y="18"/>
                  </a:cubicBezTo>
                  <a:lnTo>
                    <a:pt x="639" y="1143"/>
                  </a:lnTo>
                  <a:cubicBezTo>
                    <a:pt x="274" y="1234"/>
                    <a:pt x="0" y="1599"/>
                    <a:pt x="61" y="1994"/>
                  </a:cubicBezTo>
                  <a:lnTo>
                    <a:pt x="1581" y="9714"/>
                  </a:lnTo>
                  <a:lnTo>
                    <a:pt x="8937" y="8255"/>
                  </a:lnTo>
                  <a:lnTo>
                    <a:pt x="7356" y="596"/>
                  </a:lnTo>
                  <a:cubicBezTo>
                    <a:pt x="7303" y="252"/>
                    <a:pt x="6998" y="0"/>
                    <a:pt x="6679"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1">
    <p:spTree>
      <p:nvGrpSpPr>
        <p:cNvPr id="1306" name="Shape 1306"/>
        <p:cNvGrpSpPr/>
        <p:nvPr/>
      </p:nvGrpSpPr>
      <p:grpSpPr>
        <a:xfrm>
          <a:off x="0" y="0"/>
          <a:ext cx="0" cy="0"/>
          <a:chOff x="0" y="0"/>
          <a:chExt cx="0" cy="0"/>
        </a:xfrm>
      </p:grpSpPr>
      <p:grpSp>
        <p:nvGrpSpPr>
          <p:cNvPr id="1307" name="Google Shape;1307;p53"/>
          <p:cNvGrpSpPr/>
          <p:nvPr/>
        </p:nvGrpSpPr>
        <p:grpSpPr>
          <a:xfrm>
            <a:off x="-244" y="24"/>
            <a:ext cx="9144155" cy="5165694"/>
            <a:chOff x="-244" y="24"/>
            <a:chExt cx="9144155" cy="5165694"/>
          </a:xfrm>
        </p:grpSpPr>
        <p:sp>
          <p:nvSpPr>
            <p:cNvPr id="1308" name="Google Shape;1308;p53"/>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3"/>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0" name="Google Shape;1310;p53"/>
          <p:cNvGrpSpPr/>
          <p:nvPr/>
        </p:nvGrpSpPr>
        <p:grpSpPr>
          <a:xfrm>
            <a:off x="303630" y="306525"/>
            <a:ext cx="8536741" cy="4552701"/>
            <a:chOff x="2434200" y="841500"/>
            <a:chExt cx="4622450" cy="3053250"/>
          </a:xfrm>
        </p:grpSpPr>
        <p:sp>
          <p:nvSpPr>
            <p:cNvPr id="1311" name="Google Shape;1311;p53"/>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3"/>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3" name="Google Shape;1313;p53"/>
          <p:cNvSpPr txBox="1"/>
          <p:nvPr>
            <p:ph type="title"/>
          </p:nvPr>
        </p:nvSpPr>
        <p:spPr>
          <a:xfrm>
            <a:off x="6019500" y="1552050"/>
            <a:ext cx="24045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14" name="Google Shape;1314;p53"/>
          <p:cNvSpPr txBox="1"/>
          <p:nvPr>
            <p:ph idx="2" type="title"/>
          </p:nvPr>
        </p:nvSpPr>
        <p:spPr>
          <a:xfrm>
            <a:off x="3369748" y="1552050"/>
            <a:ext cx="24045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15" name="Google Shape;1315;p53"/>
          <p:cNvSpPr txBox="1"/>
          <p:nvPr>
            <p:ph idx="1" type="subTitle"/>
          </p:nvPr>
        </p:nvSpPr>
        <p:spPr>
          <a:xfrm>
            <a:off x="720001" y="1838963"/>
            <a:ext cx="2404500" cy="8862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16" name="Google Shape;1316;p53"/>
          <p:cNvSpPr txBox="1"/>
          <p:nvPr>
            <p:ph idx="3" type="subTitle"/>
          </p:nvPr>
        </p:nvSpPr>
        <p:spPr>
          <a:xfrm>
            <a:off x="3369741" y="1838963"/>
            <a:ext cx="2404500" cy="8862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17" name="Google Shape;1317;p53"/>
          <p:cNvSpPr txBox="1"/>
          <p:nvPr>
            <p:ph idx="4" type="title"/>
          </p:nvPr>
        </p:nvSpPr>
        <p:spPr>
          <a:xfrm>
            <a:off x="720001" y="1552050"/>
            <a:ext cx="24045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18" name="Google Shape;1318;p53"/>
          <p:cNvSpPr txBox="1"/>
          <p:nvPr>
            <p:ph idx="5" type="subTitle"/>
          </p:nvPr>
        </p:nvSpPr>
        <p:spPr>
          <a:xfrm>
            <a:off x="6019500" y="1838963"/>
            <a:ext cx="2404500" cy="8862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19" name="Google Shape;1319;p53"/>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20" name="Google Shape;1320;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1321" name="Shape 1321"/>
        <p:cNvGrpSpPr/>
        <p:nvPr/>
      </p:nvGrpSpPr>
      <p:grpSpPr>
        <a:xfrm>
          <a:off x="0" y="0"/>
          <a:ext cx="0" cy="0"/>
          <a:chOff x="0" y="0"/>
          <a:chExt cx="0" cy="0"/>
        </a:xfrm>
      </p:grpSpPr>
      <p:grpSp>
        <p:nvGrpSpPr>
          <p:cNvPr id="1322" name="Google Shape;1322;p54"/>
          <p:cNvGrpSpPr/>
          <p:nvPr/>
        </p:nvGrpSpPr>
        <p:grpSpPr>
          <a:xfrm>
            <a:off x="-244" y="24"/>
            <a:ext cx="9144155" cy="5165694"/>
            <a:chOff x="-244" y="24"/>
            <a:chExt cx="9144155" cy="5165694"/>
          </a:xfrm>
        </p:grpSpPr>
        <p:sp>
          <p:nvSpPr>
            <p:cNvPr id="1323" name="Google Shape;1323;p54"/>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54"/>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5" name="Google Shape;1325;p54"/>
          <p:cNvGrpSpPr/>
          <p:nvPr/>
        </p:nvGrpSpPr>
        <p:grpSpPr>
          <a:xfrm>
            <a:off x="303630" y="306525"/>
            <a:ext cx="8536741" cy="4552701"/>
            <a:chOff x="2434200" y="841500"/>
            <a:chExt cx="4622450" cy="3053250"/>
          </a:xfrm>
        </p:grpSpPr>
        <p:sp>
          <p:nvSpPr>
            <p:cNvPr id="1326" name="Google Shape;1326;p54"/>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54"/>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8" name="Google Shape;1328;p54"/>
          <p:cNvSpPr txBox="1"/>
          <p:nvPr>
            <p:ph type="title"/>
          </p:nvPr>
        </p:nvSpPr>
        <p:spPr>
          <a:xfrm>
            <a:off x="1682413" y="1695975"/>
            <a:ext cx="2878500" cy="393600"/>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29" name="Google Shape;1329;p54"/>
          <p:cNvSpPr txBox="1"/>
          <p:nvPr>
            <p:ph idx="2" type="title"/>
          </p:nvPr>
        </p:nvSpPr>
        <p:spPr>
          <a:xfrm>
            <a:off x="5577844" y="1695975"/>
            <a:ext cx="2878500" cy="393600"/>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30" name="Google Shape;1330;p54"/>
          <p:cNvSpPr txBox="1"/>
          <p:nvPr>
            <p:ph idx="1" type="subTitle"/>
          </p:nvPr>
        </p:nvSpPr>
        <p:spPr>
          <a:xfrm>
            <a:off x="1682406" y="2035200"/>
            <a:ext cx="2878500" cy="5727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31" name="Google Shape;1331;p54"/>
          <p:cNvSpPr txBox="1"/>
          <p:nvPr>
            <p:ph idx="3" type="subTitle"/>
          </p:nvPr>
        </p:nvSpPr>
        <p:spPr>
          <a:xfrm>
            <a:off x="5577837" y="2035200"/>
            <a:ext cx="2878500" cy="5727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32" name="Google Shape;1332;p54"/>
          <p:cNvSpPr txBox="1"/>
          <p:nvPr>
            <p:ph idx="4" type="title"/>
          </p:nvPr>
        </p:nvSpPr>
        <p:spPr>
          <a:xfrm>
            <a:off x="1682413" y="3220475"/>
            <a:ext cx="2878500" cy="393600"/>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33" name="Google Shape;1333;p54"/>
          <p:cNvSpPr txBox="1"/>
          <p:nvPr>
            <p:ph idx="5" type="title"/>
          </p:nvPr>
        </p:nvSpPr>
        <p:spPr>
          <a:xfrm>
            <a:off x="5577844" y="3220475"/>
            <a:ext cx="2878500" cy="393600"/>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34" name="Google Shape;1334;p54"/>
          <p:cNvSpPr txBox="1"/>
          <p:nvPr>
            <p:ph idx="6" type="subTitle"/>
          </p:nvPr>
        </p:nvSpPr>
        <p:spPr>
          <a:xfrm>
            <a:off x="1682406" y="3559700"/>
            <a:ext cx="2878500" cy="5727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35" name="Google Shape;1335;p54"/>
          <p:cNvSpPr txBox="1"/>
          <p:nvPr>
            <p:ph idx="7" type="subTitle"/>
          </p:nvPr>
        </p:nvSpPr>
        <p:spPr>
          <a:xfrm>
            <a:off x="5577837" y="3559700"/>
            <a:ext cx="2878500" cy="5727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36" name="Google Shape;1336;p54"/>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337" name="Google Shape;1337;p54"/>
          <p:cNvGrpSpPr/>
          <p:nvPr/>
        </p:nvGrpSpPr>
        <p:grpSpPr>
          <a:xfrm rot="2179334">
            <a:off x="7899506" y="154049"/>
            <a:ext cx="1298504" cy="1281906"/>
            <a:chOff x="5877275" y="2495575"/>
            <a:chExt cx="743200" cy="733700"/>
          </a:xfrm>
        </p:grpSpPr>
        <p:sp>
          <p:nvSpPr>
            <p:cNvPr id="1338" name="Google Shape;1338;p54"/>
            <p:cNvSpPr/>
            <p:nvPr/>
          </p:nvSpPr>
          <p:spPr>
            <a:xfrm>
              <a:off x="5877275" y="2495575"/>
              <a:ext cx="743200" cy="733700"/>
            </a:xfrm>
            <a:custGeom>
              <a:rect b="b" l="l" r="r" t="t"/>
              <a:pathLst>
                <a:path extrusionOk="0" h="29348" w="29728">
                  <a:moveTo>
                    <a:pt x="12736" y="1"/>
                  </a:moveTo>
                  <a:cubicBezTo>
                    <a:pt x="12364" y="1"/>
                    <a:pt x="11992" y="145"/>
                    <a:pt x="11703" y="434"/>
                  </a:cubicBezTo>
                  <a:lnTo>
                    <a:pt x="578" y="11711"/>
                  </a:lnTo>
                  <a:cubicBezTo>
                    <a:pt x="1" y="12288"/>
                    <a:pt x="1" y="13200"/>
                    <a:pt x="578" y="13777"/>
                  </a:cubicBezTo>
                  <a:lnTo>
                    <a:pt x="15928" y="28914"/>
                  </a:lnTo>
                  <a:cubicBezTo>
                    <a:pt x="16217" y="29203"/>
                    <a:pt x="16589" y="29348"/>
                    <a:pt x="16961" y="29348"/>
                  </a:cubicBezTo>
                  <a:cubicBezTo>
                    <a:pt x="17334" y="29348"/>
                    <a:pt x="17706" y="29203"/>
                    <a:pt x="17995" y="28914"/>
                  </a:cubicBezTo>
                  <a:lnTo>
                    <a:pt x="29150" y="17638"/>
                  </a:lnTo>
                  <a:cubicBezTo>
                    <a:pt x="29728" y="17060"/>
                    <a:pt x="29697" y="16148"/>
                    <a:pt x="29120" y="15601"/>
                  </a:cubicBezTo>
                  <a:lnTo>
                    <a:pt x="13770" y="434"/>
                  </a:lnTo>
                  <a:cubicBezTo>
                    <a:pt x="13481" y="145"/>
                    <a:pt x="13109" y="1"/>
                    <a:pt x="127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54"/>
            <p:cNvSpPr/>
            <p:nvPr/>
          </p:nvSpPr>
          <p:spPr>
            <a:xfrm>
              <a:off x="5919075" y="2533000"/>
              <a:ext cx="659600" cy="658850"/>
            </a:xfrm>
            <a:custGeom>
              <a:rect b="b" l="l" r="r" t="t"/>
              <a:pathLst>
                <a:path extrusionOk="0" h="26354" w="26384">
                  <a:moveTo>
                    <a:pt x="11368" y="1"/>
                  </a:moveTo>
                  <a:lnTo>
                    <a:pt x="0" y="11521"/>
                  </a:lnTo>
                  <a:lnTo>
                    <a:pt x="15016" y="26354"/>
                  </a:lnTo>
                  <a:lnTo>
                    <a:pt x="26384" y="14834"/>
                  </a:lnTo>
                  <a:lnTo>
                    <a:pt x="1136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54"/>
            <p:cNvSpPr/>
            <p:nvPr/>
          </p:nvSpPr>
          <p:spPr>
            <a:xfrm>
              <a:off x="5945675" y="2562925"/>
              <a:ext cx="207475" cy="204725"/>
            </a:xfrm>
            <a:custGeom>
              <a:rect b="b" l="l" r="r" t="t"/>
              <a:pathLst>
                <a:path extrusionOk="0" h="8189" w="8299">
                  <a:moveTo>
                    <a:pt x="6373" y="0"/>
                  </a:moveTo>
                  <a:cubicBezTo>
                    <a:pt x="6199" y="0"/>
                    <a:pt x="6030" y="69"/>
                    <a:pt x="5897" y="202"/>
                  </a:cubicBezTo>
                  <a:lnTo>
                    <a:pt x="5411" y="688"/>
                  </a:lnTo>
                  <a:cubicBezTo>
                    <a:pt x="5149" y="481"/>
                    <a:pt x="4825" y="381"/>
                    <a:pt x="4500" y="381"/>
                  </a:cubicBezTo>
                  <a:cubicBezTo>
                    <a:pt x="4109" y="381"/>
                    <a:pt x="3717" y="527"/>
                    <a:pt x="3435" y="810"/>
                  </a:cubicBezTo>
                  <a:lnTo>
                    <a:pt x="851" y="3424"/>
                  </a:lnTo>
                  <a:cubicBezTo>
                    <a:pt x="304" y="3971"/>
                    <a:pt x="274" y="4852"/>
                    <a:pt x="760" y="5399"/>
                  </a:cubicBezTo>
                  <a:lnTo>
                    <a:pt x="274" y="5916"/>
                  </a:lnTo>
                  <a:cubicBezTo>
                    <a:pt x="0" y="6159"/>
                    <a:pt x="0" y="6615"/>
                    <a:pt x="274" y="6889"/>
                  </a:cubicBezTo>
                  <a:lnTo>
                    <a:pt x="1429" y="7983"/>
                  </a:lnTo>
                  <a:cubicBezTo>
                    <a:pt x="1550" y="8120"/>
                    <a:pt x="1725" y="8188"/>
                    <a:pt x="1904" y="8188"/>
                  </a:cubicBezTo>
                  <a:cubicBezTo>
                    <a:pt x="2082" y="8188"/>
                    <a:pt x="2265" y="8120"/>
                    <a:pt x="2401" y="7983"/>
                  </a:cubicBezTo>
                  <a:lnTo>
                    <a:pt x="8025" y="2329"/>
                  </a:lnTo>
                  <a:cubicBezTo>
                    <a:pt x="8298" y="2056"/>
                    <a:pt x="8298" y="1600"/>
                    <a:pt x="8025" y="1357"/>
                  </a:cubicBezTo>
                  <a:lnTo>
                    <a:pt x="6900" y="232"/>
                  </a:lnTo>
                  <a:cubicBezTo>
                    <a:pt x="6744" y="76"/>
                    <a:pt x="6556" y="0"/>
                    <a:pt x="6373"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4"/>
            <p:cNvSpPr/>
            <p:nvPr/>
          </p:nvSpPr>
          <p:spPr>
            <a:xfrm>
              <a:off x="6188075" y="3019325"/>
              <a:ext cx="133750" cy="133000"/>
            </a:xfrm>
            <a:custGeom>
              <a:rect b="b" l="l" r="r" t="t"/>
              <a:pathLst>
                <a:path extrusionOk="0" h="5320" w="5350">
                  <a:moveTo>
                    <a:pt x="1277" y="1"/>
                  </a:moveTo>
                  <a:lnTo>
                    <a:pt x="0" y="1277"/>
                  </a:lnTo>
                  <a:lnTo>
                    <a:pt x="4104" y="5320"/>
                  </a:lnTo>
                  <a:lnTo>
                    <a:pt x="5350" y="4043"/>
                  </a:lnTo>
                  <a:lnTo>
                    <a:pt x="1277"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4"/>
            <p:cNvSpPr/>
            <p:nvPr/>
          </p:nvSpPr>
          <p:spPr>
            <a:xfrm>
              <a:off x="6282300" y="3026175"/>
              <a:ext cx="82100" cy="82100"/>
            </a:xfrm>
            <a:custGeom>
              <a:rect b="b" l="l" r="r" t="t"/>
              <a:pathLst>
                <a:path extrusionOk="0" h="3284" w="3284">
                  <a:moveTo>
                    <a:pt x="1277" y="0"/>
                  </a:moveTo>
                  <a:lnTo>
                    <a:pt x="0" y="1277"/>
                  </a:lnTo>
                  <a:lnTo>
                    <a:pt x="2037" y="3283"/>
                  </a:lnTo>
                  <a:lnTo>
                    <a:pt x="3283" y="2006"/>
                  </a:lnTo>
                  <a:lnTo>
                    <a:pt x="1277"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54"/>
            <p:cNvSpPr/>
            <p:nvPr/>
          </p:nvSpPr>
          <p:spPr>
            <a:xfrm>
              <a:off x="6254950" y="2910675"/>
              <a:ext cx="153525" cy="152750"/>
            </a:xfrm>
            <a:custGeom>
              <a:rect b="b" l="l" r="r" t="t"/>
              <a:pathLst>
                <a:path extrusionOk="0" h="6110" w="6141">
                  <a:moveTo>
                    <a:pt x="1246" y="0"/>
                  </a:moveTo>
                  <a:lnTo>
                    <a:pt x="0" y="1277"/>
                  </a:lnTo>
                  <a:lnTo>
                    <a:pt x="4894" y="6110"/>
                  </a:lnTo>
                  <a:lnTo>
                    <a:pt x="6140" y="4833"/>
                  </a:lnTo>
                  <a:lnTo>
                    <a:pt x="1246"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54"/>
            <p:cNvSpPr/>
            <p:nvPr/>
          </p:nvSpPr>
          <p:spPr>
            <a:xfrm>
              <a:off x="6362075" y="2929675"/>
              <a:ext cx="89700" cy="90450"/>
            </a:xfrm>
            <a:custGeom>
              <a:rect b="b" l="l" r="r" t="t"/>
              <a:pathLst>
                <a:path extrusionOk="0" h="3618" w="3588">
                  <a:moveTo>
                    <a:pt x="1247" y="0"/>
                  </a:moveTo>
                  <a:lnTo>
                    <a:pt x="1" y="1277"/>
                  </a:lnTo>
                  <a:lnTo>
                    <a:pt x="2341" y="3617"/>
                  </a:lnTo>
                  <a:lnTo>
                    <a:pt x="3588" y="2341"/>
                  </a:lnTo>
                  <a:lnTo>
                    <a:pt x="1247"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4"/>
            <p:cNvSpPr/>
            <p:nvPr/>
          </p:nvSpPr>
          <p:spPr>
            <a:xfrm>
              <a:off x="6270900" y="2752600"/>
              <a:ext cx="224950" cy="222675"/>
            </a:xfrm>
            <a:custGeom>
              <a:rect b="b" l="l" r="r" t="t"/>
              <a:pathLst>
                <a:path extrusionOk="0" h="8907" w="8998">
                  <a:moveTo>
                    <a:pt x="1247" y="1"/>
                  </a:moveTo>
                  <a:lnTo>
                    <a:pt x="0" y="1278"/>
                  </a:lnTo>
                  <a:lnTo>
                    <a:pt x="7721" y="8907"/>
                  </a:lnTo>
                  <a:lnTo>
                    <a:pt x="8998" y="7661"/>
                  </a:lnTo>
                  <a:lnTo>
                    <a:pt x="1247"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4"/>
            <p:cNvSpPr/>
            <p:nvPr/>
          </p:nvSpPr>
          <p:spPr>
            <a:xfrm>
              <a:off x="6406150" y="2798975"/>
              <a:ext cx="133025" cy="133000"/>
            </a:xfrm>
            <a:custGeom>
              <a:rect b="b" l="l" r="r" t="t"/>
              <a:pathLst>
                <a:path extrusionOk="0" h="5320" w="5321">
                  <a:moveTo>
                    <a:pt x="1247" y="0"/>
                  </a:moveTo>
                  <a:lnTo>
                    <a:pt x="1" y="1277"/>
                  </a:lnTo>
                  <a:lnTo>
                    <a:pt x="4074" y="5319"/>
                  </a:lnTo>
                  <a:lnTo>
                    <a:pt x="5320" y="4043"/>
                  </a:lnTo>
                  <a:lnTo>
                    <a:pt x="1247"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4"/>
            <p:cNvSpPr/>
            <p:nvPr/>
          </p:nvSpPr>
          <p:spPr>
            <a:xfrm>
              <a:off x="5960875" y="2577075"/>
              <a:ext cx="123125" cy="124650"/>
            </a:xfrm>
            <a:custGeom>
              <a:rect b="b" l="l" r="r" t="t"/>
              <a:pathLst>
                <a:path extrusionOk="0" h="4986" w="4925">
                  <a:moveTo>
                    <a:pt x="4651" y="1"/>
                  </a:moveTo>
                  <a:lnTo>
                    <a:pt x="0" y="4712"/>
                  </a:lnTo>
                  <a:lnTo>
                    <a:pt x="274" y="4985"/>
                  </a:lnTo>
                  <a:lnTo>
                    <a:pt x="4924" y="274"/>
                  </a:lnTo>
                  <a:lnTo>
                    <a:pt x="4651"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54"/>
            <p:cNvSpPr/>
            <p:nvPr/>
          </p:nvSpPr>
          <p:spPr>
            <a:xfrm>
              <a:off x="6111325" y="2760625"/>
              <a:ext cx="70700" cy="90800"/>
            </a:xfrm>
            <a:custGeom>
              <a:rect b="b" l="l" r="r" t="t"/>
              <a:pathLst>
                <a:path extrusionOk="0" h="3632" w="2828">
                  <a:moveTo>
                    <a:pt x="312" y="1"/>
                  </a:moveTo>
                  <a:cubicBezTo>
                    <a:pt x="208" y="1"/>
                    <a:pt x="104" y="5"/>
                    <a:pt x="0" y="14"/>
                  </a:cubicBezTo>
                  <a:lnTo>
                    <a:pt x="304" y="3631"/>
                  </a:lnTo>
                  <a:lnTo>
                    <a:pt x="2827" y="1048"/>
                  </a:lnTo>
                  <a:cubicBezTo>
                    <a:pt x="2144" y="364"/>
                    <a:pt x="1239" y="1"/>
                    <a:pt x="312"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4"/>
            <p:cNvSpPr/>
            <p:nvPr/>
          </p:nvSpPr>
          <p:spPr>
            <a:xfrm>
              <a:off x="6018625" y="2760975"/>
              <a:ext cx="100325" cy="153525"/>
            </a:xfrm>
            <a:custGeom>
              <a:rect b="b" l="l" r="r" t="t"/>
              <a:pathLst>
                <a:path extrusionOk="0" h="6141" w="4013">
                  <a:moveTo>
                    <a:pt x="3708" y="0"/>
                  </a:moveTo>
                  <a:cubicBezTo>
                    <a:pt x="2857" y="61"/>
                    <a:pt x="2067" y="426"/>
                    <a:pt x="1429" y="1064"/>
                  </a:cubicBezTo>
                  <a:cubicBezTo>
                    <a:pt x="0" y="2462"/>
                    <a:pt x="0" y="4772"/>
                    <a:pt x="1459" y="6140"/>
                  </a:cubicBezTo>
                  <a:lnTo>
                    <a:pt x="4012" y="3557"/>
                  </a:lnTo>
                  <a:lnTo>
                    <a:pt x="3708"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4"/>
            <p:cNvSpPr/>
            <p:nvPr/>
          </p:nvSpPr>
          <p:spPr>
            <a:xfrm>
              <a:off x="6055100" y="2786800"/>
              <a:ext cx="163400" cy="154475"/>
            </a:xfrm>
            <a:custGeom>
              <a:rect b="b" l="l" r="r" t="t"/>
              <a:pathLst>
                <a:path extrusionOk="0" h="6179" w="6536">
                  <a:moveTo>
                    <a:pt x="5076" y="1"/>
                  </a:moveTo>
                  <a:lnTo>
                    <a:pt x="2553" y="2584"/>
                  </a:lnTo>
                  <a:lnTo>
                    <a:pt x="0" y="5138"/>
                  </a:lnTo>
                  <a:cubicBezTo>
                    <a:pt x="722" y="5829"/>
                    <a:pt x="1644" y="6179"/>
                    <a:pt x="2562" y="6179"/>
                  </a:cubicBezTo>
                  <a:cubicBezTo>
                    <a:pt x="3499" y="6179"/>
                    <a:pt x="4430" y="5814"/>
                    <a:pt x="5137" y="5077"/>
                  </a:cubicBezTo>
                  <a:cubicBezTo>
                    <a:pt x="6535" y="3679"/>
                    <a:pt x="6535" y="1338"/>
                    <a:pt x="5076"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4"/>
            <p:cNvSpPr/>
            <p:nvPr/>
          </p:nvSpPr>
          <p:spPr>
            <a:xfrm>
              <a:off x="6137925" y="2687250"/>
              <a:ext cx="32700" cy="32700"/>
            </a:xfrm>
            <a:custGeom>
              <a:rect b="b" l="l" r="r" t="t"/>
              <a:pathLst>
                <a:path extrusionOk="0" h="1308" w="1308">
                  <a:moveTo>
                    <a:pt x="639" y="1"/>
                  </a:moveTo>
                  <a:lnTo>
                    <a:pt x="0" y="639"/>
                  </a:lnTo>
                  <a:lnTo>
                    <a:pt x="669" y="1308"/>
                  </a:lnTo>
                  <a:lnTo>
                    <a:pt x="1307" y="639"/>
                  </a:lnTo>
                  <a:lnTo>
                    <a:pt x="639"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54"/>
            <p:cNvSpPr/>
            <p:nvPr/>
          </p:nvSpPr>
          <p:spPr>
            <a:xfrm>
              <a:off x="6169825" y="2719175"/>
              <a:ext cx="31950" cy="31950"/>
            </a:xfrm>
            <a:custGeom>
              <a:rect b="b" l="l" r="r" t="t"/>
              <a:pathLst>
                <a:path extrusionOk="0" h="1278" w="1278">
                  <a:moveTo>
                    <a:pt x="639" y="1"/>
                  </a:moveTo>
                  <a:lnTo>
                    <a:pt x="1" y="639"/>
                  </a:lnTo>
                  <a:lnTo>
                    <a:pt x="639" y="1277"/>
                  </a:lnTo>
                  <a:lnTo>
                    <a:pt x="1277" y="639"/>
                  </a:lnTo>
                  <a:lnTo>
                    <a:pt x="639" y="1"/>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4"/>
            <p:cNvSpPr/>
            <p:nvPr/>
          </p:nvSpPr>
          <p:spPr>
            <a:xfrm>
              <a:off x="6201750" y="2750325"/>
              <a:ext cx="31950" cy="31950"/>
            </a:xfrm>
            <a:custGeom>
              <a:rect b="b" l="l" r="r" t="t"/>
              <a:pathLst>
                <a:path extrusionOk="0" h="1278" w="1278">
                  <a:moveTo>
                    <a:pt x="639" y="1"/>
                  </a:moveTo>
                  <a:lnTo>
                    <a:pt x="0" y="639"/>
                  </a:lnTo>
                  <a:lnTo>
                    <a:pt x="639" y="1277"/>
                  </a:lnTo>
                  <a:lnTo>
                    <a:pt x="1277" y="639"/>
                  </a:lnTo>
                  <a:lnTo>
                    <a:pt x="6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4"/>
            <p:cNvSpPr/>
            <p:nvPr/>
          </p:nvSpPr>
          <p:spPr>
            <a:xfrm>
              <a:off x="6172875" y="2605200"/>
              <a:ext cx="77525" cy="79050"/>
            </a:xfrm>
            <a:custGeom>
              <a:rect b="b" l="l" r="r" t="t"/>
              <a:pathLst>
                <a:path extrusionOk="0" h="3162" w="3101">
                  <a:moveTo>
                    <a:pt x="2858" y="0"/>
                  </a:moveTo>
                  <a:lnTo>
                    <a:pt x="0" y="2888"/>
                  </a:lnTo>
                  <a:lnTo>
                    <a:pt x="244" y="3161"/>
                  </a:lnTo>
                  <a:lnTo>
                    <a:pt x="3101" y="274"/>
                  </a:lnTo>
                  <a:lnTo>
                    <a:pt x="285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54"/>
            <p:cNvSpPr/>
            <p:nvPr/>
          </p:nvSpPr>
          <p:spPr>
            <a:xfrm>
              <a:off x="6203275" y="2637100"/>
              <a:ext cx="78300" cy="79050"/>
            </a:xfrm>
            <a:custGeom>
              <a:rect b="b" l="l" r="r" t="t"/>
              <a:pathLst>
                <a:path extrusionOk="0" h="3162" w="3132">
                  <a:moveTo>
                    <a:pt x="2857" y="1"/>
                  </a:moveTo>
                  <a:lnTo>
                    <a:pt x="0" y="2888"/>
                  </a:lnTo>
                  <a:lnTo>
                    <a:pt x="274" y="3162"/>
                  </a:lnTo>
                  <a:lnTo>
                    <a:pt x="3131" y="274"/>
                  </a:lnTo>
                  <a:lnTo>
                    <a:pt x="2857"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54"/>
            <p:cNvSpPr/>
            <p:nvPr/>
          </p:nvSpPr>
          <p:spPr>
            <a:xfrm>
              <a:off x="6235175" y="2668275"/>
              <a:ext cx="78300" cy="79050"/>
            </a:xfrm>
            <a:custGeom>
              <a:rect b="b" l="l" r="r" t="t"/>
              <a:pathLst>
                <a:path extrusionOk="0" h="3162" w="3132">
                  <a:moveTo>
                    <a:pt x="2888" y="0"/>
                  </a:moveTo>
                  <a:lnTo>
                    <a:pt x="1" y="2888"/>
                  </a:lnTo>
                  <a:lnTo>
                    <a:pt x="274" y="3161"/>
                  </a:lnTo>
                  <a:lnTo>
                    <a:pt x="3132" y="274"/>
                  </a:lnTo>
                  <a:lnTo>
                    <a:pt x="288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_1">
    <p:spTree>
      <p:nvGrpSpPr>
        <p:cNvPr id="1357" name="Shape 1357"/>
        <p:cNvGrpSpPr/>
        <p:nvPr/>
      </p:nvGrpSpPr>
      <p:grpSpPr>
        <a:xfrm>
          <a:off x="0" y="0"/>
          <a:ext cx="0" cy="0"/>
          <a:chOff x="0" y="0"/>
          <a:chExt cx="0" cy="0"/>
        </a:xfrm>
      </p:grpSpPr>
      <p:grpSp>
        <p:nvGrpSpPr>
          <p:cNvPr id="1358" name="Google Shape;1358;p55"/>
          <p:cNvGrpSpPr/>
          <p:nvPr/>
        </p:nvGrpSpPr>
        <p:grpSpPr>
          <a:xfrm>
            <a:off x="-244" y="24"/>
            <a:ext cx="9144155" cy="5165694"/>
            <a:chOff x="-244" y="24"/>
            <a:chExt cx="9144155" cy="5165694"/>
          </a:xfrm>
        </p:grpSpPr>
        <p:sp>
          <p:nvSpPr>
            <p:cNvPr id="1359" name="Google Shape;1359;p55"/>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55"/>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1" name="Google Shape;1361;p55"/>
          <p:cNvGrpSpPr/>
          <p:nvPr/>
        </p:nvGrpSpPr>
        <p:grpSpPr>
          <a:xfrm>
            <a:off x="303630" y="306525"/>
            <a:ext cx="8536741" cy="4552701"/>
            <a:chOff x="2434200" y="841500"/>
            <a:chExt cx="4622450" cy="3053250"/>
          </a:xfrm>
        </p:grpSpPr>
        <p:sp>
          <p:nvSpPr>
            <p:cNvPr id="1362" name="Google Shape;1362;p55"/>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55"/>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4" name="Google Shape;1364;p55"/>
          <p:cNvSpPr txBox="1"/>
          <p:nvPr>
            <p:ph type="title"/>
          </p:nvPr>
        </p:nvSpPr>
        <p:spPr>
          <a:xfrm>
            <a:off x="720013" y="1716038"/>
            <a:ext cx="2878500" cy="393600"/>
          </a:xfrm>
          <a:prstGeom prst="rect">
            <a:avLst/>
          </a:prstGeom>
          <a:noFill/>
          <a:ln>
            <a:noFill/>
          </a:ln>
        </p:spPr>
        <p:txBody>
          <a:bodyPr anchorCtr="0" anchor="ctr" bIns="91425" lIns="91425" spcFirstLastPara="1" rIns="91425" wrap="square" tIns="91425">
            <a:noAutofit/>
          </a:bodyPr>
          <a:lstStyle>
            <a:lvl1pPr lvl="0" algn="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65" name="Google Shape;1365;p55"/>
          <p:cNvSpPr txBox="1"/>
          <p:nvPr>
            <p:ph idx="2" type="title"/>
          </p:nvPr>
        </p:nvSpPr>
        <p:spPr>
          <a:xfrm>
            <a:off x="5552369" y="1716038"/>
            <a:ext cx="2878500" cy="393600"/>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66" name="Google Shape;1366;p55"/>
          <p:cNvSpPr txBox="1"/>
          <p:nvPr>
            <p:ph idx="1" type="subTitle"/>
          </p:nvPr>
        </p:nvSpPr>
        <p:spPr>
          <a:xfrm>
            <a:off x="720006" y="2049763"/>
            <a:ext cx="2878500" cy="572700"/>
          </a:xfrm>
          <a:prstGeom prst="rect">
            <a:avLst/>
          </a:prstGeom>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67" name="Google Shape;1367;p55"/>
          <p:cNvSpPr txBox="1"/>
          <p:nvPr>
            <p:ph idx="3" type="subTitle"/>
          </p:nvPr>
        </p:nvSpPr>
        <p:spPr>
          <a:xfrm>
            <a:off x="5552362" y="2049763"/>
            <a:ext cx="2878500" cy="5727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68" name="Google Shape;1368;p55"/>
          <p:cNvSpPr txBox="1"/>
          <p:nvPr>
            <p:ph idx="4" type="title"/>
          </p:nvPr>
        </p:nvSpPr>
        <p:spPr>
          <a:xfrm>
            <a:off x="720013" y="3226450"/>
            <a:ext cx="2878500" cy="393600"/>
          </a:xfrm>
          <a:prstGeom prst="rect">
            <a:avLst/>
          </a:prstGeom>
          <a:noFill/>
          <a:ln>
            <a:noFill/>
          </a:ln>
        </p:spPr>
        <p:txBody>
          <a:bodyPr anchorCtr="0" anchor="ctr" bIns="91425" lIns="91425" spcFirstLastPara="1" rIns="91425" wrap="square" tIns="91425">
            <a:noAutofit/>
          </a:bodyPr>
          <a:lstStyle>
            <a:lvl1pPr lvl="0" algn="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69" name="Google Shape;1369;p55"/>
          <p:cNvSpPr txBox="1"/>
          <p:nvPr>
            <p:ph idx="5" type="title"/>
          </p:nvPr>
        </p:nvSpPr>
        <p:spPr>
          <a:xfrm>
            <a:off x="5552369" y="3226450"/>
            <a:ext cx="2878500" cy="393600"/>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370" name="Google Shape;1370;p55"/>
          <p:cNvSpPr txBox="1"/>
          <p:nvPr>
            <p:ph idx="6" type="subTitle"/>
          </p:nvPr>
        </p:nvSpPr>
        <p:spPr>
          <a:xfrm>
            <a:off x="720006" y="3560175"/>
            <a:ext cx="2878500" cy="572700"/>
          </a:xfrm>
          <a:prstGeom prst="rect">
            <a:avLst/>
          </a:prstGeom>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71" name="Google Shape;1371;p55"/>
          <p:cNvSpPr txBox="1"/>
          <p:nvPr>
            <p:ph idx="7" type="subTitle"/>
          </p:nvPr>
        </p:nvSpPr>
        <p:spPr>
          <a:xfrm>
            <a:off x="5552362" y="3560175"/>
            <a:ext cx="2878500" cy="5727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372" name="Google Shape;1372;p55"/>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373" name="Google Shape;1373;p55"/>
          <p:cNvGrpSpPr/>
          <p:nvPr/>
        </p:nvGrpSpPr>
        <p:grpSpPr>
          <a:xfrm>
            <a:off x="8028554" y="61618"/>
            <a:ext cx="1019011" cy="1150876"/>
            <a:chOff x="8028554" y="61618"/>
            <a:chExt cx="1019011" cy="1150876"/>
          </a:xfrm>
        </p:grpSpPr>
        <p:sp>
          <p:nvSpPr>
            <p:cNvPr id="1374" name="Google Shape;1374;p55"/>
            <p:cNvSpPr/>
            <p:nvPr/>
          </p:nvSpPr>
          <p:spPr>
            <a:xfrm>
              <a:off x="8188875" y="156450"/>
              <a:ext cx="605400" cy="6054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5" name="Google Shape;1375;p55"/>
            <p:cNvGrpSpPr/>
            <p:nvPr/>
          </p:nvGrpSpPr>
          <p:grpSpPr>
            <a:xfrm>
              <a:off x="8028554" y="61618"/>
              <a:ext cx="1019011" cy="1150876"/>
              <a:chOff x="3817200" y="2030450"/>
              <a:chExt cx="2497575" cy="2820775"/>
            </a:xfrm>
          </p:grpSpPr>
          <p:sp>
            <p:nvSpPr>
              <p:cNvPr id="1376" name="Google Shape;1376;p55"/>
              <p:cNvSpPr/>
              <p:nvPr/>
            </p:nvSpPr>
            <p:spPr>
              <a:xfrm>
                <a:off x="4818141" y="2446276"/>
                <a:ext cx="267820" cy="239269"/>
              </a:xfrm>
              <a:custGeom>
                <a:rect b="b" l="l" r="r" t="t"/>
                <a:pathLst>
                  <a:path extrusionOk="0" h="10186" w="11399">
                    <a:moveTo>
                      <a:pt x="10145" y="1"/>
                    </a:moveTo>
                    <a:cubicBezTo>
                      <a:pt x="9762" y="1"/>
                      <a:pt x="9390" y="190"/>
                      <a:pt x="9149" y="550"/>
                    </a:cubicBezTo>
                    <a:lnTo>
                      <a:pt x="5016" y="7268"/>
                    </a:lnTo>
                    <a:lnTo>
                      <a:pt x="2067" y="4502"/>
                    </a:lnTo>
                    <a:cubicBezTo>
                      <a:pt x="1847" y="4281"/>
                      <a:pt x="1562" y="4175"/>
                      <a:pt x="1279" y="4175"/>
                    </a:cubicBezTo>
                    <a:cubicBezTo>
                      <a:pt x="977" y="4175"/>
                      <a:pt x="676" y="4297"/>
                      <a:pt x="456" y="4532"/>
                    </a:cubicBezTo>
                    <a:cubicBezTo>
                      <a:pt x="0" y="4988"/>
                      <a:pt x="61" y="5718"/>
                      <a:pt x="517" y="6143"/>
                    </a:cubicBezTo>
                    <a:lnTo>
                      <a:pt x="4499" y="9882"/>
                    </a:lnTo>
                    <a:cubicBezTo>
                      <a:pt x="4712" y="10095"/>
                      <a:pt x="4985" y="10186"/>
                      <a:pt x="5289" y="10186"/>
                    </a:cubicBezTo>
                    <a:cubicBezTo>
                      <a:pt x="5319" y="10186"/>
                      <a:pt x="5411" y="10186"/>
                      <a:pt x="5411" y="10155"/>
                    </a:cubicBezTo>
                    <a:cubicBezTo>
                      <a:pt x="5745" y="10125"/>
                      <a:pt x="6049" y="9943"/>
                      <a:pt x="6231" y="9639"/>
                    </a:cubicBezTo>
                    <a:lnTo>
                      <a:pt x="11095" y="1736"/>
                    </a:lnTo>
                    <a:cubicBezTo>
                      <a:pt x="11399" y="1189"/>
                      <a:pt x="11247" y="520"/>
                      <a:pt x="10730" y="155"/>
                    </a:cubicBezTo>
                    <a:cubicBezTo>
                      <a:pt x="10543" y="52"/>
                      <a:pt x="10343" y="1"/>
                      <a:pt x="101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55"/>
              <p:cNvSpPr/>
              <p:nvPr/>
            </p:nvSpPr>
            <p:spPr>
              <a:xfrm>
                <a:off x="4818141" y="2842572"/>
                <a:ext cx="267820" cy="239269"/>
              </a:xfrm>
              <a:custGeom>
                <a:rect b="b" l="l" r="r" t="t"/>
                <a:pathLst>
                  <a:path extrusionOk="0" h="10186" w="11399">
                    <a:moveTo>
                      <a:pt x="10145" y="0"/>
                    </a:moveTo>
                    <a:cubicBezTo>
                      <a:pt x="9762" y="0"/>
                      <a:pt x="9390" y="189"/>
                      <a:pt x="9149" y="550"/>
                    </a:cubicBezTo>
                    <a:lnTo>
                      <a:pt x="5016" y="7267"/>
                    </a:lnTo>
                    <a:lnTo>
                      <a:pt x="2067" y="4501"/>
                    </a:lnTo>
                    <a:cubicBezTo>
                      <a:pt x="1847" y="4281"/>
                      <a:pt x="1562" y="4174"/>
                      <a:pt x="1279" y="4174"/>
                    </a:cubicBezTo>
                    <a:cubicBezTo>
                      <a:pt x="977" y="4174"/>
                      <a:pt x="676" y="4296"/>
                      <a:pt x="456" y="4532"/>
                    </a:cubicBezTo>
                    <a:cubicBezTo>
                      <a:pt x="0" y="4988"/>
                      <a:pt x="61" y="5717"/>
                      <a:pt x="517" y="6143"/>
                    </a:cubicBezTo>
                    <a:lnTo>
                      <a:pt x="4499" y="9881"/>
                    </a:lnTo>
                    <a:cubicBezTo>
                      <a:pt x="4712" y="10064"/>
                      <a:pt x="4985" y="10185"/>
                      <a:pt x="5289" y="10185"/>
                    </a:cubicBezTo>
                    <a:cubicBezTo>
                      <a:pt x="5319" y="10185"/>
                      <a:pt x="5411" y="10155"/>
                      <a:pt x="5411" y="10155"/>
                    </a:cubicBezTo>
                    <a:cubicBezTo>
                      <a:pt x="5745" y="10125"/>
                      <a:pt x="6049" y="9942"/>
                      <a:pt x="6231" y="9608"/>
                    </a:cubicBezTo>
                    <a:lnTo>
                      <a:pt x="11095" y="1735"/>
                    </a:lnTo>
                    <a:cubicBezTo>
                      <a:pt x="11399" y="1188"/>
                      <a:pt x="11247" y="520"/>
                      <a:pt x="10730" y="155"/>
                    </a:cubicBezTo>
                    <a:cubicBezTo>
                      <a:pt x="10543" y="51"/>
                      <a:pt x="10343" y="0"/>
                      <a:pt x="101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55"/>
              <p:cNvSpPr/>
              <p:nvPr/>
            </p:nvSpPr>
            <p:spPr>
              <a:xfrm>
                <a:off x="4819574" y="3238022"/>
                <a:ext cx="256401" cy="252236"/>
              </a:xfrm>
              <a:custGeom>
                <a:rect b="b" l="l" r="r" t="t"/>
                <a:pathLst>
                  <a:path extrusionOk="0" h="10738" w="10913">
                    <a:moveTo>
                      <a:pt x="9692" y="0"/>
                    </a:moveTo>
                    <a:cubicBezTo>
                      <a:pt x="9400" y="0"/>
                      <a:pt x="9104" y="114"/>
                      <a:pt x="8876" y="342"/>
                    </a:cubicBezTo>
                    <a:lnTo>
                      <a:pt x="456" y="8792"/>
                    </a:lnTo>
                    <a:cubicBezTo>
                      <a:pt x="0" y="9218"/>
                      <a:pt x="0" y="9917"/>
                      <a:pt x="456" y="10373"/>
                    </a:cubicBezTo>
                    <a:cubicBezTo>
                      <a:pt x="669" y="10616"/>
                      <a:pt x="942" y="10738"/>
                      <a:pt x="1246" y="10738"/>
                    </a:cubicBezTo>
                    <a:cubicBezTo>
                      <a:pt x="1550" y="10738"/>
                      <a:pt x="1824" y="10616"/>
                      <a:pt x="2037" y="10373"/>
                    </a:cubicBezTo>
                    <a:lnTo>
                      <a:pt x="10487" y="1953"/>
                    </a:lnTo>
                    <a:cubicBezTo>
                      <a:pt x="10912" y="1528"/>
                      <a:pt x="10912" y="798"/>
                      <a:pt x="10487" y="342"/>
                    </a:cubicBezTo>
                    <a:cubicBezTo>
                      <a:pt x="10274" y="114"/>
                      <a:pt x="9985" y="0"/>
                      <a:pt x="9692" y="0"/>
                    </a:cubicBezTo>
                    <a:close/>
                  </a:path>
                </a:pathLst>
              </a:custGeom>
              <a:solidFill>
                <a:srgbClr val="DF62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55"/>
              <p:cNvSpPr/>
              <p:nvPr/>
            </p:nvSpPr>
            <p:spPr>
              <a:xfrm>
                <a:off x="4819574" y="3238022"/>
                <a:ext cx="256401" cy="252236"/>
              </a:xfrm>
              <a:custGeom>
                <a:rect b="b" l="l" r="r" t="t"/>
                <a:pathLst>
                  <a:path extrusionOk="0" h="10738" w="10913">
                    <a:moveTo>
                      <a:pt x="1258" y="0"/>
                    </a:moveTo>
                    <a:cubicBezTo>
                      <a:pt x="973" y="0"/>
                      <a:pt x="684" y="114"/>
                      <a:pt x="456" y="342"/>
                    </a:cubicBezTo>
                    <a:cubicBezTo>
                      <a:pt x="0" y="768"/>
                      <a:pt x="0" y="1497"/>
                      <a:pt x="456" y="1953"/>
                    </a:cubicBezTo>
                    <a:lnTo>
                      <a:pt x="8876" y="10373"/>
                    </a:lnTo>
                    <a:cubicBezTo>
                      <a:pt x="9119" y="10616"/>
                      <a:pt x="9362" y="10738"/>
                      <a:pt x="9666" y="10738"/>
                    </a:cubicBezTo>
                    <a:cubicBezTo>
                      <a:pt x="9970" y="10738"/>
                      <a:pt x="10243" y="10616"/>
                      <a:pt x="10487" y="10373"/>
                    </a:cubicBezTo>
                    <a:cubicBezTo>
                      <a:pt x="10912" y="9978"/>
                      <a:pt x="10912" y="9248"/>
                      <a:pt x="10487" y="8792"/>
                    </a:cubicBezTo>
                    <a:lnTo>
                      <a:pt x="2037" y="342"/>
                    </a:lnTo>
                    <a:cubicBezTo>
                      <a:pt x="1824" y="114"/>
                      <a:pt x="1543" y="0"/>
                      <a:pt x="1258" y="0"/>
                    </a:cubicBezTo>
                    <a:close/>
                  </a:path>
                </a:pathLst>
              </a:custGeom>
              <a:solidFill>
                <a:srgbClr val="DF62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55"/>
              <p:cNvSpPr/>
              <p:nvPr/>
            </p:nvSpPr>
            <p:spPr>
              <a:xfrm>
                <a:off x="5194125" y="3514775"/>
                <a:ext cx="564625" cy="614775"/>
              </a:xfrm>
              <a:custGeom>
                <a:rect b="b" l="l" r="r" t="t"/>
                <a:pathLst>
                  <a:path extrusionOk="0" h="24591" w="22585">
                    <a:moveTo>
                      <a:pt x="10609" y="1"/>
                    </a:moveTo>
                    <a:lnTo>
                      <a:pt x="1" y="7387"/>
                    </a:lnTo>
                    <a:lnTo>
                      <a:pt x="12007" y="24591"/>
                    </a:lnTo>
                    <a:lnTo>
                      <a:pt x="22585" y="17205"/>
                    </a:lnTo>
                    <a:lnTo>
                      <a:pt x="1060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55"/>
              <p:cNvSpPr/>
              <p:nvPr/>
            </p:nvSpPr>
            <p:spPr>
              <a:xfrm>
                <a:off x="3817200" y="2030450"/>
                <a:ext cx="2101900" cy="1875625"/>
              </a:xfrm>
              <a:custGeom>
                <a:rect b="b" l="l" r="r" t="t"/>
                <a:pathLst>
                  <a:path extrusionOk="0" h="75025" w="84076">
                    <a:moveTo>
                      <a:pt x="47438" y="11022"/>
                    </a:moveTo>
                    <a:cubicBezTo>
                      <a:pt x="52330" y="11022"/>
                      <a:pt x="56954" y="12696"/>
                      <a:pt x="60883" y="15543"/>
                    </a:cubicBezTo>
                    <a:cubicBezTo>
                      <a:pt x="67966" y="20741"/>
                      <a:pt x="72616" y="29738"/>
                      <a:pt x="71674" y="38765"/>
                    </a:cubicBezTo>
                    <a:cubicBezTo>
                      <a:pt x="70671" y="47915"/>
                      <a:pt x="64318" y="55787"/>
                      <a:pt x="56871" y="60438"/>
                    </a:cubicBezTo>
                    <a:cubicBezTo>
                      <a:pt x="52966" y="62889"/>
                      <a:pt x="48624" y="64024"/>
                      <a:pt x="44297" y="64024"/>
                    </a:cubicBezTo>
                    <a:cubicBezTo>
                      <a:pt x="33602" y="64024"/>
                      <a:pt x="22994" y="57092"/>
                      <a:pt x="19272" y="45969"/>
                    </a:cubicBezTo>
                    <a:cubicBezTo>
                      <a:pt x="13253" y="28066"/>
                      <a:pt x="29606" y="11957"/>
                      <a:pt x="46445" y="11045"/>
                    </a:cubicBezTo>
                    <a:cubicBezTo>
                      <a:pt x="46777" y="11029"/>
                      <a:pt x="47108" y="11022"/>
                      <a:pt x="47438" y="11022"/>
                    </a:cubicBezTo>
                    <a:close/>
                    <a:moveTo>
                      <a:pt x="48507" y="1"/>
                    </a:moveTo>
                    <a:cubicBezTo>
                      <a:pt x="47994" y="1"/>
                      <a:pt x="47479" y="14"/>
                      <a:pt x="46962" y="42"/>
                    </a:cubicBezTo>
                    <a:cubicBezTo>
                      <a:pt x="23102" y="1318"/>
                      <a:pt x="1" y="24115"/>
                      <a:pt x="8512" y="49465"/>
                    </a:cubicBezTo>
                    <a:cubicBezTo>
                      <a:pt x="13813" y="65218"/>
                      <a:pt x="28820" y="75025"/>
                      <a:pt x="43969" y="75025"/>
                    </a:cubicBezTo>
                    <a:cubicBezTo>
                      <a:pt x="50099" y="75025"/>
                      <a:pt x="56252" y="73419"/>
                      <a:pt x="61795" y="69951"/>
                    </a:cubicBezTo>
                    <a:cubicBezTo>
                      <a:pt x="72343" y="63325"/>
                      <a:pt x="81340" y="52170"/>
                      <a:pt x="82707" y="39252"/>
                    </a:cubicBezTo>
                    <a:cubicBezTo>
                      <a:pt x="84075" y="26486"/>
                      <a:pt x="77540" y="13750"/>
                      <a:pt x="67418" y="6394"/>
                    </a:cubicBezTo>
                    <a:cubicBezTo>
                      <a:pt x="61931" y="2434"/>
                      <a:pt x="55390" y="1"/>
                      <a:pt x="485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55"/>
              <p:cNvSpPr/>
              <p:nvPr/>
            </p:nvSpPr>
            <p:spPr>
              <a:xfrm>
                <a:off x="5397775" y="3848350"/>
                <a:ext cx="917000" cy="1002875"/>
              </a:xfrm>
              <a:custGeom>
                <a:rect b="b" l="l" r="r" t="t"/>
                <a:pathLst>
                  <a:path extrusionOk="0" h="40115" w="36680">
                    <a:moveTo>
                      <a:pt x="12351" y="1"/>
                    </a:moveTo>
                    <a:cubicBezTo>
                      <a:pt x="12348" y="1"/>
                      <a:pt x="12345" y="1"/>
                      <a:pt x="12341" y="1"/>
                    </a:cubicBezTo>
                    <a:cubicBezTo>
                      <a:pt x="12007" y="32"/>
                      <a:pt x="12949" y="792"/>
                      <a:pt x="7387" y="4652"/>
                    </a:cubicBezTo>
                    <a:cubicBezTo>
                      <a:pt x="1794" y="8482"/>
                      <a:pt x="882" y="7722"/>
                      <a:pt x="639" y="7995"/>
                    </a:cubicBezTo>
                    <a:cubicBezTo>
                      <a:pt x="1" y="8786"/>
                      <a:pt x="15290" y="36506"/>
                      <a:pt x="19150" y="38300"/>
                    </a:cubicBezTo>
                    <a:cubicBezTo>
                      <a:pt x="20417" y="39560"/>
                      <a:pt x="22072" y="40114"/>
                      <a:pt x="23838" y="40114"/>
                    </a:cubicBezTo>
                    <a:cubicBezTo>
                      <a:pt x="29655" y="40114"/>
                      <a:pt x="36679" y="34101"/>
                      <a:pt x="35047" y="27479"/>
                    </a:cubicBezTo>
                    <a:cubicBezTo>
                      <a:pt x="33925" y="22992"/>
                      <a:pt x="13634" y="1"/>
                      <a:pt x="1235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83" name="Google Shape;1383;p55"/>
          <p:cNvGrpSpPr/>
          <p:nvPr/>
        </p:nvGrpSpPr>
        <p:grpSpPr>
          <a:xfrm>
            <a:off x="55656" y="4344619"/>
            <a:ext cx="3083543" cy="726888"/>
            <a:chOff x="2558825" y="1578175"/>
            <a:chExt cx="4373200" cy="1030900"/>
          </a:xfrm>
        </p:grpSpPr>
        <p:sp>
          <p:nvSpPr>
            <p:cNvPr id="1384" name="Google Shape;1384;p55"/>
            <p:cNvSpPr/>
            <p:nvPr/>
          </p:nvSpPr>
          <p:spPr>
            <a:xfrm>
              <a:off x="2558825" y="1621900"/>
              <a:ext cx="4373200" cy="950650"/>
            </a:xfrm>
            <a:custGeom>
              <a:rect b="b" l="l" r="r" t="t"/>
              <a:pathLst>
                <a:path extrusionOk="0" h="38026" w="174928">
                  <a:moveTo>
                    <a:pt x="49849" y="0"/>
                  </a:moveTo>
                  <a:lnTo>
                    <a:pt x="38299" y="20791"/>
                  </a:lnTo>
                  <a:lnTo>
                    <a:pt x="25077" y="22432"/>
                  </a:lnTo>
                  <a:lnTo>
                    <a:pt x="17326" y="15168"/>
                  </a:lnTo>
                  <a:lnTo>
                    <a:pt x="0" y="20548"/>
                  </a:lnTo>
                  <a:lnTo>
                    <a:pt x="122" y="20943"/>
                  </a:lnTo>
                  <a:lnTo>
                    <a:pt x="17235" y="15563"/>
                  </a:lnTo>
                  <a:lnTo>
                    <a:pt x="24925" y="22797"/>
                  </a:lnTo>
                  <a:lnTo>
                    <a:pt x="38512" y="21125"/>
                  </a:lnTo>
                  <a:lnTo>
                    <a:pt x="50001" y="487"/>
                  </a:lnTo>
                  <a:lnTo>
                    <a:pt x="63679" y="7903"/>
                  </a:lnTo>
                  <a:lnTo>
                    <a:pt x="66567" y="24286"/>
                  </a:lnTo>
                  <a:lnTo>
                    <a:pt x="78178" y="21885"/>
                  </a:lnTo>
                  <a:lnTo>
                    <a:pt x="86172" y="13374"/>
                  </a:lnTo>
                  <a:lnTo>
                    <a:pt x="94410" y="38025"/>
                  </a:lnTo>
                  <a:lnTo>
                    <a:pt x="108817" y="32615"/>
                  </a:lnTo>
                  <a:lnTo>
                    <a:pt x="115200" y="21125"/>
                  </a:lnTo>
                  <a:lnTo>
                    <a:pt x="125170" y="23435"/>
                  </a:lnTo>
                  <a:lnTo>
                    <a:pt x="131492" y="33679"/>
                  </a:lnTo>
                  <a:lnTo>
                    <a:pt x="151827" y="30730"/>
                  </a:lnTo>
                  <a:lnTo>
                    <a:pt x="151888" y="30700"/>
                  </a:lnTo>
                  <a:lnTo>
                    <a:pt x="160703" y="18086"/>
                  </a:lnTo>
                  <a:lnTo>
                    <a:pt x="174837" y="20791"/>
                  </a:lnTo>
                  <a:lnTo>
                    <a:pt x="174928" y="20396"/>
                  </a:lnTo>
                  <a:lnTo>
                    <a:pt x="160551" y="17660"/>
                  </a:lnTo>
                  <a:lnTo>
                    <a:pt x="151675" y="30365"/>
                  </a:lnTo>
                  <a:lnTo>
                    <a:pt x="131675" y="33253"/>
                  </a:lnTo>
                  <a:lnTo>
                    <a:pt x="125444" y="23192"/>
                  </a:lnTo>
                  <a:lnTo>
                    <a:pt x="125413" y="23101"/>
                  </a:lnTo>
                  <a:lnTo>
                    <a:pt x="115018" y="20700"/>
                  </a:lnTo>
                  <a:lnTo>
                    <a:pt x="108544" y="32311"/>
                  </a:lnTo>
                  <a:lnTo>
                    <a:pt x="94653" y="37539"/>
                  </a:lnTo>
                  <a:lnTo>
                    <a:pt x="86324" y="12645"/>
                  </a:lnTo>
                  <a:lnTo>
                    <a:pt x="77996" y="21551"/>
                  </a:lnTo>
                  <a:lnTo>
                    <a:pt x="66901" y="23830"/>
                  </a:lnTo>
                  <a:lnTo>
                    <a:pt x="64014" y="7690"/>
                  </a:lnTo>
                  <a:lnTo>
                    <a:pt x="498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55"/>
            <p:cNvSpPr/>
            <p:nvPr/>
          </p:nvSpPr>
          <p:spPr>
            <a:xfrm>
              <a:off x="4096850" y="1765625"/>
              <a:ext cx="121600" cy="101800"/>
            </a:xfrm>
            <a:custGeom>
              <a:rect b="b" l="l" r="r" t="t"/>
              <a:pathLst>
                <a:path extrusionOk="0" h="4072" w="4864">
                  <a:moveTo>
                    <a:pt x="2466" y="0"/>
                  </a:moveTo>
                  <a:cubicBezTo>
                    <a:pt x="1545" y="0"/>
                    <a:pt x="645" y="453"/>
                    <a:pt x="365" y="1394"/>
                  </a:cubicBezTo>
                  <a:cubicBezTo>
                    <a:pt x="0" y="2640"/>
                    <a:pt x="912" y="3978"/>
                    <a:pt x="2219" y="4069"/>
                  </a:cubicBezTo>
                  <a:cubicBezTo>
                    <a:pt x="2260" y="4071"/>
                    <a:pt x="2300" y="4072"/>
                    <a:pt x="2341" y="4072"/>
                  </a:cubicBezTo>
                  <a:cubicBezTo>
                    <a:pt x="3035" y="4072"/>
                    <a:pt x="3768" y="3826"/>
                    <a:pt x="4256" y="3309"/>
                  </a:cubicBezTo>
                  <a:cubicBezTo>
                    <a:pt x="4742" y="2762"/>
                    <a:pt x="4864" y="1972"/>
                    <a:pt x="4590" y="1333"/>
                  </a:cubicBezTo>
                  <a:cubicBezTo>
                    <a:pt x="4438" y="938"/>
                    <a:pt x="4195" y="604"/>
                    <a:pt x="3830" y="361"/>
                  </a:cubicBezTo>
                  <a:cubicBezTo>
                    <a:pt x="3426" y="122"/>
                    <a:pt x="2943" y="0"/>
                    <a:pt x="2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55"/>
            <p:cNvSpPr/>
            <p:nvPr/>
          </p:nvSpPr>
          <p:spPr>
            <a:xfrm>
              <a:off x="4131800" y="1794800"/>
              <a:ext cx="53225" cy="44450"/>
            </a:xfrm>
            <a:custGeom>
              <a:rect b="b" l="l" r="r" t="t"/>
              <a:pathLst>
                <a:path extrusionOk="0" h="1778" w="2129">
                  <a:moveTo>
                    <a:pt x="1035" y="0"/>
                  </a:moveTo>
                  <a:cubicBezTo>
                    <a:pt x="640" y="0"/>
                    <a:pt x="270" y="191"/>
                    <a:pt x="153" y="622"/>
                  </a:cubicBezTo>
                  <a:cubicBezTo>
                    <a:pt x="1" y="1170"/>
                    <a:pt x="365" y="1747"/>
                    <a:pt x="943" y="1777"/>
                  </a:cubicBezTo>
                  <a:cubicBezTo>
                    <a:pt x="1247" y="1777"/>
                    <a:pt x="1642" y="1717"/>
                    <a:pt x="1824" y="1443"/>
                  </a:cubicBezTo>
                  <a:cubicBezTo>
                    <a:pt x="2098" y="1230"/>
                    <a:pt x="2128" y="835"/>
                    <a:pt x="2007" y="562"/>
                  </a:cubicBezTo>
                  <a:cubicBezTo>
                    <a:pt x="1946" y="410"/>
                    <a:pt x="1824" y="258"/>
                    <a:pt x="1672" y="166"/>
                  </a:cubicBezTo>
                  <a:cubicBezTo>
                    <a:pt x="1478" y="58"/>
                    <a:pt x="1253" y="0"/>
                    <a:pt x="1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5"/>
            <p:cNvSpPr/>
            <p:nvPr/>
          </p:nvSpPr>
          <p:spPr>
            <a:xfrm>
              <a:off x="3741975" y="1578175"/>
              <a:ext cx="120850" cy="101725"/>
            </a:xfrm>
            <a:custGeom>
              <a:rect b="b" l="l" r="r" t="t"/>
              <a:pathLst>
                <a:path extrusionOk="0" h="4069" w="4834">
                  <a:moveTo>
                    <a:pt x="2477" y="0"/>
                  </a:moveTo>
                  <a:cubicBezTo>
                    <a:pt x="1564" y="0"/>
                    <a:pt x="674" y="461"/>
                    <a:pt x="396" y="1415"/>
                  </a:cubicBezTo>
                  <a:cubicBezTo>
                    <a:pt x="1" y="2661"/>
                    <a:pt x="912" y="3999"/>
                    <a:pt x="2250" y="4059"/>
                  </a:cubicBezTo>
                  <a:cubicBezTo>
                    <a:pt x="2322" y="4065"/>
                    <a:pt x="2396" y="4068"/>
                    <a:pt x="2469" y="4068"/>
                  </a:cubicBezTo>
                  <a:cubicBezTo>
                    <a:pt x="3134" y="4068"/>
                    <a:pt x="3818" y="3820"/>
                    <a:pt x="4256" y="3299"/>
                  </a:cubicBezTo>
                  <a:cubicBezTo>
                    <a:pt x="4712" y="2813"/>
                    <a:pt x="4834" y="2023"/>
                    <a:pt x="4621" y="1324"/>
                  </a:cubicBezTo>
                  <a:cubicBezTo>
                    <a:pt x="4469" y="959"/>
                    <a:pt x="4226" y="594"/>
                    <a:pt x="3861" y="381"/>
                  </a:cubicBezTo>
                  <a:cubicBezTo>
                    <a:pt x="3451" y="129"/>
                    <a:pt x="2961" y="0"/>
                    <a:pt x="24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55"/>
            <p:cNvSpPr/>
            <p:nvPr/>
          </p:nvSpPr>
          <p:spPr>
            <a:xfrm>
              <a:off x="3777700" y="1607275"/>
              <a:ext cx="53200" cy="45050"/>
            </a:xfrm>
            <a:custGeom>
              <a:rect b="b" l="l" r="r" t="t"/>
              <a:pathLst>
                <a:path extrusionOk="0" h="1802" w="2128">
                  <a:moveTo>
                    <a:pt x="1055" y="1"/>
                  </a:moveTo>
                  <a:cubicBezTo>
                    <a:pt x="653" y="1"/>
                    <a:pt x="272" y="197"/>
                    <a:pt x="152" y="616"/>
                  </a:cubicBezTo>
                  <a:cubicBezTo>
                    <a:pt x="0" y="1193"/>
                    <a:pt x="365" y="1771"/>
                    <a:pt x="942" y="1801"/>
                  </a:cubicBezTo>
                  <a:cubicBezTo>
                    <a:pt x="1246" y="1801"/>
                    <a:pt x="1611" y="1740"/>
                    <a:pt x="1824" y="1467"/>
                  </a:cubicBezTo>
                  <a:cubicBezTo>
                    <a:pt x="2067" y="1224"/>
                    <a:pt x="2128" y="889"/>
                    <a:pt x="2006" y="585"/>
                  </a:cubicBezTo>
                  <a:cubicBezTo>
                    <a:pt x="1915" y="433"/>
                    <a:pt x="1824" y="281"/>
                    <a:pt x="1672" y="160"/>
                  </a:cubicBezTo>
                  <a:cubicBezTo>
                    <a:pt x="1484" y="55"/>
                    <a:pt x="1266"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55"/>
            <p:cNvSpPr/>
            <p:nvPr/>
          </p:nvSpPr>
          <p:spPr>
            <a:xfrm>
              <a:off x="3464625" y="2089550"/>
              <a:ext cx="120850" cy="101600"/>
            </a:xfrm>
            <a:custGeom>
              <a:rect b="b" l="l" r="r" t="t"/>
              <a:pathLst>
                <a:path extrusionOk="0" h="4064" w="4834">
                  <a:moveTo>
                    <a:pt x="2470" y="0"/>
                  </a:moveTo>
                  <a:cubicBezTo>
                    <a:pt x="1559" y="0"/>
                    <a:pt x="673" y="454"/>
                    <a:pt x="395" y="1386"/>
                  </a:cubicBezTo>
                  <a:cubicBezTo>
                    <a:pt x="0" y="2662"/>
                    <a:pt x="912" y="3969"/>
                    <a:pt x="2249" y="4061"/>
                  </a:cubicBezTo>
                  <a:cubicBezTo>
                    <a:pt x="2294" y="4062"/>
                    <a:pt x="2339" y="4063"/>
                    <a:pt x="2385" y="4063"/>
                  </a:cubicBezTo>
                  <a:cubicBezTo>
                    <a:pt x="3075" y="4063"/>
                    <a:pt x="3799" y="3843"/>
                    <a:pt x="4256" y="3301"/>
                  </a:cubicBezTo>
                  <a:cubicBezTo>
                    <a:pt x="4772" y="2754"/>
                    <a:pt x="4833" y="1963"/>
                    <a:pt x="4620" y="1325"/>
                  </a:cubicBezTo>
                  <a:cubicBezTo>
                    <a:pt x="4468" y="930"/>
                    <a:pt x="4225" y="595"/>
                    <a:pt x="3860" y="383"/>
                  </a:cubicBezTo>
                  <a:cubicBezTo>
                    <a:pt x="3448" y="129"/>
                    <a:pt x="2955" y="0"/>
                    <a:pt x="24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55"/>
            <p:cNvSpPr/>
            <p:nvPr/>
          </p:nvSpPr>
          <p:spPr>
            <a:xfrm>
              <a:off x="3500325" y="2117750"/>
              <a:ext cx="53225" cy="44450"/>
            </a:xfrm>
            <a:custGeom>
              <a:rect b="b" l="l" r="r" t="t"/>
              <a:pathLst>
                <a:path extrusionOk="0" h="1778" w="2129">
                  <a:moveTo>
                    <a:pt x="1035" y="0"/>
                  </a:moveTo>
                  <a:cubicBezTo>
                    <a:pt x="640" y="0"/>
                    <a:pt x="270" y="192"/>
                    <a:pt x="153" y="623"/>
                  </a:cubicBezTo>
                  <a:cubicBezTo>
                    <a:pt x="1" y="1170"/>
                    <a:pt x="366" y="1747"/>
                    <a:pt x="943" y="1778"/>
                  </a:cubicBezTo>
                  <a:cubicBezTo>
                    <a:pt x="1247" y="1778"/>
                    <a:pt x="1612" y="1717"/>
                    <a:pt x="1825" y="1443"/>
                  </a:cubicBezTo>
                  <a:cubicBezTo>
                    <a:pt x="2068" y="1230"/>
                    <a:pt x="2128" y="866"/>
                    <a:pt x="2007" y="562"/>
                  </a:cubicBezTo>
                  <a:cubicBezTo>
                    <a:pt x="1916" y="410"/>
                    <a:pt x="1825" y="258"/>
                    <a:pt x="1673" y="167"/>
                  </a:cubicBezTo>
                  <a:cubicBezTo>
                    <a:pt x="1478" y="59"/>
                    <a:pt x="1253" y="0"/>
                    <a:pt x="1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5"/>
            <p:cNvSpPr/>
            <p:nvPr/>
          </p:nvSpPr>
          <p:spPr>
            <a:xfrm>
              <a:off x="3125700" y="2134175"/>
              <a:ext cx="120850" cy="101800"/>
            </a:xfrm>
            <a:custGeom>
              <a:rect b="b" l="l" r="r" t="t"/>
              <a:pathLst>
                <a:path extrusionOk="0" h="4072" w="4834">
                  <a:moveTo>
                    <a:pt x="2481" y="0"/>
                  </a:moveTo>
                  <a:cubicBezTo>
                    <a:pt x="1562" y="0"/>
                    <a:pt x="656" y="453"/>
                    <a:pt x="396" y="1394"/>
                  </a:cubicBezTo>
                  <a:cubicBezTo>
                    <a:pt x="1" y="2640"/>
                    <a:pt x="913" y="3978"/>
                    <a:pt x="2250" y="4069"/>
                  </a:cubicBezTo>
                  <a:cubicBezTo>
                    <a:pt x="2289" y="4071"/>
                    <a:pt x="2328" y="4071"/>
                    <a:pt x="2367" y="4071"/>
                  </a:cubicBezTo>
                  <a:cubicBezTo>
                    <a:pt x="3039" y="4071"/>
                    <a:pt x="3797" y="3826"/>
                    <a:pt x="4256" y="3309"/>
                  </a:cubicBezTo>
                  <a:cubicBezTo>
                    <a:pt x="4712" y="2762"/>
                    <a:pt x="4834" y="1972"/>
                    <a:pt x="4590" y="1333"/>
                  </a:cubicBezTo>
                  <a:cubicBezTo>
                    <a:pt x="4438" y="938"/>
                    <a:pt x="4226" y="604"/>
                    <a:pt x="3831" y="361"/>
                  </a:cubicBezTo>
                  <a:cubicBezTo>
                    <a:pt x="3436" y="122"/>
                    <a:pt x="2957" y="0"/>
                    <a:pt x="24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5"/>
            <p:cNvSpPr/>
            <p:nvPr/>
          </p:nvSpPr>
          <p:spPr>
            <a:xfrm>
              <a:off x="3160650" y="2163350"/>
              <a:ext cx="53225" cy="44450"/>
            </a:xfrm>
            <a:custGeom>
              <a:rect b="b" l="l" r="r" t="t"/>
              <a:pathLst>
                <a:path extrusionOk="0" h="1778" w="2129">
                  <a:moveTo>
                    <a:pt x="1056" y="0"/>
                  </a:moveTo>
                  <a:cubicBezTo>
                    <a:pt x="667" y="0"/>
                    <a:pt x="290" y="191"/>
                    <a:pt x="153" y="622"/>
                  </a:cubicBezTo>
                  <a:cubicBezTo>
                    <a:pt x="1" y="1169"/>
                    <a:pt x="396" y="1747"/>
                    <a:pt x="974" y="1777"/>
                  </a:cubicBezTo>
                  <a:cubicBezTo>
                    <a:pt x="1277" y="1777"/>
                    <a:pt x="1642" y="1716"/>
                    <a:pt x="1825" y="1443"/>
                  </a:cubicBezTo>
                  <a:cubicBezTo>
                    <a:pt x="2068" y="1230"/>
                    <a:pt x="2129" y="835"/>
                    <a:pt x="2037" y="561"/>
                  </a:cubicBezTo>
                  <a:cubicBezTo>
                    <a:pt x="1946" y="409"/>
                    <a:pt x="1825" y="258"/>
                    <a:pt x="1673" y="166"/>
                  </a:cubicBezTo>
                  <a:cubicBezTo>
                    <a:pt x="1489" y="58"/>
                    <a:pt x="1271" y="0"/>
                    <a:pt x="105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55"/>
            <p:cNvSpPr/>
            <p:nvPr/>
          </p:nvSpPr>
          <p:spPr>
            <a:xfrm>
              <a:off x="2926600" y="1967000"/>
              <a:ext cx="121625" cy="101800"/>
            </a:xfrm>
            <a:custGeom>
              <a:rect b="b" l="l" r="r" t="t"/>
              <a:pathLst>
                <a:path extrusionOk="0" h="4072" w="4865">
                  <a:moveTo>
                    <a:pt x="2466" y="0"/>
                  </a:moveTo>
                  <a:cubicBezTo>
                    <a:pt x="1546" y="0"/>
                    <a:pt x="646" y="453"/>
                    <a:pt x="366" y="1394"/>
                  </a:cubicBezTo>
                  <a:cubicBezTo>
                    <a:pt x="1" y="2640"/>
                    <a:pt x="882" y="3978"/>
                    <a:pt x="2220" y="4069"/>
                  </a:cubicBezTo>
                  <a:cubicBezTo>
                    <a:pt x="2260" y="4071"/>
                    <a:pt x="2301" y="4071"/>
                    <a:pt x="2342" y="4071"/>
                  </a:cubicBezTo>
                  <a:cubicBezTo>
                    <a:pt x="3036" y="4071"/>
                    <a:pt x="3768" y="3826"/>
                    <a:pt x="4256" y="3309"/>
                  </a:cubicBezTo>
                  <a:cubicBezTo>
                    <a:pt x="4743" y="2792"/>
                    <a:pt x="4864" y="2002"/>
                    <a:pt x="4591" y="1333"/>
                  </a:cubicBezTo>
                  <a:cubicBezTo>
                    <a:pt x="4439" y="938"/>
                    <a:pt x="4196" y="604"/>
                    <a:pt x="3831" y="361"/>
                  </a:cubicBezTo>
                  <a:cubicBezTo>
                    <a:pt x="3426" y="122"/>
                    <a:pt x="2943" y="0"/>
                    <a:pt x="2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55"/>
            <p:cNvSpPr/>
            <p:nvPr/>
          </p:nvSpPr>
          <p:spPr>
            <a:xfrm>
              <a:off x="2961575" y="1995800"/>
              <a:ext cx="53200" cy="44825"/>
            </a:xfrm>
            <a:custGeom>
              <a:rect b="b" l="l" r="r" t="t"/>
              <a:pathLst>
                <a:path extrusionOk="0" h="1793" w="2128">
                  <a:moveTo>
                    <a:pt x="1030" y="0"/>
                  </a:moveTo>
                  <a:cubicBezTo>
                    <a:pt x="637" y="0"/>
                    <a:pt x="269" y="197"/>
                    <a:pt x="152" y="607"/>
                  </a:cubicBezTo>
                  <a:cubicBezTo>
                    <a:pt x="0" y="1184"/>
                    <a:pt x="365" y="1762"/>
                    <a:pt x="942" y="1792"/>
                  </a:cubicBezTo>
                  <a:cubicBezTo>
                    <a:pt x="1246" y="1792"/>
                    <a:pt x="1642" y="1731"/>
                    <a:pt x="1824" y="1458"/>
                  </a:cubicBezTo>
                  <a:cubicBezTo>
                    <a:pt x="2098" y="1245"/>
                    <a:pt x="2128" y="850"/>
                    <a:pt x="2006" y="576"/>
                  </a:cubicBezTo>
                  <a:cubicBezTo>
                    <a:pt x="1946" y="424"/>
                    <a:pt x="1824" y="272"/>
                    <a:pt x="1672" y="181"/>
                  </a:cubicBezTo>
                  <a:cubicBezTo>
                    <a:pt x="1476" y="62"/>
                    <a:pt x="1249" y="0"/>
                    <a:pt x="10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5"/>
            <p:cNvSpPr/>
            <p:nvPr/>
          </p:nvSpPr>
          <p:spPr>
            <a:xfrm>
              <a:off x="4450950" y="2111375"/>
              <a:ext cx="120850" cy="101200"/>
            </a:xfrm>
            <a:custGeom>
              <a:rect b="b" l="l" r="r" t="t"/>
              <a:pathLst>
                <a:path extrusionOk="0" h="4048" w="4834">
                  <a:moveTo>
                    <a:pt x="2466" y="0"/>
                  </a:moveTo>
                  <a:cubicBezTo>
                    <a:pt x="1546" y="0"/>
                    <a:pt x="646" y="453"/>
                    <a:pt x="366" y="1394"/>
                  </a:cubicBezTo>
                  <a:cubicBezTo>
                    <a:pt x="1" y="2640"/>
                    <a:pt x="913" y="3978"/>
                    <a:pt x="2250" y="4039"/>
                  </a:cubicBezTo>
                  <a:cubicBezTo>
                    <a:pt x="2320" y="4045"/>
                    <a:pt x="2390" y="4048"/>
                    <a:pt x="2462" y="4048"/>
                  </a:cubicBezTo>
                  <a:cubicBezTo>
                    <a:pt x="3109" y="4048"/>
                    <a:pt x="3818" y="3799"/>
                    <a:pt x="4256" y="3279"/>
                  </a:cubicBezTo>
                  <a:cubicBezTo>
                    <a:pt x="4712" y="2792"/>
                    <a:pt x="4834" y="2002"/>
                    <a:pt x="4591" y="1333"/>
                  </a:cubicBezTo>
                  <a:cubicBezTo>
                    <a:pt x="4439" y="938"/>
                    <a:pt x="4226" y="604"/>
                    <a:pt x="3831" y="361"/>
                  </a:cubicBezTo>
                  <a:cubicBezTo>
                    <a:pt x="3426" y="122"/>
                    <a:pt x="2943" y="0"/>
                    <a:pt x="2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55"/>
            <p:cNvSpPr/>
            <p:nvPr/>
          </p:nvSpPr>
          <p:spPr>
            <a:xfrm>
              <a:off x="4485900" y="2140550"/>
              <a:ext cx="53225" cy="44450"/>
            </a:xfrm>
            <a:custGeom>
              <a:rect b="b" l="l" r="r" t="t"/>
              <a:pathLst>
                <a:path extrusionOk="0" h="1778" w="2129">
                  <a:moveTo>
                    <a:pt x="1049" y="0"/>
                  </a:moveTo>
                  <a:cubicBezTo>
                    <a:pt x="653" y="0"/>
                    <a:pt x="271" y="191"/>
                    <a:pt x="153" y="622"/>
                  </a:cubicBezTo>
                  <a:cubicBezTo>
                    <a:pt x="1" y="1170"/>
                    <a:pt x="396" y="1747"/>
                    <a:pt x="943" y="1777"/>
                  </a:cubicBezTo>
                  <a:cubicBezTo>
                    <a:pt x="1247" y="1777"/>
                    <a:pt x="1642" y="1717"/>
                    <a:pt x="1825" y="1443"/>
                  </a:cubicBezTo>
                  <a:cubicBezTo>
                    <a:pt x="2068" y="1230"/>
                    <a:pt x="2129" y="866"/>
                    <a:pt x="2007" y="562"/>
                  </a:cubicBezTo>
                  <a:cubicBezTo>
                    <a:pt x="1946" y="410"/>
                    <a:pt x="1825" y="258"/>
                    <a:pt x="1673" y="166"/>
                  </a:cubicBezTo>
                  <a:cubicBezTo>
                    <a:pt x="1489" y="58"/>
                    <a:pt x="1267" y="0"/>
                    <a:pt x="10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55"/>
            <p:cNvSpPr/>
            <p:nvPr/>
          </p:nvSpPr>
          <p:spPr>
            <a:xfrm>
              <a:off x="4640175" y="1900325"/>
              <a:ext cx="120075" cy="101600"/>
            </a:xfrm>
            <a:custGeom>
              <a:rect b="b" l="l" r="r" t="t"/>
              <a:pathLst>
                <a:path extrusionOk="0" h="4064" w="4803">
                  <a:moveTo>
                    <a:pt x="2440" y="1"/>
                  </a:moveTo>
                  <a:cubicBezTo>
                    <a:pt x="1528" y="1"/>
                    <a:pt x="643" y="454"/>
                    <a:pt x="365" y="1386"/>
                  </a:cubicBezTo>
                  <a:cubicBezTo>
                    <a:pt x="0" y="2663"/>
                    <a:pt x="882" y="4000"/>
                    <a:pt x="2219" y="4061"/>
                  </a:cubicBezTo>
                  <a:cubicBezTo>
                    <a:pt x="2264" y="4063"/>
                    <a:pt x="2309" y="4064"/>
                    <a:pt x="2355" y="4064"/>
                  </a:cubicBezTo>
                  <a:cubicBezTo>
                    <a:pt x="3045" y="4064"/>
                    <a:pt x="3771" y="3843"/>
                    <a:pt x="4256" y="3301"/>
                  </a:cubicBezTo>
                  <a:cubicBezTo>
                    <a:pt x="4712" y="2815"/>
                    <a:pt x="4803" y="2025"/>
                    <a:pt x="4590" y="1325"/>
                  </a:cubicBezTo>
                  <a:cubicBezTo>
                    <a:pt x="4438" y="961"/>
                    <a:pt x="4195" y="596"/>
                    <a:pt x="3830" y="383"/>
                  </a:cubicBezTo>
                  <a:cubicBezTo>
                    <a:pt x="3418" y="130"/>
                    <a:pt x="2925" y="1"/>
                    <a:pt x="24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5"/>
            <p:cNvSpPr/>
            <p:nvPr/>
          </p:nvSpPr>
          <p:spPr>
            <a:xfrm>
              <a:off x="4675125" y="1929475"/>
              <a:ext cx="53225" cy="45025"/>
            </a:xfrm>
            <a:custGeom>
              <a:rect b="b" l="l" r="r" t="t"/>
              <a:pathLst>
                <a:path extrusionOk="0" h="1801" w="2129">
                  <a:moveTo>
                    <a:pt x="1055" y="1"/>
                  </a:moveTo>
                  <a:cubicBezTo>
                    <a:pt x="653" y="1"/>
                    <a:pt x="272" y="197"/>
                    <a:pt x="152" y="615"/>
                  </a:cubicBezTo>
                  <a:cubicBezTo>
                    <a:pt x="1" y="1193"/>
                    <a:pt x="365" y="1740"/>
                    <a:pt x="943" y="1801"/>
                  </a:cubicBezTo>
                  <a:cubicBezTo>
                    <a:pt x="1247" y="1801"/>
                    <a:pt x="1642" y="1710"/>
                    <a:pt x="1824" y="1436"/>
                  </a:cubicBezTo>
                  <a:cubicBezTo>
                    <a:pt x="2098" y="1223"/>
                    <a:pt x="2128" y="889"/>
                    <a:pt x="2007" y="585"/>
                  </a:cubicBezTo>
                  <a:cubicBezTo>
                    <a:pt x="1946" y="433"/>
                    <a:pt x="1824" y="281"/>
                    <a:pt x="1672" y="159"/>
                  </a:cubicBezTo>
                  <a:cubicBezTo>
                    <a:pt x="1484" y="55"/>
                    <a:pt x="1267"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5"/>
            <p:cNvSpPr/>
            <p:nvPr/>
          </p:nvSpPr>
          <p:spPr>
            <a:xfrm>
              <a:off x="4860550" y="2507500"/>
              <a:ext cx="120075" cy="101575"/>
            </a:xfrm>
            <a:custGeom>
              <a:rect b="b" l="l" r="r" t="t"/>
              <a:pathLst>
                <a:path extrusionOk="0" h="4063" w="4803">
                  <a:moveTo>
                    <a:pt x="2439" y="0"/>
                  </a:moveTo>
                  <a:cubicBezTo>
                    <a:pt x="1528" y="0"/>
                    <a:pt x="642" y="453"/>
                    <a:pt x="365" y="1385"/>
                  </a:cubicBezTo>
                  <a:cubicBezTo>
                    <a:pt x="0" y="2662"/>
                    <a:pt x="882" y="3969"/>
                    <a:pt x="2219" y="4060"/>
                  </a:cubicBezTo>
                  <a:cubicBezTo>
                    <a:pt x="2264" y="4062"/>
                    <a:pt x="2309" y="4063"/>
                    <a:pt x="2354" y="4063"/>
                  </a:cubicBezTo>
                  <a:cubicBezTo>
                    <a:pt x="3045" y="4063"/>
                    <a:pt x="3769" y="3842"/>
                    <a:pt x="4225" y="3300"/>
                  </a:cubicBezTo>
                  <a:cubicBezTo>
                    <a:pt x="4711" y="2753"/>
                    <a:pt x="4803" y="1963"/>
                    <a:pt x="4590" y="1325"/>
                  </a:cubicBezTo>
                  <a:cubicBezTo>
                    <a:pt x="4438" y="929"/>
                    <a:pt x="4195" y="595"/>
                    <a:pt x="3830" y="382"/>
                  </a:cubicBezTo>
                  <a:cubicBezTo>
                    <a:pt x="3418" y="129"/>
                    <a:pt x="2925" y="0"/>
                    <a:pt x="243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5"/>
            <p:cNvSpPr/>
            <p:nvPr/>
          </p:nvSpPr>
          <p:spPr>
            <a:xfrm>
              <a:off x="4895500" y="2536625"/>
              <a:ext cx="52450" cy="45025"/>
            </a:xfrm>
            <a:custGeom>
              <a:rect b="b" l="l" r="r" t="t"/>
              <a:pathLst>
                <a:path extrusionOk="0" h="1801" w="2098">
                  <a:moveTo>
                    <a:pt x="1055" y="1"/>
                  </a:moveTo>
                  <a:cubicBezTo>
                    <a:pt x="653" y="1"/>
                    <a:pt x="272" y="197"/>
                    <a:pt x="152" y="615"/>
                  </a:cubicBezTo>
                  <a:cubicBezTo>
                    <a:pt x="0" y="1193"/>
                    <a:pt x="365" y="1740"/>
                    <a:pt x="943" y="1801"/>
                  </a:cubicBezTo>
                  <a:cubicBezTo>
                    <a:pt x="1246" y="1801"/>
                    <a:pt x="1642" y="1710"/>
                    <a:pt x="1824" y="1436"/>
                  </a:cubicBezTo>
                  <a:cubicBezTo>
                    <a:pt x="2037" y="1193"/>
                    <a:pt x="2098" y="828"/>
                    <a:pt x="2006" y="585"/>
                  </a:cubicBezTo>
                  <a:cubicBezTo>
                    <a:pt x="1946" y="433"/>
                    <a:pt x="1824" y="281"/>
                    <a:pt x="1672" y="160"/>
                  </a:cubicBezTo>
                  <a:cubicBezTo>
                    <a:pt x="1484" y="55"/>
                    <a:pt x="1266"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5"/>
            <p:cNvSpPr/>
            <p:nvPr/>
          </p:nvSpPr>
          <p:spPr>
            <a:xfrm>
              <a:off x="5207800" y="2384925"/>
              <a:ext cx="120850" cy="101800"/>
            </a:xfrm>
            <a:custGeom>
              <a:rect b="b" l="l" r="r" t="t"/>
              <a:pathLst>
                <a:path extrusionOk="0" h="4072" w="4834">
                  <a:moveTo>
                    <a:pt x="2466" y="1"/>
                  </a:moveTo>
                  <a:cubicBezTo>
                    <a:pt x="1546" y="1"/>
                    <a:pt x="646" y="454"/>
                    <a:pt x="366" y="1395"/>
                  </a:cubicBezTo>
                  <a:cubicBezTo>
                    <a:pt x="1" y="2641"/>
                    <a:pt x="913" y="3978"/>
                    <a:pt x="2250" y="4069"/>
                  </a:cubicBezTo>
                  <a:cubicBezTo>
                    <a:pt x="2289" y="4071"/>
                    <a:pt x="2328" y="4072"/>
                    <a:pt x="2367" y="4072"/>
                  </a:cubicBezTo>
                  <a:cubicBezTo>
                    <a:pt x="3039" y="4072"/>
                    <a:pt x="3797" y="3826"/>
                    <a:pt x="4256" y="3310"/>
                  </a:cubicBezTo>
                  <a:cubicBezTo>
                    <a:pt x="4743" y="2793"/>
                    <a:pt x="4834" y="2003"/>
                    <a:pt x="4591" y="1334"/>
                  </a:cubicBezTo>
                  <a:cubicBezTo>
                    <a:pt x="4439" y="939"/>
                    <a:pt x="4226" y="604"/>
                    <a:pt x="3831" y="361"/>
                  </a:cubicBezTo>
                  <a:cubicBezTo>
                    <a:pt x="3426" y="123"/>
                    <a:pt x="2943" y="1"/>
                    <a:pt x="246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55"/>
            <p:cNvSpPr/>
            <p:nvPr/>
          </p:nvSpPr>
          <p:spPr>
            <a:xfrm>
              <a:off x="5242775" y="2414100"/>
              <a:ext cx="53200" cy="44450"/>
            </a:xfrm>
            <a:custGeom>
              <a:rect b="b" l="l" r="r" t="t"/>
              <a:pathLst>
                <a:path extrusionOk="0" h="1778" w="2128">
                  <a:moveTo>
                    <a:pt x="1055" y="1"/>
                  </a:moveTo>
                  <a:cubicBezTo>
                    <a:pt x="666" y="1"/>
                    <a:pt x="289" y="192"/>
                    <a:pt x="152" y="623"/>
                  </a:cubicBezTo>
                  <a:cubicBezTo>
                    <a:pt x="0" y="1170"/>
                    <a:pt x="395" y="1747"/>
                    <a:pt x="973" y="1778"/>
                  </a:cubicBezTo>
                  <a:cubicBezTo>
                    <a:pt x="1277" y="1778"/>
                    <a:pt x="1641" y="1717"/>
                    <a:pt x="1824" y="1443"/>
                  </a:cubicBezTo>
                  <a:cubicBezTo>
                    <a:pt x="2097" y="1231"/>
                    <a:pt x="2128" y="866"/>
                    <a:pt x="2037" y="562"/>
                  </a:cubicBezTo>
                  <a:cubicBezTo>
                    <a:pt x="1945" y="410"/>
                    <a:pt x="1824" y="258"/>
                    <a:pt x="1672" y="167"/>
                  </a:cubicBezTo>
                  <a:cubicBezTo>
                    <a:pt x="1488" y="59"/>
                    <a:pt x="1270"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5"/>
            <p:cNvSpPr/>
            <p:nvPr/>
          </p:nvSpPr>
          <p:spPr>
            <a:xfrm>
              <a:off x="5370425" y="2089550"/>
              <a:ext cx="121600" cy="101600"/>
            </a:xfrm>
            <a:custGeom>
              <a:rect b="b" l="l" r="r" t="t"/>
              <a:pathLst>
                <a:path extrusionOk="0" h="4064" w="4864">
                  <a:moveTo>
                    <a:pt x="2440" y="0"/>
                  </a:moveTo>
                  <a:cubicBezTo>
                    <a:pt x="1529" y="0"/>
                    <a:pt x="643" y="454"/>
                    <a:pt x="365" y="1386"/>
                  </a:cubicBezTo>
                  <a:cubicBezTo>
                    <a:pt x="1" y="2662"/>
                    <a:pt x="912" y="3969"/>
                    <a:pt x="2219" y="4061"/>
                  </a:cubicBezTo>
                  <a:cubicBezTo>
                    <a:pt x="2264" y="4062"/>
                    <a:pt x="2310" y="4063"/>
                    <a:pt x="2355" y="4063"/>
                  </a:cubicBezTo>
                  <a:cubicBezTo>
                    <a:pt x="3045" y="4063"/>
                    <a:pt x="3771" y="3843"/>
                    <a:pt x="4256" y="3301"/>
                  </a:cubicBezTo>
                  <a:cubicBezTo>
                    <a:pt x="4742" y="2754"/>
                    <a:pt x="4864" y="1963"/>
                    <a:pt x="4590" y="1325"/>
                  </a:cubicBezTo>
                  <a:cubicBezTo>
                    <a:pt x="4438" y="930"/>
                    <a:pt x="4226" y="595"/>
                    <a:pt x="3830" y="383"/>
                  </a:cubicBezTo>
                  <a:cubicBezTo>
                    <a:pt x="3418" y="129"/>
                    <a:pt x="2926" y="0"/>
                    <a:pt x="244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5"/>
            <p:cNvSpPr/>
            <p:nvPr/>
          </p:nvSpPr>
          <p:spPr>
            <a:xfrm>
              <a:off x="5406150" y="2117750"/>
              <a:ext cx="52450" cy="44450"/>
            </a:xfrm>
            <a:custGeom>
              <a:rect b="b" l="l" r="r" t="t"/>
              <a:pathLst>
                <a:path extrusionOk="0" h="1778" w="2098">
                  <a:moveTo>
                    <a:pt x="1055" y="0"/>
                  </a:moveTo>
                  <a:cubicBezTo>
                    <a:pt x="666" y="0"/>
                    <a:pt x="289" y="192"/>
                    <a:pt x="152" y="623"/>
                  </a:cubicBezTo>
                  <a:cubicBezTo>
                    <a:pt x="0" y="1170"/>
                    <a:pt x="395" y="1747"/>
                    <a:pt x="973" y="1778"/>
                  </a:cubicBezTo>
                  <a:cubicBezTo>
                    <a:pt x="1277" y="1778"/>
                    <a:pt x="1642" y="1717"/>
                    <a:pt x="1824" y="1443"/>
                  </a:cubicBezTo>
                  <a:cubicBezTo>
                    <a:pt x="2067" y="1230"/>
                    <a:pt x="2097" y="866"/>
                    <a:pt x="2037" y="562"/>
                  </a:cubicBezTo>
                  <a:cubicBezTo>
                    <a:pt x="1946" y="410"/>
                    <a:pt x="1824" y="258"/>
                    <a:pt x="1672" y="167"/>
                  </a:cubicBezTo>
                  <a:cubicBezTo>
                    <a:pt x="1488" y="59"/>
                    <a:pt x="1270" y="0"/>
                    <a:pt x="10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5"/>
            <p:cNvSpPr/>
            <p:nvPr/>
          </p:nvSpPr>
          <p:spPr>
            <a:xfrm>
              <a:off x="5628800" y="2151125"/>
              <a:ext cx="120850" cy="101575"/>
            </a:xfrm>
            <a:custGeom>
              <a:rect b="b" l="l" r="r" t="t"/>
              <a:pathLst>
                <a:path extrusionOk="0" h="4063" w="4834">
                  <a:moveTo>
                    <a:pt x="2447" y="1"/>
                  </a:moveTo>
                  <a:cubicBezTo>
                    <a:pt x="1533" y="1"/>
                    <a:pt x="643" y="461"/>
                    <a:pt x="365" y="1415"/>
                  </a:cubicBezTo>
                  <a:cubicBezTo>
                    <a:pt x="0" y="2661"/>
                    <a:pt x="912" y="3999"/>
                    <a:pt x="2249" y="4060"/>
                  </a:cubicBezTo>
                  <a:cubicBezTo>
                    <a:pt x="2292" y="4061"/>
                    <a:pt x="2336" y="4062"/>
                    <a:pt x="2380" y="4062"/>
                  </a:cubicBezTo>
                  <a:cubicBezTo>
                    <a:pt x="3048" y="4062"/>
                    <a:pt x="3799" y="3842"/>
                    <a:pt x="4256" y="3300"/>
                  </a:cubicBezTo>
                  <a:cubicBezTo>
                    <a:pt x="4711" y="2813"/>
                    <a:pt x="4833" y="2023"/>
                    <a:pt x="4590" y="1324"/>
                  </a:cubicBezTo>
                  <a:cubicBezTo>
                    <a:pt x="4438" y="959"/>
                    <a:pt x="4225" y="595"/>
                    <a:pt x="3830" y="382"/>
                  </a:cubicBezTo>
                  <a:cubicBezTo>
                    <a:pt x="3420" y="129"/>
                    <a:pt x="2930" y="1"/>
                    <a:pt x="24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55"/>
            <p:cNvSpPr/>
            <p:nvPr/>
          </p:nvSpPr>
          <p:spPr>
            <a:xfrm>
              <a:off x="5663750" y="2180250"/>
              <a:ext cx="53225" cy="45025"/>
            </a:xfrm>
            <a:custGeom>
              <a:rect b="b" l="l" r="r" t="t"/>
              <a:pathLst>
                <a:path extrusionOk="0" h="1801" w="2129">
                  <a:moveTo>
                    <a:pt x="1068" y="0"/>
                  </a:moveTo>
                  <a:cubicBezTo>
                    <a:pt x="666" y="0"/>
                    <a:pt x="272" y="197"/>
                    <a:pt x="152" y="615"/>
                  </a:cubicBezTo>
                  <a:cubicBezTo>
                    <a:pt x="0" y="1192"/>
                    <a:pt x="395" y="1770"/>
                    <a:pt x="943" y="1800"/>
                  </a:cubicBezTo>
                  <a:cubicBezTo>
                    <a:pt x="1247" y="1800"/>
                    <a:pt x="1642" y="1709"/>
                    <a:pt x="1824" y="1466"/>
                  </a:cubicBezTo>
                  <a:cubicBezTo>
                    <a:pt x="2098" y="1223"/>
                    <a:pt x="2128" y="858"/>
                    <a:pt x="2006" y="585"/>
                  </a:cubicBezTo>
                  <a:cubicBezTo>
                    <a:pt x="1946" y="433"/>
                    <a:pt x="1824" y="281"/>
                    <a:pt x="1672" y="159"/>
                  </a:cubicBezTo>
                  <a:cubicBezTo>
                    <a:pt x="1494" y="54"/>
                    <a:pt x="1280" y="0"/>
                    <a:pt x="10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55"/>
            <p:cNvSpPr/>
            <p:nvPr/>
          </p:nvSpPr>
          <p:spPr>
            <a:xfrm>
              <a:off x="5786850" y="2407725"/>
              <a:ext cx="120850" cy="101800"/>
            </a:xfrm>
            <a:custGeom>
              <a:rect b="b" l="l" r="r" t="t"/>
              <a:pathLst>
                <a:path extrusionOk="0" h="4072" w="4834">
                  <a:moveTo>
                    <a:pt x="2496" y="1"/>
                  </a:moveTo>
                  <a:cubicBezTo>
                    <a:pt x="1576" y="1"/>
                    <a:pt x="676" y="454"/>
                    <a:pt x="396" y="1395"/>
                  </a:cubicBezTo>
                  <a:cubicBezTo>
                    <a:pt x="0" y="2641"/>
                    <a:pt x="912" y="3978"/>
                    <a:pt x="2250" y="4069"/>
                  </a:cubicBezTo>
                  <a:cubicBezTo>
                    <a:pt x="2290" y="4071"/>
                    <a:pt x="2331" y="4072"/>
                    <a:pt x="2371" y="4072"/>
                  </a:cubicBezTo>
                  <a:cubicBezTo>
                    <a:pt x="3066" y="4072"/>
                    <a:pt x="3796" y="3826"/>
                    <a:pt x="4256" y="3309"/>
                  </a:cubicBezTo>
                  <a:cubicBezTo>
                    <a:pt x="4742" y="2762"/>
                    <a:pt x="4833" y="1972"/>
                    <a:pt x="4621" y="1334"/>
                  </a:cubicBezTo>
                  <a:cubicBezTo>
                    <a:pt x="4469" y="939"/>
                    <a:pt x="4225" y="604"/>
                    <a:pt x="3861" y="361"/>
                  </a:cubicBezTo>
                  <a:cubicBezTo>
                    <a:pt x="3456" y="122"/>
                    <a:pt x="2973" y="1"/>
                    <a:pt x="24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5"/>
            <p:cNvSpPr/>
            <p:nvPr/>
          </p:nvSpPr>
          <p:spPr>
            <a:xfrm>
              <a:off x="5822575" y="2435575"/>
              <a:ext cx="53200" cy="45025"/>
            </a:xfrm>
            <a:custGeom>
              <a:rect b="b" l="l" r="r" t="t"/>
              <a:pathLst>
                <a:path extrusionOk="0" h="1801" w="2128">
                  <a:moveTo>
                    <a:pt x="1055" y="0"/>
                  </a:moveTo>
                  <a:cubicBezTo>
                    <a:pt x="652" y="0"/>
                    <a:pt x="272" y="196"/>
                    <a:pt x="152" y="615"/>
                  </a:cubicBezTo>
                  <a:cubicBezTo>
                    <a:pt x="0" y="1192"/>
                    <a:pt x="365" y="1770"/>
                    <a:pt x="942" y="1800"/>
                  </a:cubicBezTo>
                  <a:cubicBezTo>
                    <a:pt x="1246" y="1800"/>
                    <a:pt x="1641" y="1740"/>
                    <a:pt x="1824" y="1466"/>
                  </a:cubicBezTo>
                  <a:cubicBezTo>
                    <a:pt x="2097" y="1223"/>
                    <a:pt x="2128" y="888"/>
                    <a:pt x="2006" y="584"/>
                  </a:cubicBezTo>
                  <a:cubicBezTo>
                    <a:pt x="1945" y="432"/>
                    <a:pt x="1824" y="281"/>
                    <a:pt x="1672" y="159"/>
                  </a:cubicBezTo>
                  <a:cubicBezTo>
                    <a:pt x="1483" y="54"/>
                    <a:pt x="1266" y="0"/>
                    <a:pt x="10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5"/>
            <p:cNvSpPr/>
            <p:nvPr/>
          </p:nvSpPr>
          <p:spPr>
            <a:xfrm>
              <a:off x="6293700" y="2334275"/>
              <a:ext cx="120850" cy="101550"/>
            </a:xfrm>
            <a:custGeom>
              <a:rect b="b" l="l" r="r" t="t"/>
              <a:pathLst>
                <a:path extrusionOk="0" h="4062" w="4834">
                  <a:moveTo>
                    <a:pt x="2447" y="0"/>
                  </a:moveTo>
                  <a:cubicBezTo>
                    <a:pt x="1533" y="0"/>
                    <a:pt x="643" y="460"/>
                    <a:pt x="365" y="1415"/>
                  </a:cubicBezTo>
                  <a:cubicBezTo>
                    <a:pt x="0" y="2661"/>
                    <a:pt x="912" y="3998"/>
                    <a:pt x="2250" y="4059"/>
                  </a:cubicBezTo>
                  <a:cubicBezTo>
                    <a:pt x="2293" y="4061"/>
                    <a:pt x="2336" y="4062"/>
                    <a:pt x="2380" y="4062"/>
                  </a:cubicBezTo>
                  <a:cubicBezTo>
                    <a:pt x="3049" y="4062"/>
                    <a:pt x="3799" y="3841"/>
                    <a:pt x="4256" y="3299"/>
                  </a:cubicBezTo>
                  <a:cubicBezTo>
                    <a:pt x="4712" y="2782"/>
                    <a:pt x="4833" y="1992"/>
                    <a:pt x="4590" y="1323"/>
                  </a:cubicBezTo>
                  <a:cubicBezTo>
                    <a:pt x="4438" y="959"/>
                    <a:pt x="4225" y="624"/>
                    <a:pt x="3830" y="381"/>
                  </a:cubicBezTo>
                  <a:cubicBezTo>
                    <a:pt x="3420" y="129"/>
                    <a:pt x="2930" y="0"/>
                    <a:pt x="244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5"/>
            <p:cNvSpPr/>
            <p:nvPr/>
          </p:nvSpPr>
          <p:spPr>
            <a:xfrm>
              <a:off x="6328650" y="2362625"/>
              <a:ext cx="53225" cy="45025"/>
            </a:xfrm>
            <a:custGeom>
              <a:rect b="b" l="l" r="r" t="t"/>
              <a:pathLst>
                <a:path extrusionOk="0" h="1801" w="2129">
                  <a:moveTo>
                    <a:pt x="1069" y="0"/>
                  </a:moveTo>
                  <a:cubicBezTo>
                    <a:pt x="666" y="0"/>
                    <a:pt x="272" y="196"/>
                    <a:pt x="153" y="615"/>
                  </a:cubicBezTo>
                  <a:cubicBezTo>
                    <a:pt x="1" y="1192"/>
                    <a:pt x="396" y="1770"/>
                    <a:pt x="943" y="1800"/>
                  </a:cubicBezTo>
                  <a:cubicBezTo>
                    <a:pt x="1247" y="1800"/>
                    <a:pt x="1642" y="1709"/>
                    <a:pt x="1824" y="1436"/>
                  </a:cubicBezTo>
                  <a:cubicBezTo>
                    <a:pt x="2067" y="1223"/>
                    <a:pt x="2128" y="888"/>
                    <a:pt x="2007" y="585"/>
                  </a:cubicBezTo>
                  <a:cubicBezTo>
                    <a:pt x="1946" y="433"/>
                    <a:pt x="1824" y="281"/>
                    <a:pt x="1672" y="159"/>
                  </a:cubicBezTo>
                  <a:cubicBezTo>
                    <a:pt x="1494" y="54"/>
                    <a:pt x="1280" y="0"/>
                    <a:pt x="1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5"/>
            <p:cNvSpPr/>
            <p:nvPr/>
          </p:nvSpPr>
          <p:spPr>
            <a:xfrm>
              <a:off x="6511775" y="2018150"/>
              <a:ext cx="120850" cy="101575"/>
            </a:xfrm>
            <a:custGeom>
              <a:rect b="b" l="l" r="r" t="t"/>
              <a:pathLst>
                <a:path extrusionOk="0" h="4063" w="4834">
                  <a:moveTo>
                    <a:pt x="2478" y="1"/>
                  </a:moveTo>
                  <a:cubicBezTo>
                    <a:pt x="1564" y="1"/>
                    <a:pt x="674" y="461"/>
                    <a:pt x="396" y="1415"/>
                  </a:cubicBezTo>
                  <a:cubicBezTo>
                    <a:pt x="1" y="2661"/>
                    <a:pt x="913" y="3999"/>
                    <a:pt x="2250" y="4059"/>
                  </a:cubicBezTo>
                  <a:cubicBezTo>
                    <a:pt x="2295" y="4061"/>
                    <a:pt x="2340" y="4062"/>
                    <a:pt x="2386" y="4062"/>
                  </a:cubicBezTo>
                  <a:cubicBezTo>
                    <a:pt x="3076" y="4062"/>
                    <a:pt x="3800" y="3841"/>
                    <a:pt x="4256" y="3300"/>
                  </a:cubicBezTo>
                  <a:cubicBezTo>
                    <a:pt x="4712" y="2783"/>
                    <a:pt x="4834" y="1962"/>
                    <a:pt x="4621" y="1324"/>
                  </a:cubicBezTo>
                  <a:cubicBezTo>
                    <a:pt x="4469" y="959"/>
                    <a:pt x="4226" y="594"/>
                    <a:pt x="3861" y="382"/>
                  </a:cubicBezTo>
                  <a:cubicBezTo>
                    <a:pt x="3451" y="129"/>
                    <a:pt x="2961" y="1"/>
                    <a:pt x="24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55"/>
            <p:cNvSpPr/>
            <p:nvPr/>
          </p:nvSpPr>
          <p:spPr>
            <a:xfrm>
              <a:off x="6547500" y="2046500"/>
              <a:ext cx="53225" cy="45025"/>
            </a:xfrm>
            <a:custGeom>
              <a:rect b="b" l="l" r="r" t="t"/>
              <a:pathLst>
                <a:path extrusionOk="0" h="1801" w="2129">
                  <a:moveTo>
                    <a:pt x="1055" y="1"/>
                  </a:moveTo>
                  <a:cubicBezTo>
                    <a:pt x="653" y="1"/>
                    <a:pt x="272" y="197"/>
                    <a:pt x="153" y="615"/>
                  </a:cubicBezTo>
                  <a:cubicBezTo>
                    <a:pt x="1" y="1193"/>
                    <a:pt x="365" y="1740"/>
                    <a:pt x="943" y="1801"/>
                  </a:cubicBezTo>
                  <a:cubicBezTo>
                    <a:pt x="1247" y="1801"/>
                    <a:pt x="1612" y="1710"/>
                    <a:pt x="1824" y="1436"/>
                  </a:cubicBezTo>
                  <a:cubicBezTo>
                    <a:pt x="2067" y="1223"/>
                    <a:pt x="2128" y="889"/>
                    <a:pt x="2007" y="585"/>
                  </a:cubicBezTo>
                  <a:cubicBezTo>
                    <a:pt x="1915" y="433"/>
                    <a:pt x="1824" y="281"/>
                    <a:pt x="1672" y="159"/>
                  </a:cubicBezTo>
                  <a:cubicBezTo>
                    <a:pt x="1484" y="55"/>
                    <a:pt x="1267"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5"/>
            <p:cNvSpPr/>
            <p:nvPr/>
          </p:nvSpPr>
          <p:spPr>
            <a:xfrm>
              <a:off x="4169800" y="2162525"/>
              <a:ext cx="120850" cy="101575"/>
            </a:xfrm>
            <a:custGeom>
              <a:rect b="b" l="l" r="r" t="t"/>
              <a:pathLst>
                <a:path extrusionOk="0" h="4063" w="4834">
                  <a:moveTo>
                    <a:pt x="2447" y="1"/>
                  </a:moveTo>
                  <a:cubicBezTo>
                    <a:pt x="1533" y="1"/>
                    <a:pt x="643" y="461"/>
                    <a:pt x="365" y="1415"/>
                  </a:cubicBezTo>
                  <a:cubicBezTo>
                    <a:pt x="0" y="2661"/>
                    <a:pt x="912" y="3999"/>
                    <a:pt x="2219" y="4060"/>
                  </a:cubicBezTo>
                  <a:cubicBezTo>
                    <a:pt x="2264" y="4061"/>
                    <a:pt x="2309" y="4062"/>
                    <a:pt x="2355" y="4062"/>
                  </a:cubicBezTo>
                  <a:cubicBezTo>
                    <a:pt x="3045" y="4062"/>
                    <a:pt x="3771" y="3842"/>
                    <a:pt x="4256" y="3300"/>
                  </a:cubicBezTo>
                  <a:cubicBezTo>
                    <a:pt x="4712" y="2783"/>
                    <a:pt x="4833" y="1962"/>
                    <a:pt x="4590" y="1324"/>
                  </a:cubicBezTo>
                  <a:cubicBezTo>
                    <a:pt x="4438" y="959"/>
                    <a:pt x="4225" y="594"/>
                    <a:pt x="3830" y="382"/>
                  </a:cubicBezTo>
                  <a:cubicBezTo>
                    <a:pt x="3420" y="129"/>
                    <a:pt x="2930" y="1"/>
                    <a:pt x="24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5"/>
            <p:cNvSpPr/>
            <p:nvPr/>
          </p:nvSpPr>
          <p:spPr>
            <a:xfrm>
              <a:off x="4204750" y="2191650"/>
              <a:ext cx="52450" cy="45025"/>
            </a:xfrm>
            <a:custGeom>
              <a:rect b="b" l="l" r="r" t="t"/>
              <a:pathLst>
                <a:path extrusionOk="0" h="1801" w="2098">
                  <a:moveTo>
                    <a:pt x="1069" y="0"/>
                  </a:moveTo>
                  <a:cubicBezTo>
                    <a:pt x="666" y="0"/>
                    <a:pt x="272" y="196"/>
                    <a:pt x="153" y="615"/>
                  </a:cubicBezTo>
                  <a:cubicBezTo>
                    <a:pt x="1" y="1192"/>
                    <a:pt x="396" y="1770"/>
                    <a:pt x="943" y="1800"/>
                  </a:cubicBezTo>
                  <a:cubicBezTo>
                    <a:pt x="1247" y="1800"/>
                    <a:pt x="1642" y="1709"/>
                    <a:pt x="1824" y="1436"/>
                  </a:cubicBezTo>
                  <a:cubicBezTo>
                    <a:pt x="2067" y="1223"/>
                    <a:pt x="2098" y="858"/>
                    <a:pt x="2007" y="584"/>
                  </a:cubicBezTo>
                  <a:cubicBezTo>
                    <a:pt x="1946" y="433"/>
                    <a:pt x="1824" y="281"/>
                    <a:pt x="1672" y="159"/>
                  </a:cubicBezTo>
                  <a:cubicBezTo>
                    <a:pt x="1494" y="54"/>
                    <a:pt x="1280" y="0"/>
                    <a:pt x="1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1415" name="Shape 1415"/>
        <p:cNvGrpSpPr/>
        <p:nvPr/>
      </p:nvGrpSpPr>
      <p:grpSpPr>
        <a:xfrm>
          <a:off x="0" y="0"/>
          <a:ext cx="0" cy="0"/>
          <a:chOff x="0" y="0"/>
          <a:chExt cx="0" cy="0"/>
        </a:xfrm>
      </p:grpSpPr>
      <p:grpSp>
        <p:nvGrpSpPr>
          <p:cNvPr id="1416" name="Google Shape;1416;p56"/>
          <p:cNvGrpSpPr/>
          <p:nvPr/>
        </p:nvGrpSpPr>
        <p:grpSpPr>
          <a:xfrm>
            <a:off x="-244" y="24"/>
            <a:ext cx="9144155" cy="5165694"/>
            <a:chOff x="-244" y="24"/>
            <a:chExt cx="9144155" cy="5165694"/>
          </a:xfrm>
        </p:grpSpPr>
        <p:sp>
          <p:nvSpPr>
            <p:cNvPr id="1417" name="Google Shape;1417;p56"/>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6"/>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9" name="Google Shape;1419;p56"/>
          <p:cNvGrpSpPr/>
          <p:nvPr/>
        </p:nvGrpSpPr>
        <p:grpSpPr>
          <a:xfrm>
            <a:off x="303630" y="306525"/>
            <a:ext cx="8536741" cy="4552701"/>
            <a:chOff x="2434200" y="841500"/>
            <a:chExt cx="4622450" cy="3053250"/>
          </a:xfrm>
        </p:grpSpPr>
        <p:sp>
          <p:nvSpPr>
            <p:cNvPr id="1420" name="Google Shape;1420;p56"/>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56"/>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2" name="Google Shape;1422;p56"/>
          <p:cNvSpPr txBox="1"/>
          <p:nvPr>
            <p:ph type="title"/>
          </p:nvPr>
        </p:nvSpPr>
        <p:spPr>
          <a:xfrm>
            <a:off x="720006" y="1695975"/>
            <a:ext cx="22632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423" name="Google Shape;1423;p56"/>
          <p:cNvSpPr txBox="1"/>
          <p:nvPr>
            <p:ph idx="2" type="title"/>
          </p:nvPr>
        </p:nvSpPr>
        <p:spPr>
          <a:xfrm>
            <a:off x="3440406" y="1695975"/>
            <a:ext cx="22632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424" name="Google Shape;1424;p56"/>
          <p:cNvSpPr txBox="1"/>
          <p:nvPr>
            <p:ph idx="1" type="subTitle"/>
          </p:nvPr>
        </p:nvSpPr>
        <p:spPr>
          <a:xfrm>
            <a:off x="720013" y="2035200"/>
            <a:ext cx="2263200" cy="572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solidFill>
                  <a:srgbClr val="242424"/>
                </a:solidFill>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425" name="Google Shape;1425;p56"/>
          <p:cNvSpPr txBox="1"/>
          <p:nvPr>
            <p:ph idx="3" type="subTitle"/>
          </p:nvPr>
        </p:nvSpPr>
        <p:spPr>
          <a:xfrm>
            <a:off x="3440401" y="2035200"/>
            <a:ext cx="2263200" cy="572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solidFill>
                  <a:srgbClr val="242424"/>
                </a:solidFill>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426" name="Google Shape;1426;p56"/>
          <p:cNvSpPr txBox="1"/>
          <p:nvPr>
            <p:ph idx="4" type="title"/>
          </p:nvPr>
        </p:nvSpPr>
        <p:spPr>
          <a:xfrm>
            <a:off x="720006" y="2763275"/>
            <a:ext cx="22632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427" name="Google Shape;1427;p56"/>
          <p:cNvSpPr txBox="1"/>
          <p:nvPr>
            <p:ph idx="5" type="title"/>
          </p:nvPr>
        </p:nvSpPr>
        <p:spPr>
          <a:xfrm>
            <a:off x="3440394" y="2763275"/>
            <a:ext cx="22632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428" name="Google Shape;1428;p56"/>
          <p:cNvSpPr txBox="1"/>
          <p:nvPr>
            <p:ph idx="6" type="subTitle"/>
          </p:nvPr>
        </p:nvSpPr>
        <p:spPr>
          <a:xfrm>
            <a:off x="720013" y="3102500"/>
            <a:ext cx="2263200" cy="572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solidFill>
                  <a:srgbClr val="242424"/>
                </a:solidFill>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429" name="Google Shape;1429;p56"/>
          <p:cNvSpPr txBox="1"/>
          <p:nvPr>
            <p:ph idx="7" type="subTitle"/>
          </p:nvPr>
        </p:nvSpPr>
        <p:spPr>
          <a:xfrm>
            <a:off x="3440401" y="3102500"/>
            <a:ext cx="2263200" cy="572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solidFill>
                  <a:srgbClr val="242424"/>
                </a:solidFill>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430" name="Google Shape;1430;p56"/>
          <p:cNvSpPr txBox="1"/>
          <p:nvPr>
            <p:ph idx="8"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31" name="Google Shape;1431;p56"/>
          <p:cNvSpPr txBox="1"/>
          <p:nvPr>
            <p:ph idx="9" type="title"/>
          </p:nvPr>
        </p:nvSpPr>
        <p:spPr>
          <a:xfrm>
            <a:off x="6160938" y="1695975"/>
            <a:ext cx="22632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432" name="Google Shape;1432;p56"/>
          <p:cNvSpPr txBox="1"/>
          <p:nvPr>
            <p:ph idx="13" type="subTitle"/>
          </p:nvPr>
        </p:nvSpPr>
        <p:spPr>
          <a:xfrm>
            <a:off x="6160945" y="2035200"/>
            <a:ext cx="2263200" cy="572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solidFill>
                  <a:srgbClr val="242424"/>
                </a:solidFill>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433" name="Google Shape;1433;p56"/>
          <p:cNvSpPr txBox="1"/>
          <p:nvPr>
            <p:ph idx="14" type="title"/>
          </p:nvPr>
        </p:nvSpPr>
        <p:spPr>
          <a:xfrm>
            <a:off x="6160938" y="2763275"/>
            <a:ext cx="22632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434" name="Google Shape;1434;p56"/>
          <p:cNvSpPr txBox="1"/>
          <p:nvPr>
            <p:ph idx="15" type="subTitle"/>
          </p:nvPr>
        </p:nvSpPr>
        <p:spPr>
          <a:xfrm>
            <a:off x="6160945" y="3102500"/>
            <a:ext cx="2263200" cy="572700"/>
          </a:xfrm>
          <a:prstGeom prst="rect">
            <a:avLst/>
          </a:prstGeom>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solidFill>
                  <a:srgbClr val="242424"/>
                </a:solidFill>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435" name="Google Shape;143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436" name="Google Shape;1436;p56"/>
          <p:cNvGrpSpPr/>
          <p:nvPr/>
        </p:nvGrpSpPr>
        <p:grpSpPr>
          <a:xfrm rot="10800000">
            <a:off x="7879173" y="100052"/>
            <a:ext cx="1891143" cy="2921210"/>
            <a:chOff x="7864023" y="121502"/>
            <a:chExt cx="1891143" cy="2921210"/>
          </a:xfrm>
        </p:grpSpPr>
        <p:sp>
          <p:nvSpPr>
            <p:cNvPr id="1437" name="Google Shape;1437;p56"/>
            <p:cNvSpPr/>
            <p:nvPr/>
          </p:nvSpPr>
          <p:spPr>
            <a:xfrm rot="6508762">
              <a:off x="7452925" y="1036930"/>
              <a:ext cx="2713340" cy="1087171"/>
            </a:xfrm>
            <a:custGeom>
              <a:rect b="b" l="l" r="r" t="t"/>
              <a:pathLst>
                <a:path extrusionOk="0" h="96932" w="241921">
                  <a:moveTo>
                    <a:pt x="240826" y="0"/>
                  </a:moveTo>
                  <a:lnTo>
                    <a:pt x="224899" y="15928"/>
                  </a:lnTo>
                  <a:lnTo>
                    <a:pt x="207907" y="15928"/>
                  </a:lnTo>
                  <a:lnTo>
                    <a:pt x="186083" y="37752"/>
                  </a:lnTo>
                  <a:lnTo>
                    <a:pt x="166265" y="37752"/>
                  </a:lnTo>
                  <a:lnTo>
                    <a:pt x="154988" y="49059"/>
                  </a:lnTo>
                  <a:lnTo>
                    <a:pt x="129365" y="49059"/>
                  </a:lnTo>
                  <a:lnTo>
                    <a:pt x="112617" y="65807"/>
                  </a:lnTo>
                  <a:lnTo>
                    <a:pt x="99182" y="65807"/>
                  </a:lnTo>
                  <a:lnTo>
                    <a:pt x="92252" y="58877"/>
                  </a:lnTo>
                  <a:lnTo>
                    <a:pt x="64014" y="58877"/>
                  </a:lnTo>
                  <a:lnTo>
                    <a:pt x="47448" y="75442"/>
                  </a:lnTo>
                  <a:lnTo>
                    <a:pt x="20366" y="75442"/>
                  </a:lnTo>
                  <a:lnTo>
                    <a:pt x="1" y="95807"/>
                  </a:lnTo>
                  <a:lnTo>
                    <a:pt x="1065" y="96932"/>
                  </a:lnTo>
                  <a:lnTo>
                    <a:pt x="20974" y="76962"/>
                  </a:lnTo>
                  <a:lnTo>
                    <a:pt x="48056" y="76962"/>
                  </a:lnTo>
                  <a:lnTo>
                    <a:pt x="64622" y="60396"/>
                  </a:lnTo>
                  <a:lnTo>
                    <a:pt x="91644" y="60396"/>
                  </a:lnTo>
                  <a:lnTo>
                    <a:pt x="98513" y="67327"/>
                  </a:lnTo>
                  <a:lnTo>
                    <a:pt x="113225" y="67327"/>
                  </a:lnTo>
                  <a:lnTo>
                    <a:pt x="129973" y="50579"/>
                  </a:lnTo>
                  <a:lnTo>
                    <a:pt x="155596" y="50579"/>
                  </a:lnTo>
                  <a:lnTo>
                    <a:pt x="166904" y="39271"/>
                  </a:lnTo>
                  <a:lnTo>
                    <a:pt x="186752" y="39271"/>
                  </a:lnTo>
                  <a:lnTo>
                    <a:pt x="208546" y="17447"/>
                  </a:lnTo>
                  <a:lnTo>
                    <a:pt x="225506" y="17447"/>
                  </a:lnTo>
                  <a:lnTo>
                    <a:pt x="241920" y="1064"/>
                  </a:lnTo>
                  <a:lnTo>
                    <a:pt x="24082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6"/>
            <p:cNvSpPr/>
            <p:nvPr/>
          </p:nvSpPr>
          <p:spPr>
            <a:xfrm rot="6508762">
              <a:off x="8821528" y="2937998"/>
              <a:ext cx="92048" cy="92732"/>
            </a:xfrm>
            <a:custGeom>
              <a:rect b="b" l="l" r="r" t="t"/>
              <a:pathLst>
                <a:path extrusionOk="0" h="8268" w="8207">
                  <a:moveTo>
                    <a:pt x="0" y="0"/>
                  </a:moveTo>
                  <a:lnTo>
                    <a:pt x="0" y="1520"/>
                  </a:lnTo>
                  <a:lnTo>
                    <a:pt x="6687" y="1520"/>
                  </a:lnTo>
                  <a:lnTo>
                    <a:pt x="6687" y="8268"/>
                  </a:lnTo>
                  <a:lnTo>
                    <a:pt x="8207" y="8268"/>
                  </a:lnTo>
                  <a:lnTo>
                    <a:pt x="820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56"/>
            <p:cNvSpPr/>
            <p:nvPr/>
          </p:nvSpPr>
          <p:spPr>
            <a:xfrm rot="6508762">
              <a:off x="8722826" y="666647"/>
              <a:ext cx="97847" cy="82874"/>
            </a:xfrm>
            <a:custGeom>
              <a:rect b="b" l="l" r="r" t="t"/>
              <a:pathLst>
                <a:path extrusionOk="0" h="7389" w="8724">
                  <a:moveTo>
                    <a:pt x="4506" y="0"/>
                  </a:moveTo>
                  <a:cubicBezTo>
                    <a:pt x="2845" y="0"/>
                    <a:pt x="1209" y="832"/>
                    <a:pt x="669" y="2574"/>
                  </a:cubicBezTo>
                  <a:cubicBezTo>
                    <a:pt x="0" y="4854"/>
                    <a:pt x="1672" y="7285"/>
                    <a:pt x="4012" y="7377"/>
                  </a:cubicBezTo>
                  <a:cubicBezTo>
                    <a:pt x="4127" y="7385"/>
                    <a:pt x="4243" y="7389"/>
                    <a:pt x="4360" y="7389"/>
                  </a:cubicBezTo>
                  <a:cubicBezTo>
                    <a:pt x="5567" y="7389"/>
                    <a:pt x="6828" y="6957"/>
                    <a:pt x="7660" y="6070"/>
                  </a:cubicBezTo>
                  <a:cubicBezTo>
                    <a:pt x="8541" y="5036"/>
                    <a:pt x="8724" y="3577"/>
                    <a:pt x="8329" y="2361"/>
                  </a:cubicBezTo>
                  <a:cubicBezTo>
                    <a:pt x="8055" y="1693"/>
                    <a:pt x="7599" y="1054"/>
                    <a:pt x="6961" y="659"/>
                  </a:cubicBezTo>
                  <a:cubicBezTo>
                    <a:pt x="6235" y="223"/>
                    <a:pt x="5367" y="0"/>
                    <a:pt x="4506"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56"/>
            <p:cNvSpPr/>
            <p:nvPr/>
          </p:nvSpPr>
          <p:spPr>
            <a:xfrm rot="6508762">
              <a:off x="8749456" y="690534"/>
              <a:ext cx="43652" cy="36586"/>
            </a:xfrm>
            <a:custGeom>
              <a:rect b="b" l="l" r="r" t="t"/>
              <a:pathLst>
                <a:path extrusionOk="0" h="3262" w="3892">
                  <a:moveTo>
                    <a:pt x="2011" y="0"/>
                  </a:moveTo>
                  <a:cubicBezTo>
                    <a:pt x="1268" y="0"/>
                    <a:pt x="546" y="365"/>
                    <a:pt x="305" y="1130"/>
                  </a:cubicBezTo>
                  <a:cubicBezTo>
                    <a:pt x="1" y="2103"/>
                    <a:pt x="730" y="3167"/>
                    <a:pt x="1794" y="3258"/>
                  </a:cubicBezTo>
                  <a:cubicBezTo>
                    <a:pt x="1835" y="3260"/>
                    <a:pt x="1876" y="3261"/>
                    <a:pt x="1917" y="3261"/>
                  </a:cubicBezTo>
                  <a:cubicBezTo>
                    <a:pt x="2460" y="3261"/>
                    <a:pt x="3038" y="3074"/>
                    <a:pt x="3405" y="2650"/>
                  </a:cubicBezTo>
                  <a:cubicBezTo>
                    <a:pt x="3800" y="2194"/>
                    <a:pt x="3891" y="1586"/>
                    <a:pt x="3709" y="1039"/>
                  </a:cubicBezTo>
                  <a:cubicBezTo>
                    <a:pt x="3587" y="735"/>
                    <a:pt x="3405" y="492"/>
                    <a:pt x="3101" y="279"/>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6"/>
            <p:cNvSpPr/>
            <p:nvPr/>
          </p:nvSpPr>
          <p:spPr>
            <a:xfrm rot="6508762">
              <a:off x="8841669" y="893229"/>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4990"/>
                    <a:pt x="8724" y="3562"/>
                    <a:pt x="8329" y="2376"/>
                  </a:cubicBezTo>
                  <a:cubicBezTo>
                    <a:pt x="8056" y="1677"/>
                    <a:pt x="7600" y="1039"/>
                    <a:pt x="6961"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56"/>
            <p:cNvSpPr/>
            <p:nvPr/>
          </p:nvSpPr>
          <p:spPr>
            <a:xfrm rot="6508762">
              <a:off x="8868730" y="917352"/>
              <a:ext cx="43641" cy="36496"/>
            </a:xfrm>
            <a:custGeom>
              <a:rect b="b" l="l" r="r" t="t"/>
              <a:pathLst>
                <a:path extrusionOk="0" h="3254" w="3891">
                  <a:moveTo>
                    <a:pt x="2004" y="1"/>
                  </a:moveTo>
                  <a:cubicBezTo>
                    <a:pt x="1264" y="1"/>
                    <a:pt x="545" y="372"/>
                    <a:pt x="304" y="1116"/>
                  </a:cubicBezTo>
                  <a:cubicBezTo>
                    <a:pt x="0" y="2119"/>
                    <a:pt x="730" y="3182"/>
                    <a:pt x="1794" y="3243"/>
                  </a:cubicBezTo>
                  <a:cubicBezTo>
                    <a:pt x="1858" y="3250"/>
                    <a:pt x="1924" y="3253"/>
                    <a:pt x="1989" y="3253"/>
                  </a:cubicBezTo>
                  <a:cubicBezTo>
                    <a:pt x="2511" y="3253"/>
                    <a:pt x="3054" y="3040"/>
                    <a:pt x="3405" y="2635"/>
                  </a:cubicBezTo>
                  <a:cubicBezTo>
                    <a:pt x="3800" y="2240"/>
                    <a:pt x="3891" y="1571"/>
                    <a:pt x="3709" y="1055"/>
                  </a:cubicBezTo>
                  <a:cubicBezTo>
                    <a:pt x="3587" y="751"/>
                    <a:pt x="3405" y="477"/>
                    <a:pt x="3101" y="295"/>
                  </a:cubicBezTo>
                  <a:cubicBezTo>
                    <a:pt x="2771" y="99"/>
                    <a:pt x="2385" y="1"/>
                    <a:pt x="20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6"/>
            <p:cNvSpPr/>
            <p:nvPr/>
          </p:nvSpPr>
          <p:spPr>
            <a:xfrm rot="6508762">
              <a:off x="8741705" y="1191842"/>
              <a:ext cx="98194" cy="82975"/>
            </a:xfrm>
            <a:custGeom>
              <a:rect b="b" l="l" r="r" t="t"/>
              <a:pathLst>
                <a:path extrusionOk="0" h="7398" w="8755">
                  <a:moveTo>
                    <a:pt x="4501" y="0"/>
                  </a:moveTo>
                  <a:cubicBezTo>
                    <a:pt x="2844" y="0"/>
                    <a:pt x="1219" y="839"/>
                    <a:pt x="699" y="2559"/>
                  </a:cubicBezTo>
                  <a:cubicBezTo>
                    <a:pt x="0" y="4838"/>
                    <a:pt x="1672" y="7270"/>
                    <a:pt x="4043" y="7392"/>
                  </a:cubicBezTo>
                  <a:cubicBezTo>
                    <a:pt x="4127" y="7396"/>
                    <a:pt x="4212" y="7398"/>
                    <a:pt x="4297" y="7398"/>
                  </a:cubicBezTo>
                  <a:cubicBezTo>
                    <a:pt x="5509" y="7398"/>
                    <a:pt x="6838" y="6991"/>
                    <a:pt x="7690" y="6054"/>
                  </a:cubicBezTo>
                  <a:cubicBezTo>
                    <a:pt x="8572" y="4990"/>
                    <a:pt x="8754" y="3562"/>
                    <a:pt x="8329" y="2376"/>
                  </a:cubicBezTo>
                  <a:cubicBezTo>
                    <a:pt x="8085" y="1677"/>
                    <a:pt x="7629" y="1039"/>
                    <a:pt x="6961" y="674"/>
                  </a:cubicBezTo>
                  <a:cubicBezTo>
                    <a:pt x="6233" y="227"/>
                    <a:pt x="5363"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6"/>
            <p:cNvSpPr/>
            <p:nvPr/>
          </p:nvSpPr>
          <p:spPr>
            <a:xfrm rot="6508762">
              <a:off x="8768877" y="1216119"/>
              <a:ext cx="43652" cy="36496"/>
            </a:xfrm>
            <a:custGeom>
              <a:rect b="b" l="l" r="r" t="t"/>
              <a:pathLst>
                <a:path extrusionOk="0" h="3254" w="3892">
                  <a:moveTo>
                    <a:pt x="1989" y="1"/>
                  </a:moveTo>
                  <a:cubicBezTo>
                    <a:pt x="1251" y="1"/>
                    <a:pt x="526" y="372"/>
                    <a:pt x="305" y="1116"/>
                  </a:cubicBezTo>
                  <a:cubicBezTo>
                    <a:pt x="1" y="2119"/>
                    <a:pt x="730" y="3182"/>
                    <a:pt x="1794" y="3243"/>
                  </a:cubicBezTo>
                  <a:cubicBezTo>
                    <a:pt x="1855" y="3250"/>
                    <a:pt x="1918" y="3253"/>
                    <a:pt x="1982" y="3253"/>
                  </a:cubicBezTo>
                  <a:cubicBezTo>
                    <a:pt x="2487" y="3253"/>
                    <a:pt x="3051" y="3040"/>
                    <a:pt x="3375" y="2635"/>
                  </a:cubicBezTo>
                  <a:cubicBezTo>
                    <a:pt x="3800" y="2240"/>
                    <a:pt x="3892" y="1571"/>
                    <a:pt x="3679" y="1055"/>
                  </a:cubicBezTo>
                  <a:cubicBezTo>
                    <a:pt x="3588" y="751"/>
                    <a:pt x="3375" y="477"/>
                    <a:pt x="3071" y="295"/>
                  </a:cubicBezTo>
                  <a:cubicBezTo>
                    <a:pt x="2751" y="99"/>
                    <a:pt x="2369" y="1"/>
                    <a:pt x="1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6"/>
            <p:cNvSpPr/>
            <p:nvPr/>
          </p:nvSpPr>
          <p:spPr>
            <a:xfrm rot="6508762">
              <a:off x="8647490" y="1238897"/>
              <a:ext cx="98531" cy="83076"/>
            </a:xfrm>
            <a:custGeom>
              <a:rect b="b" l="l" r="r" t="t"/>
              <a:pathLst>
                <a:path extrusionOk="0" h="7407" w="8785">
                  <a:moveTo>
                    <a:pt x="4528" y="1"/>
                  </a:moveTo>
                  <a:cubicBezTo>
                    <a:pt x="2862" y="1"/>
                    <a:pt x="1222" y="839"/>
                    <a:pt x="699" y="2568"/>
                  </a:cubicBezTo>
                  <a:cubicBezTo>
                    <a:pt x="0" y="4848"/>
                    <a:pt x="1672" y="7279"/>
                    <a:pt x="4043" y="7401"/>
                  </a:cubicBezTo>
                  <a:cubicBezTo>
                    <a:pt x="4122" y="7405"/>
                    <a:pt x="4203" y="7406"/>
                    <a:pt x="4283" y="7406"/>
                  </a:cubicBezTo>
                  <a:cubicBezTo>
                    <a:pt x="5499" y="7406"/>
                    <a:pt x="6835" y="6975"/>
                    <a:pt x="7690" y="6063"/>
                  </a:cubicBezTo>
                  <a:cubicBezTo>
                    <a:pt x="8542" y="5030"/>
                    <a:pt x="8785" y="3601"/>
                    <a:pt x="8329" y="2385"/>
                  </a:cubicBezTo>
                  <a:cubicBezTo>
                    <a:pt x="8055" y="1686"/>
                    <a:pt x="7599" y="1048"/>
                    <a:pt x="6961" y="653"/>
                  </a:cubicBezTo>
                  <a:cubicBezTo>
                    <a:pt x="6240"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56"/>
            <p:cNvSpPr/>
            <p:nvPr/>
          </p:nvSpPr>
          <p:spPr>
            <a:xfrm rot="6508762">
              <a:off x="8675059" y="1262724"/>
              <a:ext cx="43652" cy="36586"/>
            </a:xfrm>
            <a:custGeom>
              <a:rect b="b" l="l" r="r" t="t"/>
              <a:pathLst>
                <a:path extrusionOk="0" h="3262" w="3892">
                  <a:moveTo>
                    <a:pt x="2011" y="0"/>
                  </a:moveTo>
                  <a:cubicBezTo>
                    <a:pt x="1269" y="0"/>
                    <a:pt x="546" y="365"/>
                    <a:pt x="305" y="1131"/>
                  </a:cubicBezTo>
                  <a:cubicBezTo>
                    <a:pt x="1" y="2103"/>
                    <a:pt x="730" y="3167"/>
                    <a:pt x="1794" y="3258"/>
                  </a:cubicBezTo>
                  <a:cubicBezTo>
                    <a:pt x="1835" y="3261"/>
                    <a:pt x="1876" y="3262"/>
                    <a:pt x="1917" y="3262"/>
                  </a:cubicBezTo>
                  <a:cubicBezTo>
                    <a:pt x="2461" y="3262"/>
                    <a:pt x="3038" y="3074"/>
                    <a:pt x="3405" y="2651"/>
                  </a:cubicBezTo>
                  <a:cubicBezTo>
                    <a:pt x="3831" y="2225"/>
                    <a:pt x="3891" y="1587"/>
                    <a:pt x="3709" y="1040"/>
                  </a:cubicBezTo>
                  <a:cubicBezTo>
                    <a:pt x="3588" y="736"/>
                    <a:pt x="3405" y="492"/>
                    <a:pt x="3101" y="280"/>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56"/>
            <p:cNvSpPr/>
            <p:nvPr/>
          </p:nvSpPr>
          <p:spPr>
            <a:xfrm rot="6508762">
              <a:off x="8597897" y="1387794"/>
              <a:ext cx="98194" cy="83076"/>
            </a:xfrm>
            <a:custGeom>
              <a:rect b="b" l="l" r="r" t="t"/>
              <a:pathLst>
                <a:path extrusionOk="0" h="7407" w="8755">
                  <a:moveTo>
                    <a:pt x="4528" y="1"/>
                  </a:moveTo>
                  <a:cubicBezTo>
                    <a:pt x="2862" y="1"/>
                    <a:pt x="1223" y="839"/>
                    <a:pt x="700" y="2568"/>
                  </a:cubicBezTo>
                  <a:cubicBezTo>
                    <a:pt x="1" y="4848"/>
                    <a:pt x="1673" y="7279"/>
                    <a:pt x="4043" y="7401"/>
                  </a:cubicBezTo>
                  <a:cubicBezTo>
                    <a:pt x="4123" y="7405"/>
                    <a:pt x="4203" y="7406"/>
                    <a:pt x="4284" y="7406"/>
                  </a:cubicBezTo>
                  <a:cubicBezTo>
                    <a:pt x="5500" y="7406"/>
                    <a:pt x="6836" y="6975"/>
                    <a:pt x="7691" y="6063"/>
                  </a:cubicBezTo>
                  <a:cubicBezTo>
                    <a:pt x="8572" y="5030"/>
                    <a:pt x="8755" y="3601"/>
                    <a:pt x="8329" y="2385"/>
                  </a:cubicBezTo>
                  <a:cubicBezTo>
                    <a:pt x="8056" y="1686"/>
                    <a:pt x="7600" y="1048"/>
                    <a:pt x="6961" y="653"/>
                  </a:cubicBezTo>
                  <a:cubicBezTo>
                    <a:pt x="6241"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6"/>
            <p:cNvSpPr/>
            <p:nvPr/>
          </p:nvSpPr>
          <p:spPr>
            <a:xfrm rot="6508762">
              <a:off x="8625363" y="1411945"/>
              <a:ext cx="43304" cy="36586"/>
            </a:xfrm>
            <a:custGeom>
              <a:rect b="b" l="l" r="r" t="t"/>
              <a:pathLst>
                <a:path extrusionOk="0" h="3262" w="3861">
                  <a:moveTo>
                    <a:pt x="1995" y="0"/>
                  </a:moveTo>
                  <a:cubicBezTo>
                    <a:pt x="1255" y="0"/>
                    <a:pt x="526" y="365"/>
                    <a:pt x="305" y="1131"/>
                  </a:cubicBezTo>
                  <a:cubicBezTo>
                    <a:pt x="1" y="2103"/>
                    <a:pt x="730" y="3167"/>
                    <a:pt x="1764" y="3258"/>
                  </a:cubicBezTo>
                  <a:cubicBezTo>
                    <a:pt x="1804" y="3261"/>
                    <a:pt x="1846" y="3262"/>
                    <a:pt x="1887" y="3262"/>
                  </a:cubicBezTo>
                  <a:cubicBezTo>
                    <a:pt x="2430" y="3262"/>
                    <a:pt x="3007" y="3074"/>
                    <a:pt x="3375" y="2651"/>
                  </a:cubicBezTo>
                  <a:cubicBezTo>
                    <a:pt x="3800" y="2225"/>
                    <a:pt x="3861" y="1587"/>
                    <a:pt x="3679" y="1040"/>
                  </a:cubicBezTo>
                  <a:cubicBezTo>
                    <a:pt x="3557" y="736"/>
                    <a:pt x="3375" y="492"/>
                    <a:pt x="3071" y="280"/>
                  </a:cubicBezTo>
                  <a:cubicBezTo>
                    <a:pt x="2753" y="95"/>
                    <a:pt x="2372" y="0"/>
                    <a:pt x="19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56"/>
            <p:cNvSpPr/>
            <p:nvPr/>
          </p:nvSpPr>
          <p:spPr>
            <a:xfrm rot="6508762">
              <a:off x="8712688" y="1623425"/>
              <a:ext cx="98531" cy="82975"/>
            </a:xfrm>
            <a:custGeom>
              <a:rect b="b" l="l" r="r" t="t"/>
              <a:pathLst>
                <a:path extrusionOk="0" h="7398" w="8785">
                  <a:moveTo>
                    <a:pt x="4487" y="0"/>
                  </a:moveTo>
                  <a:cubicBezTo>
                    <a:pt x="2828" y="0"/>
                    <a:pt x="1209" y="839"/>
                    <a:pt x="669" y="2559"/>
                  </a:cubicBezTo>
                  <a:cubicBezTo>
                    <a:pt x="1" y="4838"/>
                    <a:pt x="1672" y="7270"/>
                    <a:pt x="4013" y="7392"/>
                  </a:cubicBezTo>
                  <a:cubicBezTo>
                    <a:pt x="4099" y="7396"/>
                    <a:pt x="4186" y="7398"/>
                    <a:pt x="4273" y="7398"/>
                  </a:cubicBezTo>
                  <a:cubicBezTo>
                    <a:pt x="5506" y="7398"/>
                    <a:pt x="6809" y="6991"/>
                    <a:pt x="7660" y="6054"/>
                  </a:cubicBezTo>
                  <a:cubicBezTo>
                    <a:pt x="8572" y="5021"/>
                    <a:pt x="8785" y="3592"/>
                    <a:pt x="8329" y="2376"/>
                  </a:cubicBezTo>
                  <a:cubicBezTo>
                    <a:pt x="8056" y="1677"/>
                    <a:pt x="7600" y="1039"/>
                    <a:pt x="6961" y="674"/>
                  </a:cubicBezTo>
                  <a:cubicBezTo>
                    <a:pt x="6223" y="227"/>
                    <a:pt x="5350" y="0"/>
                    <a:pt x="4487"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56"/>
            <p:cNvSpPr/>
            <p:nvPr/>
          </p:nvSpPr>
          <p:spPr>
            <a:xfrm rot="6508762">
              <a:off x="8739754" y="1647450"/>
              <a:ext cx="43652" cy="36485"/>
            </a:xfrm>
            <a:custGeom>
              <a:rect b="b" l="l" r="r" t="t"/>
              <a:pathLst>
                <a:path extrusionOk="0" h="3253" w="3892">
                  <a:moveTo>
                    <a:pt x="2019" y="0"/>
                  </a:moveTo>
                  <a:cubicBezTo>
                    <a:pt x="1281" y="0"/>
                    <a:pt x="556" y="372"/>
                    <a:pt x="335" y="1115"/>
                  </a:cubicBezTo>
                  <a:cubicBezTo>
                    <a:pt x="0" y="2118"/>
                    <a:pt x="730" y="3182"/>
                    <a:pt x="1794" y="3243"/>
                  </a:cubicBezTo>
                  <a:cubicBezTo>
                    <a:pt x="1858" y="3249"/>
                    <a:pt x="1924" y="3253"/>
                    <a:pt x="1989" y="3253"/>
                  </a:cubicBezTo>
                  <a:cubicBezTo>
                    <a:pt x="2511" y="3253"/>
                    <a:pt x="3054" y="3040"/>
                    <a:pt x="3405" y="2635"/>
                  </a:cubicBezTo>
                  <a:cubicBezTo>
                    <a:pt x="3770" y="2179"/>
                    <a:pt x="3891" y="1571"/>
                    <a:pt x="3709" y="1054"/>
                  </a:cubicBezTo>
                  <a:cubicBezTo>
                    <a:pt x="3587" y="750"/>
                    <a:pt x="3405" y="477"/>
                    <a:pt x="3101" y="294"/>
                  </a:cubicBezTo>
                  <a:cubicBezTo>
                    <a:pt x="2781" y="98"/>
                    <a:pt x="2398" y="0"/>
                    <a:pt x="20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56"/>
            <p:cNvSpPr/>
            <p:nvPr/>
          </p:nvSpPr>
          <p:spPr>
            <a:xfrm rot="6508762">
              <a:off x="8619120" y="1904411"/>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5021"/>
                    <a:pt x="8724" y="3592"/>
                    <a:pt x="8329" y="2376"/>
                  </a:cubicBezTo>
                  <a:cubicBezTo>
                    <a:pt x="8056" y="1677"/>
                    <a:pt x="7600" y="1039"/>
                    <a:pt x="6962"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56"/>
            <p:cNvSpPr/>
            <p:nvPr/>
          </p:nvSpPr>
          <p:spPr>
            <a:xfrm rot="6508762">
              <a:off x="8645856" y="1928431"/>
              <a:ext cx="43641" cy="36485"/>
            </a:xfrm>
            <a:custGeom>
              <a:rect b="b" l="l" r="r" t="t"/>
              <a:pathLst>
                <a:path extrusionOk="0" h="3253" w="3891">
                  <a:moveTo>
                    <a:pt x="2004" y="0"/>
                  </a:moveTo>
                  <a:cubicBezTo>
                    <a:pt x="1264" y="0"/>
                    <a:pt x="545" y="372"/>
                    <a:pt x="304" y="1115"/>
                  </a:cubicBezTo>
                  <a:cubicBezTo>
                    <a:pt x="0" y="2118"/>
                    <a:pt x="730" y="3182"/>
                    <a:pt x="1794" y="3243"/>
                  </a:cubicBezTo>
                  <a:cubicBezTo>
                    <a:pt x="1858" y="3249"/>
                    <a:pt x="1924" y="3253"/>
                    <a:pt x="1989" y="3253"/>
                  </a:cubicBezTo>
                  <a:cubicBezTo>
                    <a:pt x="2511" y="3253"/>
                    <a:pt x="3050" y="3040"/>
                    <a:pt x="3374" y="2635"/>
                  </a:cubicBezTo>
                  <a:cubicBezTo>
                    <a:pt x="3769" y="2179"/>
                    <a:pt x="3891" y="1571"/>
                    <a:pt x="3709" y="1054"/>
                  </a:cubicBezTo>
                  <a:cubicBezTo>
                    <a:pt x="3587" y="750"/>
                    <a:pt x="3405" y="477"/>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6"/>
            <p:cNvSpPr/>
            <p:nvPr/>
          </p:nvSpPr>
          <p:spPr>
            <a:xfrm rot="6508762">
              <a:off x="8704020" y="2062750"/>
              <a:ext cx="98194" cy="83042"/>
            </a:xfrm>
            <a:custGeom>
              <a:rect b="b" l="l" r="r" t="t"/>
              <a:pathLst>
                <a:path extrusionOk="0" h="7404" w="8755">
                  <a:moveTo>
                    <a:pt x="4502" y="1"/>
                  </a:moveTo>
                  <a:cubicBezTo>
                    <a:pt x="2845" y="1"/>
                    <a:pt x="1220" y="839"/>
                    <a:pt x="700" y="2559"/>
                  </a:cubicBezTo>
                  <a:cubicBezTo>
                    <a:pt x="1" y="4838"/>
                    <a:pt x="1673" y="7270"/>
                    <a:pt x="4043" y="7392"/>
                  </a:cubicBezTo>
                  <a:cubicBezTo>
                    <a:pt x="4155" y="7400"/>
                    <a:pt x="4269" y="7404"/>
                    <a:pt x="4383" y="7404"/>
                  </a:cubicBezTo>
                  <a:cubicBezTo>
                    <a:pt x="5572" y="7404"/>
                    <a:pt x="6859" y="6969"/>
                    <a:pt x="7691" y="6054"/>
                  </a:cubicBezTo>
                  <a:cubicBezTo>
                    <a:pt x="8542" y="5051"/>
                    <a:pt x="8755" y="3592"/>
                    <a:pt x="8329" y="2376"/>
                  </a:cubicBezTo>
                  <a:cubicBezTo>
                    <a:pt x="8056" y="1708"/>
                    <a:pt x="7600" y="1039"/>
                    <a:pt x="6961" y="674"/>
                  </a:cubicBezTo>
                  <a:cubicBezTo>
                    <a:pt x="6234" y="227"/>
                    <a:pt x="5364"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56"/>
            <p:cNvSpPr/>
            <p:nvPr/>
          </p:nvSpPr>
          <p:spPr>
            <a:xfrm rot="6508762">
              <a:off x="8731366" y="2086813"/>
              <a:ext cx="43641" cy="36407"/>
            </a:xfrm>
            <a:custGeom>
              <a:rect b="b" l="l" r="r" t="t"/>
              <a:pathLst>
                <a:path extrusionOk="0" h="3246" w="3891">
                  <a:moveTo>
                    <a:pt x="2004" y="0"/>
                  </a:moveTo>
                  <a:cubicBezTo>
                    <a:pt x="1264" y="0"/>
                    <a:pt x="545" y="372"/>
                    <a:pt x="304" y="1115"/>
                  </a:cubicBezTo>
                  <a:cubicBezTo>
                    <a:pt x="0" y="2118"/>
                    <a:pt x="730" y="3182"/>
                    <a:pt x="1794" y="3242"/>
                  </a:cubicBezTo>
                  <a:cubicBezTo>
                    <a:pt x="1834" y="3244"/>
                    <a:pt x="1876" y="3246"/>
                    <a:pt x="1917" y="3246"/>
                  </a:cubicBezTo>
                  <a:cubicBezTo>
                    <a:pt x="2460" y="3246"/>
                    <a:pt x="3037" y="3058"/>
                    <a:pt x="3405" y="2634"/>
                  </a:cubicBezTo>
                  <a:cubicBezTo>
                    <a:pt x="3830" y="2239"/>
                    <a:pt x="3891" y="1571"/>
                    <a:pt x="3708" y="1054"/>
                  </a:cubicBezTo>
                  <a:cubicBezTo>
                    <a:pt x="3587" y="750"/>
                    <a:pt x="3405" y="476"/>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56"/>
            <p:cNvSpPr/>
            <p:nvPr/>
          </p:nvSpPr>
          <p:spPr>
            <a:xfrm rot="6508762">
              <a:off x="8635190" y="2269207"/>
              <a:ext cx="97858" cy="83042"/>
            </a:xfrm>
            <a:custGeom>
              <a:rect b="b" l="l" r="r" t="t"/>
              <a:pathLst>
                <a:path extrusionOk="0" h="7404" w="8725">
                  <a:moveTo>
                    <a:pt x="4501" y="1"/>
                  </a:moveTo>
                  <a:cubicBezTo>
                    <a:pt x="2841" y="1"/>
                    <a:pt x="1209" y="839"/>
                    <a:pt x="669" y="2559"/>
                  </a:cubicBezTo>
                  <a:cubicBezTo>
                    <a:pt x="1" y="4838"/>
                    <a:pt x="1672" y="7270"/>
                    <a:pt x="4013" y="7392"/>
                  </a:cubicBezTo>
                  <a:cubicBezTo>
                    <a:pt x="4128" y="7400"/>
                    <a:pt x="4243" y="7404"/>
                    <a:pt x="4359" y="7404"/>
                  </a:cubicBezTo>
                  <a:cubicBezTo>
                    <a:pt x="5567" y="7404"/>
                    <a:pt x="6828" y="6969"/>
                    <a:pt x="7660" y="6054"/>
                  </a:cubicBezTo>
                  <a:cubicBezTo>
                    <a:pt x="8542" y="5051"/>
                    <a:pt x="8724" y="3592"/>
                    <a:pt x="8329" y="2376"/>
                  </a:cubicBezTo>
                  <a:cubicBezTo>
                    <a:pt x="8055" y="1708"/>
                    <a:pt x="7600" y="1039"/>
                    <a:pt x="6961" y="674"/>
                  </a:cubicBezTo>
                  <a:cubicBezTo>
                    <a:pt x="6233" y="227"/>
                    <a:pt x="5363" y="1"/>
                    <a:pt x="4501"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56"/>
            <p:cNvSpPr/>
            <p:nvPr/>
          </p:nvSpPr>
          <p:spPr>
            <a:xfrm rot="6508762">
              <a:off x="8662315" y="2293430"/>
              <a:ext cx="43641" cy="36407"/>
            </a:xfrm>
            <a:custGeom>
              <a:rect b="b" l="l" r="r" t="t"/>
              <a:pathLst>
                <a:path extrusionOk="0" h="3246" w="3891">
                  <a:moveTo>
                    <a:pt x="2004" y="0"/>
                  </a:moveTo>
                  <a:cubicBezTo>
                    <a:pt x="1264" y="0"/>
                    <a:pt x="545" y="372"/>
                    <a:pt x="304" y="1115"/>
                  </a:cubicBezTo>
                  <a:cubicBezTo>
                    <a:pt x="0" y="2118"/>
                    <a:pt x="730" y="3182"/>
                    <a:pt x="1793" y="3242"/>
                  </a:cubicBezTo>
                  <a:cubicBezTo>
                    <a:pt x="1834" y="3244"/>
                    <a:pt x="1875" y="3246"/>
                    <a:pt x="1917" y="3246"/>
                  </a:cubicBezTo>
                  <a:cubicBezTo>
                    <a:pt x="2460" y="3246"/>
                    <a:pt x="3037" y="3058"/>
                    <a:pt x="3404" y="2634"/>
                  </a:cubicBezTo>
                  <a:cubicBezTo>
                    <a:pt x="3769" y="2239"/>
                    <a:pt x="3891" y="1571"/>
                    <a:pt x="3708" y="1054"/>
                  </a:cubicBezTo>
                  <a:cubicBezTo>
                    <a:pt x="3587" y="750"/>
                    <a:pt x="3404" y="476"/>
                    <a:pt x="3100" y="294"/>
                  </a:cubicBezTo>
                  <a:cubicBezTo>
                    <a:pt x="2770" y="98"/>
                    <a:pt x="2384"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56"/>
            <p:cNvSpPr/>
            <p:nvPr/>
          </p:nvSpPr>
          <p:spPr>
            <a:xfrm rot="6508762">
              <a:off x="8786553" y="2579591"/>
              <a:ext cx="98194" cy="82975"/>
            </a:xfrm>
            <a:custGeom>
              <a:rect b="b" l="l" r="r" t="t"/>
              <a:pathLst>
                <a:path extrusionOk="0" h="7398" w="8755">
                  <a:moveTo>
                    <a:pt x="4502" y="1"/>
                  </a:moveTo>
                  <a:cubicBezTo>
                    <a:pt x="2845" y="1"/>
                    <a:pt x="1219" y="839"/>
                    <a:pt x="699" y="2559"/>
                  </a:cubicBezTo>
                  <a:cubicBezTo>
                    <a:pt x="0" y="4839"/>
                    <a:pt x="1672" y="7270"/>
                    <a:pt x="4043" y="7392"/>
                  </a:cubicBezTo>
                  <a:cubicBezTo>
                    <a:pt x="4127" y="7396"/>
                    <a:pt x="4212" y="7398"/>
                    <a:pt x="4298" y="7398"/>
                  </a:cubicBezTo>
                  <a:cubicBezTo>
                    <a:pt x="5510" y="7398"/>
                    <a:pt x="6839" y="6991"/>
                    <a:pt x="7690" y="6054"/>
                  </a:cubicBezTo>
                  <a:cubicBezTo>
                    <a:pt x="8572" y="4991"/>
                    <a:pt x="8754" y="3562"/>
                    <a:pt x="8329" y="2376"/>
                  </a:cubicBezTo>
                  <a:cubicBezTo>
                    <a:pt x="8055" y="1708"/>
                    <a:pt x="7599" y="1039"/>
                    <a:pt x="6961" y="674"/>
                  </a:cubicBezTo>
                  <a:cubicBezTo>
                    <a:pt x="6233" y="227"/>
                    <a:pt x="5363"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56"/>
            <p:cNvSpPr/>
            <p:nvPr/>
          </p:nvSpPr>
          <p:spPr>
            <a:xfrm rot="6508762">
              <a:off x="8813946" y="2603717"/>
              <a:ext cx="43304" cy="36485"/>
            </a:xfrm>
            <a:custGeom>
              <a:rect b="b" l="l" r="r" t="t"/>
              <a:pathLst>
                <a:path extrusionOk="0" h="3253" w="3861">
                  <a:moveTo>
                    <a:pt x="1989" y="0"/>
                  </a:moveTo>
                  <a:cubicBezTo>
                    <a:pt x="1250" y="0"/>
                    <a:pt x="525" y="372"/>
                    <a:pt x="304" y="1115"/>
                  </a:cubicBezTo>
                  <a:cubicBezTo>
                    <a:pt x="0" y="2118"/>
                    <a:pt x="730" y="3182"/>
                    <a:pt x="1763" y="3242"/>
                  </a:cubicBezTo>
                  <a:cubicBezTo>
                    <a:pt x="1828" y="3249"/>
                    <a:pt x="1893" y="3253"/>
                    <a:pt x="1960" y="3253"/>
                  </a:cubicBezTo>
                  <a:cubicBezTo>
                    <a:pt x="2486" y="3253"/>
                    <a:pt x="3050" y="3040"/>
                    <a:pt x="3374" y="2635"/>
                  </a:cubicBezTo>
                  <a:cubicBezTo>
                    <a:pt x="3800" y="2239"/>
                    <a:pt x="3860" y="1571"/>
                    <a:pt x="3678" y="1054"/>
                  </a:cubicBezTo>
                  <a:cubicBezTo>
                    <a:pt x="3556"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56"/>
            <p:cNvSpPr/>
            <p:nvPr/>
          </p:nvSpPr>
          <p:spPr>
            <a:xfrm rot="6508762">
              <a:off x="8727668" y="2756295"/>
              <a:ext cx="97858" cy="82975"/>
            </a:xfrm>
            <a:custGeom>
              <a:rect b="b" l="l" r="r" t="t"/>
              <a:pathLst>
                <a:path extrusionOk="0" h="7398" w="8725">
                  <a:moveTo>
                    <a:pt x="4472" y="1"/>
                  </a:moveTo>
                  <a:cubicBezTo>
                    <a:pt x="2815" y="1"/>
                    <a:pt x="1189" y="839"/>
                    <a:pt x="669" y="2559"/>
                  </a:cubicBezTo>
                  <a:cubicBezTo>
                    <a:pt x="1" y="4839"/>
                    <a:pt x="1673" y="7270"/>
                    <a:pt x="4013" y="7392"/>
                  </a:cubicBezTo>
                  <a:cubicBezTo>
                    <a:pt x="4097" y="7396"/>
                    <a:pt x="4182" y="7398"/>
                    <a:pt x="4268" y="7398"/>
                  </a:cubicBezTo>
                  <a:cubicBezTo>
                    <a:pt x="5480" y="7398"/>
                    <a:pt x="6809" y="6991"/>
                    <a:pt x="7660" y="6054"/>
                  </a:cubicBezTo>
                  <a:cubicBezTo>
                    <a:pt x="8542" y="4991"/>
                    <a:pt x="8724" y="3562"/>
                    <a:pt x="8299" y="2376"/>
                  </a:cubicBezTo>
                  <a:cubicBezTo>
                    <a:pt x="8056" y="1708"/>
                    <a:pt x="7600" y="1039"/>
                    <a:pt x="6931" y="674"/>
                  </a:cubicBezTo>
                  <a:cubicBezTo>
                    <a:pt x="6203" y="227"/>
                    <a:pt x="5333" y="1"/>
                    <a:pt x="447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6"/>
            <p:cNvSpPr/>
            <p:nvPr/>
          </p:nvSpPr>
          <p:spPr>
            <a:xfrm rot="6508762">
              <a:off x="8754723" y="2780421"/>
              <a:ext cx="43641" cy="36485"/>
            </a:xfrm>
            <a:custGeom>
              <a:rect b="b" l="l" r="r" t="t"/>
              <a:pathLst>
                <a:path extrusionOk="0" h="3253" w="3891">
                  <a:moveTo>
                    <a:pt x="1989" y="0"/>
                  </a:moveTo>
                  <a:cubicBezTo>
                    <a:pt x="1250" y="0"/>
                    <a:pt x="525" y="372"/>
                    <a:pt x="304" y="1115"/>
                  </a:cubicBezTo>
                  <a:cubicBezTo>
                    <a:pt x="0" y="2118"/>
                    <a:pt x="730" y="3182"/>
                    <a:pt x="1794" y="3242"/>
                  </a:cubicBezTo>
                  <a:cubicBezTo>
                    <a:pt x="1858" y="3249"/>
                    <a:pt x="1923" y="3253"/>
                    <a:pt x="1989" y="3253"/>
                  </a:cubicBezTo>
                  <a:cubicBezTo>
                    <a:pt x="2510" y="3253"/>
                    <a:pt x="3050" y="3040"/>
                    <a:pt x="3374" y="2635"/>
                  </a:cubicBezTo>
                  <a:cubicBezTo>
                    <a:pt x="3800" y="2239"/>
                    <a:pt x="3891" y="1571"/>
                    <a:pt x="3678" y="1054"/>
                  </a:cubicBezTo>
                  <a:cubicBezTo>
                    <a:pt x="3587"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n columns">
  <p:cSld name="CUSTOM_9">
    <p:spTree>
      <p:nvGrpSpPr>
        <p:cNvPr id="1461" name="Shape 1461"/>
        <p:cNvGrpSpPr/>
        <p:nvPr/>
      </p:nvGrpSpPr>
      <p:grpSpPr>
        <a:xfrm>
          <a:off x="0" y="0"/>
          <a:ext cx="0" cy="0"/>
          <a:chOff x="0" y="0"/>
          <a:chExt cx="0" cy="0"/>
        </a:xfrm>
      </p:grpSpPr>
      <p:grpSp>
        <p:nvGrpSpPr>
          <p:cNvPr id="1462" name="Google Shape;1462;p57"/>
          <p:cNvGrpSpPr/>
          <p:nvPr/>
        </p:nvGrpSpPr>
        <p:grpSpPr>
          <a:xfrm>
            <a:off x="-244" y="24"/>
            <a:ext cx="9144155" cy="5165694"/>
            <a:chOff x="-244" y="24"/>
            <a:chExt cx="9144155" cy="5165694"/>
          </a:xfrm>
        </p:grpSpPr>
        <p:sp>
          <p:nvSpPr>
            <p:cNvPr id="1463" name="Google Shape;1463;p57"/>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57"/>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57"/>
          <p:cNvGrpSpPr/>
          <p:nvPr/>
        </p:nvGrpSpPr>
        <p:grpSpPr>
          <a:xfrm>
            <a:off x="303630" y="306525"/>
            <a:ext cx="8536741" cy="4552701"/>
            <a:chOff x="2434200" y="841500"/>
            <a:chExt cx="4622450" cy="3053250"/>
          </a:xfrm>
        </p:grpSpPr>
        <p:sp>
          <p:nvSpPr>
            <p:cNvPr id="1466" name="Google Shape;1466;p57"/>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57"/>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8" name="Google Shape;1468;p57"/>
          <p:cNvSpPr txBox="1"/>
          <p:nvPr>
            <p:ph idx="1" type="subTitle"/>
          </p:nvPr>
        </p:nvSpPr>
        <p:spPr>
          <a:xfrm>
            <a:off x="1396813" y="195855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69" name="Google Shape;1469;p57"/>
          <p:cNvSpPr txBox="1"/>
          <p:nvPr>
            <p:ph idx="2" type="subTitle"/>
          </p:nvPr>
        </p:nvSpPr>
        <p:spPr>
          <a:xfrm>
            <a:off x="1396788" y="263140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0" name="Google Shape;1470;p57"/>
          <p:cNvSpPr txBox="1"/>
          <p:nvPr>
            <p:ph idx="3" type="subTitle"/>
          </p:nvPr>
        </p:nvSpPr>
        <p:spPr>
          <a:xfrm>
            <a:off x="1396813" y="330425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1" name="Google Shape;1471;p57"/>
          <p:cNvSpPr txBox="1"/>
          <p:nvPr>
            <p:ph idx="4" type="subTitle"/>
          </p:nvPr>
        </p:nvSpPr>
        <p:spPr>
          <a:xfrm>
            <a:off x="1396788" y="397710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2" name="Google Shape;1472;p57"/>
          <p:cNvSpPr txBox="1"/>
          <p:nvPr>
            <p:ph type="title"/>
          </p:nvPr>
        </p:nvSpPr>
        <p:spPr>
          <a:xfrm>
            <a:off x="720000" y="4118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73" name="Google Shape;1473;p57"/>
          <p:cNvSpPr txBox="1"/>
          <p:nvPr>
            <p:ph idx="5" type="subTitle"/>
          </p:nvPr>
        </p:nvSpPr>
        <p:spPr>
          <a:xfrm>
            <a:off x="1396813" y="128570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4" name="Google Shape;1474;p57"/>
          <p:cNvSpPr txBox="1"/>
          <p:nvPr>
            <p:ph idx="6" type="subTitle"/>
          </p:nvPr>
        </p:nvSpPr>
        <p:spPr>
          <a:xfrm>
            <a:off x="5369987" y="195855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5" name="Google Shape;1475;p57"/>
          <p:cNvSpPr txBox="1"/>
          <p:nvPr>
            <p:ph idx="7" type="subTitle"/>
          </p:nvPr>
        </p:nvSpPr>
        <p:spPr>
          <a:xfrm>
            <a:off x="5369962" y="263140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6" name="Google Shape;1476;p57"/>
          <p:cNvSpPr txBox="1"/>
          <p:nvPr>
            <p:ph idx="8" type="subTitle"/>
          </p:nvPr>
        </p:nvSpPr>
        <p:spPr>
          <a:xfrm>
            <a:off x="5369987" y="330425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7" name="Google Shape;1477;p57"/>
          <p:cNvSpPr txBox="1"/>
          <p:nvPr>
            <p:ph idx="9" type="subTitle"/>
          </p:nvPr>
        </p:nvSpPr>
        <p:spPr>
          <a:xfrm>
            <a:off x="5369962" y="397710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8" name="Google Shape;1478;p57"/>
          <p:cNvSpPr txBox="1"/>
          <p:nvPr>
            <p:ph idx="13" type="subTitle"/>
          </p:nvPr>
        </p:nvSpPr>
        <p:spPr>
          <a:xfrm>
            <a:off x="5369987" y="1285700"/>
            <a:ext cx="3060900" cy="4740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solidFill>
                  <a:schemeClr val="dk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479" name="Google Shape;147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480" name="Google Shape;1480;p57"/>
          <p:cNvGrpSpPr/>
          <p:nvPr/>
        </p:nvGrpSpPr>
        <p:grpSpPr>
          <a:xfrm>
            <a:off x="8463581" y="73363"/>
            <a:ext cx="600579" cy="696338"/>
            <a:chOff x="5815634" y="1650855"/>
            <a:chExt cx="452039" cy="524114"/>
          </a:xfrm>
        </p:grpSpPr>
        <p:sp>
          <p:nvSpPr>
            <p:cNvPr id="1481" name="Google Shape;1481;p5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5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5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7" name="Google Shape;1487;p57"/>
          <p:cNvGrpSpPr/>
          <p:nvPr/>
        </p:nvGrpSpPr>
        <p:grpSpPr>
          <a:xfrm>
            <a:off x="8463581" y="899463"/>
            <a:ext cx="600579" cy="696338"/>
            <a:chOff x="5815634" y="1650855"/>
            <a:chExt cx="452039" cy="524114"/>
          </a:xfrm>
        </p:grpSpPr>
        <p:sp>
          <p:nvSpPr>
            <p:cNvPr id="1488" name="Google Shape;1488;p5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5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5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5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5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4" name="Google Shape;1494;p57"/>
          <p:cNvGrpSpPr/>
          <p:nvPr/>
        </p:nvGrpSpPr>
        <p:grpSpPr>
          <a:xfrm>
            <a:off x="43231" y="4373713"/>
            <a:ext cx="600579" cy="696338"/>
            <a:chOff x="5815634" y="1650855"/>
            <a:chExt cx="452039" cy="524114"/>
          </a:xfrm>
        </p:grpSpPr>
        <p:sp>
          <p:nvSpPr>
            <p:cNvPr id="1495" name="Google Shape;1495;p5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5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6">
    <p:spTree>
      <p:nvGrpSpPr>
        <p:cNvPr id="1501" name="Shape 1501"/>
        <p:cNvGrpSpPr/>
        <p:nvPr/>
      </p:nvGrpSpPr>
      <p:grpSpPr>
        <a:xfrm>
          <a:off x="0" y="0"/>
          <a:ext cx="0" cy="0"/>
          <a:chOff x="0" y="0"/>
          <a:chExt cx="0" cy="0"/>
        </a:xfrm>
      </p:grpSpPr>
      <p:grpSp>
        <p:nvGrpSpPr>
          <p:cNvPr id="1502" name="Google Shape;1502;p58"/>
          <p:cNvGrpSpPr/>
          <p:nvPr/>
        </p:nvGrpSpPr>
        <p:grpSpPr>
          <a:xfrm>
            <a:off x="-244" y="24"/>
            <a:ext cx="9144155" cy="5165694"/>
            <a:chOff x="-244" y="24"/>
            <a:chExt cx="9144155" cy="5165694"/>
          </a:xfrm>
        </p:grpSpPr>
        <p:sp>
          <p:nvSpPr>
            <p:cNvPr id="1503" name="Google Shape;1503;p58"/>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8"/>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5" name="Google Shape;1505;p58"/>
          <p:cNvGrpSpPr/>
          <p:nvPr/>
        </p:nvGrpSpPr>
        <p:grpSpPr>
          <a:xfrm>
            <a:off x="303630" y="306525"/>
            <a:ext cx="8536741" cy="4552701"/>
            <a:chOff x="2434200" y="841500"/>
            <a:chExt cx="4622450" cy="3053250"/>
          </a:xfrm>
        </p:grpSpPr>
        <p:sp>
          <p:nvSpPr>
            <p:cNvPr id="1506" name="Google Shape;1506;p58"/>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58"/>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8" name="Google Shape;1508;p58"/>
          <p:cNvSpPr txBox="1"/>
          <p:nvPr>
            <p:ph type="title"/>
          </p:nvPr>
        </p:nvSpPr>
        <p:spPr>
          <a:xfrm>
            <a:off x="1074575" y="2039025"/>
            <a:ext cx="3218700" cy="8826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09" name="Google Shape;1509;p58"/>
          <p:cNvSpPr txBox="1"/>
          <p:nvPr>
            <p:ph idx="1" type="subTitle"/>
          </p:nvPr>
        </p:nvSpPr>
        <p:spPr>
          <a:xfrm>
            <a:off x="1319225" y="2845500"/>
            <a:ext cx="2729400" cy="975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10" name="Google Shape;1510;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1511" name="Google Shape;1511;p58"/>
          <p:cNvGrpSpPr/>
          <p:nvPr/>
        </p:nvGrpSpPr>
        <p:grpSpPr>
          <a:xfrm>
            <a:off x="-61900" y="0"/>
            <a:ext cx="1360250" cy="919525"/>
            <a:chOff x="-286950" y="732175"/>
            <a:chExt cx="1360250" cy="919525"/>
          </a:xfrm>
        </p:grpSpPr>
        <p:sp>
          <p:nvSpPr>
            <p:cNvPr id="1512" name="Google Shape;1512;p58"/>
            <p:cNvSpPr/>
            <p:nvPr/>
          </p:nvSpPr>
          <p:spPr>
            <a:xfrm flipH="1" rot="10800000">
              <a:off x="-286950" y="732175"/>
              <a:ext cx="1360250" cy="919525"/>
            </a:xfrm>
            <a:custGeom>
              <a:rect b="b" l="l" r="r" t="t"/>
              <a:pathLst>
                <a:path extrusionOk="0" h="36781" w="54410">
                  <a:moveTo>
                    <a:pt x="43930" y="1"/>
                  </a:moveTo>
                  <a:cubicBezTo>
                    <a:pt x="35713" y="1"/>
                    <a:pt x="25156" y="320"/>
                    <a:pt x="24986" y="792"/>
                  </a:cubicBezTo>
                  <a:cubicBezTo>
                    <a:pt x="24743" y="1552"/>
                    <a:pt x="30427" y="7722"/>
                    <a:pt x="30427" y="7722"/>
                  </a:cubicBezTo>
                  <a:cubicBezTo>
                    <a:pt x="30427" y="7722"/>
                    <a:pt x="4074" y="31461"/>
                    <a:pt x="1" y="36780"/>
                  </a:cubicBezTo>
                  <a:lnTo>
                    <a:pt x="32099" y="36780"/>
                  </a:lnTo>
                  <a:cubicBezTo>
                    <a:pt x="36962" y="32008"/>
                    <a:pt x="45929" y="23649"/>
                    <a:pt x="45929" y="23649"/>
                  </a:cubicBezTo>
                  <a:cubicBezTo>
                    <a:pt x="45929" y="23649"/>
                    <a:pt x="51860" y="29464"/>
                    <a:pt x="52888" y="29464"/>
                  </a:cubicBezTo>
                  <a:cubicBezTo>
                    <a:pt x="52911" y="29464"/>
                    <a:pt x="52932" y="29461"/>
                    <a:pt x="52950" y="29455"/>
                  </a:cubicBezTo>
                  <a:cubicBezTo>
                    <a:pt x="53862" y="29181"/>
                    <a:pt x="54409" y="1096"/>
                    <a:pt x="53467" y="397"/>
                  </a:cubicBezTo>
                  <a:cubicBezTo>
                    <a:pt x="53098" y="120"/>
                    <a:pt x="48951" y="1"/>
                    <a:pt x="4393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8"/>
            <p:cNvSpPr/>
            <p:nvPr/>
          </p:nvSpPr>
          <p:spPr>
            <a:xfrm flipH="1" rot="10800000">
              <a:off x="469900" y="1127325"/>
              <a:ext cx="326025" cy="334375"/>
            </a:xfrm>
            <a:custGeom>
              <a:rect b="b" l="l" r="r" t="t"/>
              <a:pathLst>
                <a:path extrusionOk="0" h="13375" w="13041">
                  <a:moveTo>
                    <a:pt x="275" y="1"/>
                  </a:moveTo>
                  <a:lnTo>
                    <a:pt x="1" y="274"/>
                  </a:lnTo>
                  <a:cubicBezTo>
                    <a:pt x="92" y="335"/>
                    <a:pt x="6384" y="7235"/>
                    <a:pt x="12767" y="13375"/>
                  </a:cubicBezTo>
                  <a:lnTo>
                    <a:pt x="13041" y="13101"/>
                  </a:lnTo>
                  <a:cubicBezTo>
                    <a:pt x="6658" y="6931"/>
                    <a:pt x="335" y="92"/>
                    <a:pt x="2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6_1">
    <p:spTree>
      <p:nvGrpSpPr>
        <p:cNvPr id="1514" name="Shape 1514"/>
        <p:cNvGrpSpPr/>
        <p:nvPr/>
      </p:nvGrpSpPr>
      <p:grpSpPr>
        <a:xfrm>
          <a:off x="0" y="0"/>
          <a:ext cx="0" cy="0"/>
          <a:chOff x="0" y="0"/>
          <a:chExt cx="0" cy="0"/>
        </a:xfrm>
      </p:grpSpPr>
      <p:grpSp>
        <p:nvGrpSpPr>
          <p:cNvPr id="1515" name="Google Shape;1515;p59"/>
          <p:cNvGrpSpPr/>
          <p:nvPr/>
        </p:nvGrpSpPr>
        <p:grpSpPr>
          <a:xfrm>
            <a:off x="-244" y="24"/>
            <a:ext cx="9144155" cy="5165694"/>
            <a:chOff x="-244" y="24"/>
            <a:chExt cx="9144155" cy="5165694"/>
          </a:xfrm>
        </p:grpSpPr>
        <p:sp>
          <p:nvSpPr>
            <p:cNvPr id="1516" name="Google Shape;1516;p59"/>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9"/>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59"/>
          <p:cNvGrpSpPr/>
          <p:nvPr/>
        </p:nvGrpSpPr>
        <p:grpSpPr>
          <a:xfrm>
            <a:off x="303630" y="306525"/>
            <a:ext cx="8536741" cy="4552701"/>
            <a:chOff x="2434200" y="841500"/>
            <a:chExt cx="4622450" cy="3053250"/>
          </a:xfrm>
        </p:grpSpPr>
        <p:sp>
          <p:nvSpPr>
            <p:cNvPr id="1519" name="Google Shape;1519;p59"/>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59"/>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59"/>
          <p:cNvSpPr txBox="1"/>
          <p:nvPr>
            <p:ph idx="1" type="subTitle"/>
          </p:nvPr>
        </p:nvSpPr>
        <p:spPr>
          <a:xfrm>
            <a:off x="1092025" y="2243425"/>
            <a:ext cx="2196600" cy="11199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22" name="Google Shape;1522;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23" name="Google Shape;1523;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524" name="Google Shape;1524;p59"/>
          <p:cNvGrpSpPr/>
          <p:nvPr/>
        </p:nvGrpSpPr>
        <p:grpSpPr>
          <a:xfrm>
            <a:off x="3807559" y="4469092"/>
            <a:ext cx="452039" cy="524114"/>
            <a:chOff x="5815634" y="1650855"/>
            <a:chExt cx="452039" cy="524114"/>
          </a:xfrm>
        </p:grpSpPr>
        <p:sp>
          <p:nvSpPr>
            <p:cNvPr id="1525" name="Google Shape;1525;p59"/>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59"/>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9"/>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9"/>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9"/>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59"/>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1">
    <p:spTree>
      <p:nvGrpSpPr>
        <p:cNvPr id="1531" name="Shape 1531"/>
        <p:cNvGrpSpPr/>
        <p:nvPr/>
      </p:nvGrpSpPr>
      <p:grpSpPr>
        <a:xfrm>
          <a:off x="0" y="0"/>
          <a:ext cx="0" cy="0"/>
          <a:chOff x="0" y="0"/>
          <a:chExt cx="0" cy="0"/>
        </a:xfrm>
      </p:grpSpPr>
      <p:grpSp>
        <p:nvGrpSpPr>
          <p:cNvPr id="1532" name="Google Shape;1532;p60"/>
          <p:cNvGrpSpPr/>
          <p:nvPr/>
        </p:nvGrpSpPr>
        <p:grpSpPr>
          <a:xfrm>
            <a:off x="-244" y="24"/>
            <a:ext cx="9144155" cy="5165694"/>
            <a:chOff x="-244" y="24"/>
            <a:chExt cx="9144155" cy="5165694"/>
          </a:xfrm>
        </p:grpSpPr>
        <p:sp>
          <p:nvSpPr>
            <p:cNvPr id="1533" name="Google Shape;1533;p60"/>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60"/>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5" name="Google Shape;1535;p60"/>
          <p:cNvGrpSpPr/>
          <p:nvPr/>
        </p:nvGrpSpPr>
        <p:grpSpPr>
          <a:xfrm>
            <a:off x="303630" y="306525"/>
            <a:ext cx="8536741" cy="4552701"/>
            <a:chOff x="2434200" y="841500"/>
            <a:chExt cx="4622450" cy="3053250"/>
          </a:xfrm>
        </p:grpSpPr>
        <p:sp>
          <p:nvSpPr>
            <p:cNvPr id="1536" name="Google Shape;1536;p60"/>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0"/>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8" name="Google Shape;1538;p60"/>
          <p:cNvSpPr txBox="1"/>
          <p:nvPr>
            <p:ph type="title"/>
          </p:nvPr>
        </p:nvSpPr>
        <p:spPr>
          <a:xfrm>
            <a:off x="720000" y="2554200"/>
            <a:ext cx="58641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39" name="Google Shape;1539;p60"/>
          <p:cNvSpPr txBox="1"/>
          <p:nvPr>
            <p:ph hasCustomPrompt="1" idx="2" type="title"/>
          </p:nvPr>
        </p:nvSpPr>
        <p:spPr>
          <a:xfrm>
            <a:off x="3040300"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10000"/>
              <a:buNone/>
              <a:defRPr sz="6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540" name="Google Shape;1540;p60"/>
          <p:cNvSpPr txBox="1"/>
          <p:nvPr>
            <p:ph idx="1" type="subTitle"/>
          </p:nvPr>
        </p:nvSpPr>
        <p:spPr>
          <a:xfrm>
            <a:off x="1224550" y="3478300"/>
            <a:ext cx="4854600" cy="589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1_1">
    <p:spTree>
      <p:nvGrpSpPr>
        <p:cNvPr id="1541" name="Shape 1541"/>
        <p:cNvGrpSpPr/>
        <p:nvPr/>
      </p:nvGrpSpPr>
      <p:grpSpPr>
        <a:xfrm>
          <a:off x="0" y="0"/>
          <a:ext cx="0" cy="0"/>
          <a:chOff x="0" y="0"/>
          <a:chExt cx="0" cy="0"/>
        </a:xfrm>
      </p:grpSpPr>
      <p:grpSp>
        <p:nvGrpSpPr>
          <p:cNvPr id="1542" name="Google Shape;1542;p61"/>
          <p:cNvGrpSpPr/>
          <p:nvPr/>
        </p:nvGrpSpPr>
        <p:grpSpPr>
          <a:xfrm>
            <a:off x="-244" y="24"/>
            <a:ext cx="9144155" cy="5165694"/>
            <a:chOff x="-244" y="24"/>
            <a:chExt cx="9144155" cy="5165694"/>
          </a:xfrm>
        </p:grpSpPr>
        <p:sp>
          <p:nvSpPr>
            <p:cNvPr id="1543" name="Google Shape;1543;p61"/>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61"/>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5" name="Google Shape;1545;p61"/>
          <p:cNvGrpSpPr/>
          <p:nvPr/>
        </p:nvGrpSpPr>
        <p:grpSpPr>
          <a:xfrm>
            <a:off x="303630" y="306525"/>
            <a:ext cx="8536741" cy="4552701"/>
            <a:chOff x="2434200" y="841500"/>
            <a:chExt cx="4622450" cy="3053250"/>
          </a:xfrm>
        </p:grpSpPr>
        <p:sp>
          <p:nvSpPr>
            <p:cNvPr id="1546" name="Google Shape;1546;p61"/>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61"/>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8" name="Google Shape;1548;p61"/>
          <p:cNvSpPr txBox="1"/>
          <p:nvPr>
            <p:ph type="title"/>
          </p:nvPr>
        </p:nvSpPr>
        <p:spPr>
          <a:xfrm>
            <a:off x="2566775" y="2554200"/>
            <a:ext cx="58641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49" name="Google Shape;1549;p61"/>
          <p:cNvSpPr txBox="1"/>
          <p:nvPr>
            <p:ph hasCustomPrompt="1" idx="2" type="title"/>
          </p:nvPr>
        </p:nvSpPr>
        <p:spPr>
          <a:xfrm>
            <a:off x="4887075"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10000"/>
              <a:buNone/>
              <a:defRPr sz="6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550" name="Google Shape;1550;p61"/>
          <p:cNvSpPr txBox="1"/>
          <p:nvPr>
            <p:ph idx="1" type="subTitle"/>
          </p:nvPr>
        </p:nvSpPr>
        <p:spPr>
          <a:xfrm>
            <a:off x="3071325" y="3396000"/>
            <a:ext cx="4854600" cy="598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grpSp>
        <p:nvGrpSpPr>
          <p:cNvPr id="1551" name="Google Shape;1551;p61"/>
          <p:cNvGrpSpPr/>
          <p:nvPr/>
        </p:nvGrpSpPr>
        <p:grpSpPr>
          <a:xfrm>
            <a:off x="2619284" y="4431317"/>
            <a:ext cx="452039" cy="524114"/>
            <a:chOff x="5815634" y="1650855"/>
            <a:chExt cx="452039" cy="524114"/>
          </a:xfrm>
        </p:grpSpPr>
        <p:sp>
          <p:nvSpPr>
            <p:cNvPr id="1552" name="Google Shape;1552;p61"/>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61"/>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61"/>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61"/>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61"/>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61"/>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8" name="Google Shape;1558;p61"/>
          <p:cNvGrpSpPr/>
          <p:nvPr/>
        </p:nvGrpSpPr>
        <p:grpSpPr>
          <a:xfrm>
            <a:off x="2415209" y="156705"/>
            <a:ext cx="452039" cy="524114"/>
            <a:chOff x="5815634" y="1650855"/>
            <a:chExt cx="452039" cy="524114"/>
          </a:xfrm>
        </p:grpSpPr>
        <p:sp>
          <p:nvSpPr>
            <p:cNvPr id="1559" name="Google Shape;1559;p61"/>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61"/>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61"/>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61"/>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61"/>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61"/>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1_1_1">
    <p:spTree>
      <p:nvGrpSpPr>
        <p:cNvPr id="1565" name="Shape 1565"/>
        <p:cNvGrpSpPr/>
        <p:nvPr/>
      </p:nvGrpSpPr>
      <p:grpSpPr>
        <a:xfrm>
          <a:off x="0" y="0"/>
          <a:ext cx="0" cy="0"/>
          <a:chOff x="0" y="0"/>
          <a:chExt cx="0" cy="0"/>
        </a:xfrm>
      </p:grpSpPr>
      <p:grpSp>
        <p:nvGrpSpPr>
          <p:cNvPr id="1566" name="Google Shape;1566;p62"/>
          <p:cNvGrpSpPr/>
          <p:nvPr/>
        </p:nvGrpSpPr>
        <p:grpSpPr>
          <a:xfrm>
            <a:off x="-244" y="24"/>
            <a:ext cx="9144155" cy="5165694"/>
            <a:chOff x="-244" y="24"/>
            <a:chExt cx="9144155" cy="5165694"/>
          </a:xfrm>
        </p:grpSpPr>
        <p:sp>
          <p:nvSpPr>
            <p:cNvPr id="1567" name="Google Shape;1567;p62"/>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62"/>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9" name="Google Shape;1569;p62"/>
          <p:cNvGrpSpPr/>
          <p:nvPr/>
        </p:nvGrpSpPr>
        <p:grpSpPr>
          <a:xfrm>
            <a:off x="303630" y="306525"/>
            <a:ext cx="8536741" cy="4552701"/>
            <a:chOff x="2434200" y="841500"/>
            <a:chExt cx="4622450" cy="3053250"/>
          </a:xfrm>
        </p:grpSpPr>
        <p:sp>
          <p:nvSpPr>
            <p:cNvPr id="1570" name="Google Shape;1570;p62"/>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62"/>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2" name="Google Shape;1572;p62"/>
          <p:cNvSpPr txBox="1"/>
          <p:nvPr>
            <p:ph type="title"/>
          </p:nvPr>
        </p:nvSpPr>
        <p:spPr>
          <a:xfrm>
            <a:off x="1243950" y="2554200"/>
            <a:ext cx="66561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73" name="Google Shape;1573;p62"/>
          <p:cNvSpPr txBox="1"/>
          <p:nvPr>
            <p:ph hasCustomPrompt="1" idx="2" type="title"/>
          </p:nvPr>
        </p:nvSpPr>
        <p:spPr>
          <a:xfrm>
            <a:off x="3960450" y="1149000"/>
            <a:ext cx="1223100" cy="1223100"/>
          </a:xfrm>
          <a:prstGeom prst="rect">
            <a:avLst/>
          </a:prstGeom>
          <a:solidFill>
            <a:schemeClr val="accent4"/>
          </a:solidFill>
          <a:ln>
            <a:noFill/>
          </a:ln>
        </p:spPr>
        <p:txBody>
          <a:bodyPr anchorCtr="0" anchor="ctr" bIns="91425" lIns="91425" spcFirstLastPara="1" rIns="91425" wrap="square" tIns="91425">
            <a:noAutofit/>
          </a:bodyPr>
          <a:lstStyle>
            <a:lvl1pPr lvl="0" algn="ctr">
              <a:spcBef>
                <a:spcPts val="0"/>
              </a:spcBef>
              <a:spcAft>
                <a:spcPts val="0"/>
              </a:spcAft>
              <a:buSzPts val="10000"/>
              <a:buNone/>
              <a:defRPr sz="6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574" name="Google Shape;1574;p62"/>
          <p:cNvSpPr txBox="1"/>
          <p:nvPr>
            <p:ph idx="1" type="subTitle"/>
          </p:nvPr>
        </p:nvSpPr>
        <p:spPr>
          <a:xfrm>
            <a:off x="2144700" y="3396000"/>
            <a:ext cx="4854600" cy="598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grpSp>
        <p:nvGrpSpPr>
          <p:cNvPr id="1575" name="Google Shape;1575;p62"/>
          <p:cNvGrpSpPr/>
          <p:nvPr/>
        </p:nvGrpSpPr>
        <p:grpSpPr>
          <a:xfrm>
            <a:off x="720009" y="4489817"/>
            <a:ext cx="452039" cy="524114"/>
            <a:chOff x="5815634" y="1650855"/>
            <a:chExt cx="452039" cy="524114"/>
          </a:xfrm>
        </p:grpSpPr>
        <p:sp>
          <p:nvSpPr>
            <p:cNvPr id="1576" name="Google Shape;1576;p6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6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6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6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6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6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2" name="Google Shape;1582;p62"/>
          <p:cNvGrpSpPr/>
          <p:nvPr/>
        </p:nvGrpSpPr>
        <p:grpSpPr>
          <a:xfrm>
            <a:off x="6307609" y="165417"/>
            <a:ext cx="452039" cy="524114"/>
            <a:chOff x="5815634" y="1650855"/>
            <a:chExt cx="452039" cy="524114"/>
          </a:xfrm>
        </p:grpSpPr>
        <p:sp>
          <p:nvSpPr>
            <p:cNvPr id="1583" name="Google Shape;1583;p62"/>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62"/>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62"/>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62"/>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62"/>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62"/>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1589" name="Shape 1589"/>
        <p:cNvGrpSpPr/>
        <p:nvPr/>
      </p:nvGrpSpPr>
      <p:grpSpPr>
        <a:xfrm>
          <a:off x="0" y="0"/>
          <a:ext cx="0" cy="0"/>
          <a:chOff x="0" y="0"/>
          <a:chExt cx="0" cy="0"/>
        </a:xfrm>
      </p:grpSpPr>
      <p:grpSp>
        <p:nvGrpSpPr>
          <p:cNvPr id="1590" name="Google Shape;1590;p63"/>
          <p:cNvGrpSpPr/>
          <p:nvPr/>
        </p:nvGrpSpPr>
        <p:grpSpPr>
          <a:xfrm>
            <a:off x="-244" y="24"/>
            <a:ext cx="9144155" cy="5165694"/>
            <a:chOff x="-244" y="24"/>
            <a:chExt cx="9144155" cy="5165694"/>
          </a:xfrm>
        </p:grpSpPr>
        <p:sp>
          <p:nvSpPr>
            <p:cNvPr id="1591" name="Google Shape;1591;p63"/>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63"/>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3" name="Google Shape;1593;p63"/>
          <p:cNvGrpSpPr/>
          <p:nvPr/>
        </p:nvGrpSpPr>
        <p:grpSpPr>
          <a:xfrm>
            <a:off x="303630" y="306525"/>
            <a:ext cx="8536741" cy="4552701"/>
            <a:chOff x="2434200" y="841500"/>
            <a:chExt cx="4622450" cy="3053250"/>
          </a:xfrm>
        </p:grpSpPr>
        <p:sp>
          <p:nvSpPr>
            <p:cNvPr id="1594" name="Google Shape;1594;p63"/>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63"/>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6" name="Google Shape;1596;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597" name="Google Shape;1597;p63"/>
          <p:cNvSpPr/>
          <p:nvPr/>
        </p:nvSpPr>
        <p:spPr>
          <a:xfrm rot="-5400000">
            <a:off x="8390397" y="31364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63"/>
          <p:cNvSpPr/>
          <p:nvPr/>
        </p:nvSpPr>
        <p:spPr>
          <a:xfrm flipH="1" rot="5400000">
            <a:off x="-150678" y="438989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1599" name="Shape 1599"/>
        <p:cNvGrpSpPr/>
        <p:nvPr/>
      </p:nvGrpSpPr>
      <p:grpSpPr>
        <a:xfrm>
          <a:off x="0" y="0"/>
          <a:ext cx="0" cy="0"/>
          <a:chOff x="0" y="0"/>
          <a:chExt cx="0" cy="0"/>
        </a:xfrm>
      </p:grpSpPr>
      <p:grpSp>
        <p:nvGrpSpPr>
          <p:cNvPr id="1600" name="Google Shape;1600;p64"/>
          <p:cNvGrpSpPr/>
          <p:nvPr/>
        </p:nvGrpSpPr>
        <p:grpSpPr>
          <a:xfrm>
            <a:off x="-244" y="24"/>
            <a:ext cx="9144155" cy="5165694"/>
            <a:chOff x="-244" y="24"/>
            <a:chExt cx="9144155" cy="5165694"/>
          </a:xfrm>
        </p:grpSpPr>
        <p:sp>
          <p:nvSpPr>
            <p:cNvPr id="1601" name="Google Shape;1601;p64"/>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64"/>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3" name="Google Shape;1603;p64"/>
          <p:cNvGrpSpPr/>
          <p:nvPr/>
        </p:nvGrpSpPr>
        <p:grpSpPr>
          <a:xfrm>
            <a:off x="303630" y="306525"/>
            <a:ext cx="8536741" cy="4552701"/>
            <a:chOff x="2434200" y="841500"/>
            <a:chExt cx="4622450" cy="3053250"/>
          </a:xfrm>
        </p:grpSpPr>
        <p:sp>
          <p:nvSpPr>
            <p:cNvPr id="1604" name="Google Shape;1604;p64"/>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64"/>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6" name="Google Shape;1606;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607" name="Google Shape;1607;p64"/>
          <p:cNvGrpSpPr/>
          <p:nvPr/>
        </p:nvGrpSpPr>
        <p:grpSpPr>
          <a:xfrm>
            <a:off x="8350335" y="19176"/>
            <a:ext cx="768895" cy="625639"/>
            <a:chOff x="481275" y="890825"/>
            <a:chExt cx="1708275" cy="1390000"/>
          </a:xfrm>
        </p:grpSpPr>
        <p:sp>
          <p:nvSpPr>
            <p:cNvPr id="1608" name="Google Shape;1608;p64"/>
            <p:cNvSpPr/>
            <p:nvPr/>
          </p:nvSpPr>
          <p:spPr>
            <a:xfrm>
              <a:off x="548150" y="907600"/>
              <a:ext cx="631500" cy="1102625"/>
            </a:xfrm>
            <a:custGeom>
              <a:rect b="b" l="l" r="r" t="t"/>
              <a:pathLst>
                <a:path extrusionOk="0" h="44105" w="25260">
                  <a:moveTo>
                    <a:pt x="17539" y="0"/>
                  </a:moveTo>
                  <a:lnTo>
                    <a:pt x="16353" y="608"/>
                  </a:lnTo>
                  <a:cubicBezTo>
                    <a:pt x="7295" y="5411"/>
                    <a:pt x="1399" y="13952"/>
                    <a:pt x="548" y="23527"/>
                  </a:cubicBezTo>
                  <a:cubicBezTo>
                    <a:pt x="0" y="29910"/>
                    <a:pt x="1885" y="37873"/>
                    <a:pt x="5107" y="42949"/>
                  </a:cubicBezTo>
                  <a:lnTo>
                    <a:pt x="5867" y="44104"/>
                  </a:lnTo>
                  <a:lnTo>
                    <a:pt x="19211" y="35533"/>
                  </a:lnTo>
                  <a:lnTo>
                    <a:pt x="18451" y="34347"/>
                  </a:lnTo>
                  <a:cubicBezTo>
                    <a:pt x="16900" y="31916"/>
                    <a:pt x="15958" y="27843"/>
                    <a:pt x="16201" y="24742"/>
                  </a:cubicBezTo>
                  <a:cubicBezTo>
                    <a:pt x="16627" y="20062"/>
                    <a:pt x="19514" y="15897"/>
                    <a:pt x="23952" y="13557"/>
                  </a:cubicBezTo>
                  <a:lnTo>
                    <a:pt x="25259" y="12888"/>
                  </a:lnTo>
                  <a:lnTo>
                    <a:pt x="17539"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64"/>
            <p:cNvSpPr/>
            <p:nvPr/>
          </p:nvSpPr>
          <p:spPr>
            <a:xfrm>
              <a:off x="481275" y="891650"/>
              <a:ext cx="1147475" cy="1389175"/>
            </a:xfrm>
            <a:custGeom>
              <a:rect b="b" l="l" r="r" t="t"/>
              <a:pathLst>
                <a:path extrusionOk="0" h="55567" w="45899">
                  <a:moveTo>
                    <a:pt x="37205" y="0"/>
                  </a:moveTo>
                  <a:cubicBezTo>
                    <a:pt x="13040" y="1307"/>
                    <a:pt x="1" y="26596"/>
                    <a:pt x="14408" y="43983"/>
                  </a:cubicBezTo>
                  <a:cubicBezTo>
                    <a:pt x="21136" y="51974"/>
                    <a:pt x="30147" y="55566"/>
                    <a:pt x="38857" y="55566"/>
                  </a:cubicBezTo>
                  <a:cubicBezTo>
                    <a:pt x="41244" y="55566"/>
                    <a:pt x="43609" y="55296"/>
                    <a:pt x="45898" y="54773"/>
                  </a:cubicBezTo>
                  <a:lnTo>
                    <a:pt x="42494" y="43010"/>
                  </a:lnTo>
                  <a:cubicBezTo>
                    <a:pt x="41180" y="43315"/>
                    <a:pt x="39825" y="43473"/>
                    <a:pt x="38458" y="43473"/>
                  </a:cubicBezTo>
                  <a:cubicBezTo>
                    <a:pt x="33562" y="43473"/>
                    <a:pt x="28521" y="41452"/>
                    <a:pt x="24743" y="36961"/>
                  </a:cubicBezTo>
                  <a:cubicBezTo>
                    <a:pt x="16597" y="27113"/>
                    <a:pt x="23983" y="12857"/>
                    <a:pt x="37570" y="12098"/>
                  </a:cubicBezTo>
                  <a:lnTo>
                    <a:pt x="37205" y="0"/>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64"/>
            <p:cNvSpPr/>
            <p:nvPr/>
          </p:nvSpPr>
          <p:spPr>
            <a:xfrm>
              <a:off x="1627200" y="948625"/>
              <a:ext cx="519025" cy="509150"/>
            </a:xfrm>
            <a:custGeom>
              <a:rect b="b" l="l" r="r" t="t"/>
              <a:pathLst>
                <a:path extrusionOk="0" h="20366" w="20761">
                  <a:moveTo>
                    <a:pt x="5958" y="1"/>
                  </a:moveTo>
                  <a:lnTo>
                    <a:pt x="0" y="11126"/>
                  </a:lnTo>
                  <a:cubicBezTo>
                    <a:pt x="3557" y="12585"/>
                    <a:pt x="6140" y="15259"/>
                    <a:pt x="7994" y="19424"/>
                  </a:cubicBezTo>
                  <a:cubicBezTo>
                    <a:pt x="8116" y="19697"/>
                    <a:pt x="8238" y="20001"/>
                    <a:pt x="8359" y="20366"/>
                  </a:cubicBezTo>
                  <a:lnTo>
                    <a:pt x="20761" y="16323"/>
                  </a:lnTo>
                  <a:cubicBezTo>
                    <a:pt x="20578" y="15776"/>
                    <a:pt x="20396" y="15199"/>
                    <a:pt x="20153" y="14712"/>
                  </a:cubicBezTo>
                  <a:cubicBezTo>
                    <a:pt x="16870" y="7357"/>
                    <a:pt x="12250" y="2584"/>
                    <a:pt x="595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64"/>
            <p:cNvSpPr/>
            <p:nvPr/>
          </p:nvSpPr>
          <p:spPr>
            <a:xfrm>
              <a:off x="1544375" y="1355925"/>
              <a:ext cx="645175" cy="906575"/>
            </a:xfrm>
            <a:custGeom>
              <a:rect b="b" l="l" r="r" t="t"/>
              <a:pathLst>
                <a:path extrusionOk="0" h="36263" w="25807">
                  <a:moveTo>
                    <a:pt x="24074" y="1"/>
                  </a:moveTo>
                  <a:lnTo>
                    <a:pt x="11672" y="4043"/>
                  </a:lnTo>
                  <a:cubicBezTo>
                    <a:pt x="12614" y="7022"/>
                    <a:pt x="12523" y="11521"/>
                    <a:pt x="11338" y="14773"/>
                  </a:cubicBezTo>
                  <a:cubicBezTo>
                    <a:pt x="9514" y="19910"/>
                    <a:pt x="5076" y="23345"/>
                    <a:pt x="0" y="24469"/>
                  </a:cubicBezTo>
                  <a:lnTo>
                    <a:pt x="3405" y="36263"/>
                  </a:lnTo>
                  <a:cubicBezTo>
                    <a:pt x="12432" y="34196"/>
                    <a:pt x="20244" y="28117"/>
                    <a:pt x="23526" y="19028"/>
                  </a:cubicBezTo>
                  <a:cubicBezTo>
                    <a:pt x="25593" y="13253"/>
                    <a:pt x="25806" y="5320"/>
                    <a:pt x="24074"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64"/>
            <p:cNvSpPr/>
            <p:nvPr/>
          </p:nvSpPr>
          <p:spPr>
            <a:xfrm>
              <a:off x="1411375" y="890825"/>
              <a:ext cx="364775" cy="335950"/>
            </a:xfrm>
            <a:custGeom>
              <a:rect b="b" l="l" r="r" t="t"/>
              <a:pathLst>
                <a:path extrusionOk="0" h="13438" w="14591">
                  <a:moveTo>
                    <a:pt x="1962" y="0"/>
                  </a:moveTo>
                  <a:cubicBezTo>
                    <a:pt x="1301" y="0"/>
                    <a:pt x="647" y="20"/>
                    <a:pt x="1" y="64"/>
                  </a:cubicBezTo>
                  <a:lnTo>
                    <a:pt x="366" y="12191"/>
                  </a:lnTo>
                  <a:cubicBezTo>
                    <a:pt x="845" y="12149"/>
                    <a:pt x="1332" y="12126"/>
                    <a:pt x="1824" y="12126"/>
                  </a:cubicBezTo>
                  <a:cubicBezTo>
                    <a:pt x="2393" y="12126"/>
                    <a:pt x="2971" y="12157"/>
                    <a:pt x="3557" y="12222"/>
                  </a:cubicBezTo>
                  <a:cubicBezTo>
                    <a:pt x="5442" y="12404"/>
                    <a:pt x="7114" y="12799"/>
                    <a:pt x="8633" y="13438"/>
                  </a:cubicBezTo>
                  <a:lnTo>
                    <a:pt x="14591" y="2313"/>
                  </a:lnTo>
                  <a:cubicBezTo>
                    <a:pt x="11916" y="1219"/>
                    <a:pt x="8968" y="519"/>
                    <a:pt x="5655" y="185"/>
                  </a:cubicBezTo>
                  <a:cubicBezTo>
                    <a:pt x="4398" y="67"/>
                    <a:pt x="3168" y="0"/>
                    <a:pt x="19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3" name="Google Shape;1613;p64"/>
          <p:cNvGrpSpPr/>
          <p:nvPr/>
        </p:nvGrpSpPr>
        <p:grpSpPr>
          <a:xfrm rot="-5400000">
            <a:off x="-580562" y="3738745"/>
            <a:ext cx="1955999" cy="703517"/>
            <a:chOff x="3365825" y="3411425"/>
            <a:chExt cx="3866375" cy="1390625"/>
          </a:xfrm>
        </p:grpSpPr>
        <p:sp>
          <p:nvSpPr>
            <p:cNvPr id="1614" name="Google Shape;1614;p64"/>
            <p:cNvSpPr/>
            <p:nvPr/>
          </p:nvSpPr>
          <p:spPr>
            <a:xfrm>
              <a:off x="3510200" y="4007200"/>
              <a:ext cx="1109475" cy="718100"/>
            </a:xfrm>
            <a:custGeom>
              <a:rect b="b" l="l" r="r" t="t"/>
              <a:pathLst>
                <a:path extrusionOk="0" h="28724" w="44379">
                  <a:moveTo>
                    <a:pt x="44227" y="0"/>
                  </a:moveTo>
                  <a:lnTo>
                    <a:pt x="42069" y="486"/>
                  </a:lnTo>
                  <a:lnTo>
                    <a:pt x="42221" y="1216"/>
                  </a:lnTo>
                  <a:lnTo>
                    <a:pt x="44379" y="730"/>
                  </a:lnTo>
                  <a:lnTo>
                    <a:pt x="44227" y="0"/>
                  </a:lnTo>
                  <a:close/>
                  <a:moveTo>
                    <a:pt x="40275" y="912"/>
                  </a:moveTo>
                  <a:lnTo>
                    <a:pt x="38117" y="1398"/>
                  </a:lnTo>
                  <a:lnTo>
                    <a:pt x="38269" y="2128"/>
                  </a:lnTo>
                  <a:lnTo>
                    <a:pt x="40427" y="1641"/>
                  </a:lnTo>
                  <a:lnTo>
                    <a:pt x="40275" y="912"/>
                  </a:lnTo>
                  <a:close/>
                  <a:moveTo>
                    <a:pt x="36293" y="1824"/>
                  </a:moveTo>
                  <a:lnTo>
                    <a:pt x="34135" y="2310"/>
                  </a:lnTo>
                  <a:lnTo>
                    <a:pt x="34287" y="3040"/>
                  </a:lnTo>
                  <a:lnTo>
                    <a:pt x="36445" y="2553"/>
                  </a:lnTo>
                  <a:lnTo>
                    <a:pt x="36293" y="1824"/>
                  </a:lnTo>
                  <a:close/>
                  <a:moveTo>
                    <a:pt x="32312" y="2736"/>
                  </a:moveTo>
                  <a:lnTo>
                    <a:pt x="30153" y="3222"/>
                  </a:lnTo>
                  <a:lnTo>
                    <a:pt x="30305" y="3951"/>
                  </a:lnTo>
                  <a:lnTo>
                    <a:pt x="32464" y="3465"/>
                  </a:lnTo>
                  <a:lnTo>
                    <a:pt x="32312" y="2736"/>
                  </a:lnTo>
                  <a:close/>
                  <a:moveTo>
                    <a:pt x="28330" y="3617"/>
                  </a:moveTo>
                  <a:lnTo>
                    <a:pt x="26901" y="3951"/>
                  </a:lnTo>
                  <a:lnTo>
                    <a:pt x="26293" y="4863"/>
                  </a:lnTo>
                  <a:lnTo>
                    <a:pt x="26962" y="5289"/>
                  </a:lnTo>
                  <a:lnTo>
                    <a:pt x="27357" y="4590"/>
                  </a:lnTo>
                  <a:lnTo>
                    <a:pt x="28482" y="4316"/>
                  </a:lnTo>
                  <a:lnTo>
                    <a:pt x="28330" y="3617"/>
                  </a:lnTo>
                  <a:close/>
                  <a:moveTo>
                    <a:pt x="25229" y="6413"/>
                  </a:moveTo>
                  <a:lnTo>
                    <a:pt x="24014" y="8268"/>
                  </a:lnTo>
                  <a:lnTo>
                    <a:pt x="24682" y="8693"/>
                  </a:lnTo>
                  <a:lnTo>
                    <a:pt x="25898" y="6839"/>
                  </a:lnTo>
                  <a:lnTo>
                    <a:pt x="25229" y="6413"/>
                  </a:lnTo>
                  <a:close/>
                  <a:moveTo>
                    <a:pt x="23010" y="9787"/>
                  </a:moveTo>
                  <a:lnTo>
                    <a:pt x="21795" y="11672"/>
                  </a:lnTo>
                  <a:lnTo>
                    <a:pt x="22433" y="12067"/>
                  </a:lnTo>
                  <a:lnTo>
                    <a:pt x="23649" y="10213"/>
                  </a:lnTo>
                  <a:lnTo>
                    <a:pt x="23010" y="9787"/>
                  </a:lnTo>
                  <a:close/>
                  <a:moveTo>
                    <a:pt x="20761" y="13222"/>
                  </a:moveTo>
                  <a:lnTo>
                    <a:pt x="19545" y="15076"/>
                  </a:lnTo>
                  <a:lnTo>
                    <a:pt x="20184" y="15502"/>
                  </a:lnTo>
                  <a:lnTo>
                    <a:pt x="21399" y="13648"/>
                  </a:lnTo>
                  <a:lnTo>
                    <a:pt x="20761" y="13222"/>
                  </a:lnTo>
                  <a:close/>
                  <a:moveTo>
                    <a:pt x="18481" y="16626"/>
                  </a:moveTo>
                  <a:lnTo>
                    <a:pt x="17266" y="18511"/>
                  </a:lnTo>
                  <a:lnTo>
                    <a:pt x="17904" y="18906"/>
                  </a:lnTo>
                  <a:lnTo>
                    <a:pt x="19120" y="17052"/>
                  </a:lnTo>
                  <a:lnTo>
                    <a:pt x="18481" y="16626"/>
                  </a:lnTo>
                  <a:close/>
                  <a:moveTo>
                    <a:pt x="16263" y="20031"/>
                  </a:moveTo>
                  <a:lnTo>
                    <a:pt x="15472" y="21247"/>
                  </a:lnTo>
                  <a:lnTo>
                    <a:pt x="14986" y="21459"/>
                  </a:lnTo>
                  <a:lnTo>
                    <a:pt x="15290" y="22158"/>
                  </a:lnTo>
                  <a:lnTo>
                    <a:pt x="15959" y="21854"/>
                  </a:lnTo>
                  <a:lnTo>
                    <a:pt x="16931" y="20426"/>
                  </a:lnTo>
                  <a:lnTo>
                    <a:pt x="16263" y="20031"/>
                  </a:lnTo>
                  <a:close/>
                  <a:moveTo>
                    <a:pt x="13284" y="22219"/>
                  </a:moveTo>
                  <a:lnTo>
                    <a:pt x="11217" y="23131"/>
                  </a:lnTo>
                  <a:lnTo>
                    <a:pt x="11521" y="23830"/>
                  </a:lnTo>
                  <a:lnTo>
                    <a:pt x="13588" y="22918"/>
                  </a:lnTo>
                  <a:lnTo>
                    <a:pt x="13284" y="22219"/>
                  </a:lnTo>
                  <a:close/>
                  <a:moveTo>
                    <a:pt x="9545" y="23861"/>
                  </a:moveTo>
                  <a:lnTo>
                    <a:pt x="7509" y="24772"/>
                  </a:lnTo>
                  <a:lnTo>
                    <a:pt x="7813" y="25441"/>
                  </a:lnTo>
                  <a:lnTo>
                    <a:pt x="9849" y="24529"/>
                  </a:lnTo>
                  <a:lnTo>
                    <a:pt x="9545" y="23861"/>
                  </a:lnTo>
                  <a:close/>
                  <a:moveTo>
                    <a:pt x="5776" y="25502"/>
                  </a:moveTo>
                  <a:lnTo>
                    <a:pt x="3740" y="26414"/>
                  </a:lnTo>
                  <a:lnTo>
                    <a:pt x="4044" y="27082"/>
                  </a:lnTo>
                  <a:lnTo>
                    <a:pt x="6080" y="26171"/>
                  </a:lnTo>
                  <a:lnTo>
                    <a:pt x="5776" y="25502"/>
                  </a:lnTo>
                  <a:close/>
                  <a:moveTo>
                    <a:pt x="2068" y="27113"/>
                  </a:moveTo>
                  <a:lnTo>
                    <a:pt x="1" y="28025"/>
                  </a:lnTo>
                  <a:lnTo>
                    <a:pt x="305" y="28724"/>
                  </a:lnTo>
                  <a:lnTo>
                    <a:pt x="2372" y="27812"/>
                  </a:lnTo>
                  <a:lnTo>
                    <a:pt x="2068" y="27113"/>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64"/>
            <p:cNvSpPr/>
            <p:nvPr/>
          </p:nvSpPr>
          <p:spPr>
            <a:xfrm>
              <a:off x="4717675" y="3584700"/>
              <a:ext cx="193050" cy="349575"/>
            </a:xfrm>
            <a:custGeom>
              <a:rect b="b" l="l" r="r" t="t"/>
              <a:pathLst>
                <a:path extrusionOk="0" h="13983" w="7722">
                  <a:moveTo>
                    <a:pt x="7022" y="0"/>
                  </a:moveTo>
                  <a:lnTo>
                    <a:pt x="5958" y="2067"/>
                  </a:lnTo>
                  <a:lnTo>
                    <a:pt x="6657" y="2432"/>
                  </a:lnTo>
                  <a:lnTo>
                    <a:pt x="7721" y="334"/>
                  </a:lnTo>
                  <a:lnTo>
                    <a:pt x="7022" y="0"/>
                  </a:lnTo>
                  <a:close/>
                  <a:moveTo>
                    <a:pt x="5046" y="3860"/>
                  </a:moveTo>
                  <a:lnTo>
                    <a:pt x="3983" y="5958"/>
                  </a:lnTo>
                  <a:lnTo>
                    <a:pt x="4682" y="6292"/>
                  </a:lnTo>
                  <a:lnTo>
                    <a:pt x="5745" y="4195"/>
                  </a:lnTo>
                  <a:lnTo>
                    <a:pt x="5046" y="3860"/>
                  </a:lnTo>
                  <a:close/>
                  <a:moveTo>
                    <a:pt x="3071" y="7690"/>
                  </a:moveTo>
                  <a:lnTo>
                    <a:pt x="2007" y="9787"/>
                  </a:lnTo>
                  <a:lnTo>
                    <a:pt x="2706" y="10122"/>
                  </a:lnTo>
                  <a:lnTo>
                    <a:pt x="3770" y="8055"/>
                  </a:lnTo>
                  <a:lnTo>
                    <a:pt x="3071" y="7690"/>
                  </a:lnTo>
                  <a:close/>
                  <a:moveTo>
                    <a:pt x="1065" y="11550"/>
                  </a:moveTo>
                  <a:lnTo>
                    <a:pt x="1" y="13617"/>
                  </a:lnTo>
                  <a:lnTo>
                    <a:pt x="700" y="13982"/>
                  </a:lnTo>
                  <a:lnTo>
                    <a:pt x="1764" y="11885"/>
                  </a:lnTo>
                  <a:lnTo>
                    <a:pt x="1065" y="1155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64"/>
            <p:cNvSpPr/>
            <p:nvPr/>
          </p:nvSpPr>
          <p:spPr>
            <a:xfrm>
              <a:off x="5012525" y="3452475"/>
              <a:ext cx="466600" cy="68400"/>
            </a:xfrm>
            <a:custGeom>
              <a:rect b="b" l="l" r="r" t="t"/>
              <a:pathLst>
                <a:path extrusionOk="0" h="2736" w="18664">
                  <a:moveTo>
                    <a:pt x="18602" y="0"/>
                  </a:moveTo>
                  <a:lnTo>
                    <a:pt x="16353" y="213"/>
                  </a:lnTo>
                  <a:lnTo>
                    <a:pt x="16444" y="973"/>
                  </a:lnTo>
                  <a:lnTo>
                    <a:pt x="18663" y="760"/>
                  </a:lnTo>
                  <a:lnTo>
                    <a:pt x="18602" y="0"/>
                  </a:lnTo>
                  <a:close/>
                  <a:moveTo>
                    <a:pt x="14529" y="456"/>
                  </a:moveTo>
                  <a:lnTo>
                    <a:pt x="12310" y="669"/>
                  </a:lnTo>
                  <a:lnTo>
                    <a:pt x="12371" y="1429"/>
                  </a:lnTo>
                  <a:lnTo>
                    <a:pt x="14621" y="1216"/>
                  </a:lnTo>
                  <a:lnTo>
                    <a:pt x="14529" y="456"/>
                  </a:lnTo>
                  <a:close/>
                  <a:moveTo>
                    <a:pt x="10426" y="882"/>
                  </a:moveTo>
                  <a:lnTo>
                    <a:pt x="8177" y="1094"/>
                  </a:lnTo>
                  <a:lnTo>
                    <a:pt x="8268" y="1854"/>
                  </a:lnTo>
                  <a:lnTo>
                    <a:pt x="10517" y="1642"/>
                  </a:lnTo>
                  <a:lnTo>
                    <a:pt x="10426" y="882"/>
                  </a:lnTo>
                  <a:close/>
                  <a:moveTo>
                    <a:pt x="6323" y="1307"/>
                  </a:moveTo>
                  <a:lnTo>
                    <a:pt x="4104" y="1550"/>
                  </a:lnTo>
                  <a:lnTo>
                    <a:pt x="4164" y="2310"/>
                  </a:lnTo>
                  <a:lnTo>
                    <a:pt x="6414" y="2067"/>
                  </a:lnTo>
                  <a:lnTo>
                    <a:pt x="6323" y="1307"/>
                  </a:lnTo>
                  <a:close/>
                  <a:moveTo>
                    <a:pt x="2219" y="1733"/>
                  </a:moveTo>
                  <a:lnTo>
                    <a:pt x="0" y="1976"/>
                  </a:lnTo>
                  <a:lnTo>
                    <a:pt x="61" y="2736"/>
                  </a:lnTo>
                  <a:lnTo>
                    <a:pt x="2310" y="2493"/>
                  </a:lnTo>
                  <a:lnTo>
                    <a:pt x="2219" y="1733"/>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64"/>
            <p:cNvSpPr/>
            <p:nvPr/>
          </p:nvSpPr>
          <p:spPr>
            <a:xfrm>
              <a:off x="5571800" y="3520850"/>
              <a:ext cx="449875" cy="869350"/>
            </a:xfrm>
            <a:custGeom>
              <a:rect b="b" l="l" r="r" t="t"/>
              <a:pathLst>
                <a:path extrusionOk="0" h="34774" w="17995">
                  <a:moveTo>
                    <a:pt x="730" y="1"/>
                  </a:moveTo>
                  <a:lnTo>
                    <a:pt x="0" y="274"/>
                  </a:lnTo>
                  <a:lnTo>
                    <a:pt x="791" y="2311"/>
                  </a:lnTo>
                  <a:lnTo>
                    <a:pt x="1520" y="2037"/>
                  </a:lnTo>
                  <a:lnTo>
                    <a:pt x="730" y="1"/>
                  </a:lnTo>
                  <a:close/>
                  <a:moveTo>
                    <a:pt x="2159" y="3800"/>
                  </a:moveTo>
                  <a:lnTo>
                    <a:pt x="1429" y="4074"/>
                  </a:lnTo>
                  <a:lnTo>
                    <a:pt x="2250" y="6110"/>
                  </a:lnTo>
                  <a:lnTo>
                    <a:pt x="2949" y="5837"/>
                  </a:lnTo>
                  <a:lnTo>
                    <a:pt x="2159" y="3800"/>
                  </a:lnTo>
                  <a:close/>
                  <a:moveTo>
                    <a:pt x="3618" y="7600"/>
                  </a:moveTo>
                  <a:lnTo>
                    <a:pt x="2888" y="7873"/>
                  </a:lnTo>
                  <a:lnTo>
                    <a:pt x="3678" y="9910"/>
                  </a:lnTo>
                  <a:lnTo>
                    <a:pt x="4408" y="9636"/>
                  </a:lnTo>
                  <a:lnTo>
                    <a:pt x="3618" y="7600"/>
                  </a:lnTo>
                  <a:close/>
                  <a:moveTo>
                    <a:pt x="5077" y="11399"/>
                  </a:moveTo>
                  <a:lnTo>
                    <a:pt x="4377" y="11673"/>
                  </a:lnTo>
                  <a:lnTo>
                    <a:pt x="5168" y="13709"/>
                  </a:lnTo>
                  <a:lnTo>
                    <a:pt x="5897" y="13436"/>
                  </a:lnTo>
                  <a:lnTo>
                    <a:pt x="5077" y="11399"/>
                  </a:lnTo>
                  <a:close/>
                  <a:moveTo>
                    <a:pt x="6536" y="15168"/>
                  </a:moveTo>
                  <a:lnTo>
                    <a:pt x="5806" y="15411"/>
                  </a:lnTo>
                  <a:lnTo>
                    <a:pt x="6596" y="17478"/>
                  </a:lnTo>
                  <a:lnTo>
                    <a:pt x="7326" y="17205"/>
                  </a:lnTo>
                  <a:lnTo>
                    <a:pt x="6536" y="15168"/>
                  </a:lnTo>
                  <a:close/>
                  <a:moveTo>
                    <a:pt x="7964" y="18846"/>
                  </a:moveTo>
                  <a:lnTo>
                    <a:pt x="7326" y="19272"/>
                  </a:lnTo>
                  <a:lnTo>
                    <a:pt x="8542" y="21126"/>
                  </a:lnTo>
                  <a:lnTo>
                    <a:pt x="9180" y="20700"/>
                  </a:lnTo>
                  <a:lnTo>
                    <a:pt x="7964" y="18846"/>
                  </a:lnTo>
                  <a:close/>
                  <a:moveTo>
                    <a:pt x="10183" y="22220"/>
                  </a:moveTo>
                  <a:lnTo>
                    <a:pt x="9514" y="22646"/>
                  </a:lnTo>
                  <a:lnTo>
                    <a:pt x="10730" y="24500"/>
                  </a:lnTo>
                  <a:lnTo>
                    <a:pt x="11399" y="24074"/>
                  </a:lnTo>
                  <a:lnTo>
                    <a:pt x="10183" y="22220"/>
                  </a:lnTo>
                  <a:close/>
                  <a:moveTo>
                    <a:pt x="12371" y="25655"/>
                  </a:moveTo>
                  <a:lnTo>
                    <a:pt x="11733" y="26050"/>
                  </a:lnTo>
                  <a:lnTo>
                    <a:pt x="12949" y="27934"/>
                  </a:lnTo>
                  <a:lnTo>
                    <a:pt x="13587" y="27509"/>
                  </a:lnTo>
                  <a:lnTo>
                    <a:pt x="12371" y="25655"/>
                  </a:lnTo>
                  <a:close/>
                  <a:moveTo>
                    <a:pt x="14590" y="29059"/>
                  </a:moveTo>
                  <a:lnTo>
                    <a:pt x="13922" y="29485"/>
                  </a:lnTo>
                  <a:lnTo>
                    <a:pt x="15168" y="31339"/>
                  </a:lnTo>
                  <a:lnTo>
                    <a:pt x="15806" y="30913"/>
                  </a:lnTo>
                  <a:lnTo>
                    <a:pt x="14590" y="29059"/>
                  </a:lnTo>
                  <a:close/>
                  <a:moveTo>
                    <a:pt x="16779" y="32494"/>
                  </a:moveTo>
                  <a:lnTo>
                    <a:pt x="16141" y="32889"/>
                  </a:lnTo>
                  <a:lnTo>
                    <a:pt x="17356" y="34773"/>
                  </a:lnTo>
                  <a:lnTo>
                    <a:pt x="17995" y="34348"/>
                  </a:lnTo>
                  <a:lnTo>
                    <a:pt x="16779" y="32494"/>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64"/>
            <p:cNvSpPr/>
            <p:nvPr/>
          </p:nvSpPr>
          <p:spPr>
            <a:xfrm>
              <a:off x="6109050" y="4086975"/>
              <a:ext cx="815375" cy="320700"/>
            </a:xfrm>
            <a:custGeom>
              <a:rect b="b" l="l" r="r" t="t"/>
              <a:pathLst>
                <a:path extrusionOk="0" h="12828" w="32615">
                  <a:moveTo>
                    <a:pt x="32524" y="1"/>
                  </a:moveTo>
                  <a:lnTo>
                    <a:pt x="30244" y="213"/>
                  </a:lnTo>
                  <a:lnTo>
                    <a:pt x="30335" y="973"/>
                  </a:lnTo>
                  <a:lnTo>
                    <a:pt x="32615" y="760"/>
                  </a:lnTo>
                  <a:lnTo>
                    <a:pt x="32524" y="1"/>
                  </a:lnTo>
                  <a:close/>
                  <a:moveTo>
                    <a:pt x="28359" y="396"/>
                  </a:moveTo>
                  <a:lnTo>
                    <a:pt x="26080" y="639"/>
                  </a:lnTo>
                  <a:lnTo>
                    <a:pt x="26141" y="1399"/>
                  </a:lnTo>
                  <a:lnTo>
                    <a:pt x="28420" y="1156"/>
                  </a:lnTo>
                  <a:lnTo>
                    <a:pt x="28359" y="396"/>
                  </a:lnTo>
                  <a:close/>
                  <a:moveTo>
                    <a:pt x="24165" y="791"/>
                  </a:moveTo>
                  <a:lnTo>
                    <a:pt x="21885" y="1034"/>
                  </a:lnTo>
                  <a:lnTo>
                    <a:pt x="21976" y="1794"/>
                  </a:lnTo>
                  <a:lnTo>
                    <a:pt x="24256" y="1551"/>
                  </a:lnTo>
                  <a:lnTo>
                    <a:pt x="24165" y="791"/>
                  </a:lnTo>
                  <a:close/>
                  <a:moveTo>
                    <a:pt x="19940" y="1216"/>
                  </a:moveTo>
                  <a:lnTo>
                    <a:pt x="17660" y="1429"/>
                  </a:lnTo>
                  <a:lnTo>
                    <a:pt x="17751" y="2189"/>
                  </a:lnTo>
                  <a:lnTo>
                    <a:pt x="20031" y="1976"/>
                  </a:lnTo>
                  <a:lnTo>
                    <a:pt x="19940" y="1216"/>
                  </a:lnTo>
                  <a:close/>
                  <a:moveTo>
                    <a:pt x="15776" y="1642"/>
                  </a:moveTo>
                  <a:lnTo>
                    <a:pt x="13496" y="1855"/>
                  </a:lnTo>
                  <a:lnTo>
                    <a:pt x="13557" y="2615"/>
                  </a:lnTo>
                  <a:lnTo>
                    <a:pt x="15867" y="2402"/>
                  </a:lnTo>
                  <a:lnTo>
                    <a:pt x="15776" y="1642"/>
                  </a:lnTo>
                  <a:close/>
                  <a:moveTo>
                    <a:pt x="11794" y="3071"/>
                  </a:moveTo>
                  <a:lnTo>
                    <a:pt x="9970" y="4469"/>
                  </a:lnTo>
                  <a:lnTo>
                    <a:pt x="10426" y="5077"/>
                  </a:lnTo>
                  <a:lnTo>
                    <a:pt x="12250" y="3678"/>
                  </a:lnTo>
                  <a:lnTo>
                    <a:pt x="11794" y="3071"/>
                  </a:lnTo>
                  <a:close/>
                  <a:moveTo>
                    <a:pt x="8481" y="5654"/>
                  </a:moveTo>
                  <a:lnTo>
                    <a:pt x="6657" y="7052"/>
                  </a:lnTo>
                  <a:lnTo>
                    <a:pt x="7113" y="7660"/>
                  </a:lnTo>
                  <a:lnTo>
                    <a:pt x="8937" y="6262"/>
                  </a:lnTo>
                  <a:lnTo>
                    <a:pt x="8481" y="5654"/>
                  </a:lnTo>
                  <a:close/>
                  <a:moveTo>
                    <a:pt x="5167" y="8238"/>
                  </a:moveTo>
                  <a:lnTo>
                    <a:pt x="3344" y="9636"/>
                  </a:lnTo>
                  <a:lnTo>
                    <a:pt x="3800" y="10244"/>
                  </a:lnTo>
                  <a:lnTo>
                    <a:pt x="5623" y="8846"/>
                  </a:lnTo>
                  <a:lnTo>
                    <a:pt x="5167" y="8238"/>
                  </a:lnTo>
                  <a:close/>
                  <a:moveTo>
                    <a:pt x="1824" y="10821"/>
                  </a:moveTo>
                  <a:lnTo>
                    <a:pt x="0" y="12220"/>
                  </a:lnTo>
                  <a:lnTo>
                    <a:pt x="456" y="12827"/>
                  </a:lnTo>
                  <a:lnTo>
                    <a:pt x="2280" y="11429"/>
                  </a:lnTo>
                  <a:lnTo>
                    <a:pt x="1824" y="1082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64"/>
            <p:cNvSpPr/>
            <p:nvPr/>
          </p:nvSpPr>
          <p:spPr>
            <a:xfrm>
              <a:off x="3365825" y="4716925"/>
              <a:ext cx="85900" cy="85125"/>
            </a:xfrm>
            <a:custGeom>
              <a:rect b="b" l="l" r="r" t="t"/>
              <a:pathLst>
                <a:path extrusionOk="0" h="3405" w="3436">
                  <a:moveTo>
                    <a:pt x="1733" y="0"/>
                  </a:moveTo>
                  <a:cubicBezTo>
                    <a:pt x="761" y="0"/>
                    <a:pt x="1" y="760"/>
                    <a:pt x="1" y="1703"/>
                  </a:cubicBezTo>
                  <a:cubicBezTo>
                    <a:pt x="1" y="2645"/>
                    <a:pt x="761" y="3405"/>
                    <a:pt x="1733" y="3405"/>
                  </a:cubicBezTo>
                  <a:cubicBezTo>
                    <a:pt x="2676" y="3405"/>
                    <a:pt x="3435" y="2645"/>
                    <a:pt x="3435" y="1703"/>
                  </a:cubicBezTo>
                  <a:cubicBezTo>
                    <a:pt x="3435" y="760"/>
                    <a:pt x="2676" y="0"/>
                    <a:pt x="17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64"/>
            <p:cNvSpPr/>
            <p:nvPr/>
          </p:nvSpPr>
          <p:spPr>
            <a:xfrm>
              <a:off x="3855950" y="4495025"/>
              <a:ext cx="85900" cy="85900"/>
            </a:xfrm>
            <a:custGeom>
              <a:rect b="b" l="l" r="r" t="t"/>
              <a:pathLst>
                <a:path extrusionOk="0" h="3436" w="3436">
                  <a:moveTo>
                    <a:pt x="1703" y="1"/>
                  </a:moveTo>
                  <a:cubicBezTo>
                    <a:pt x="761" y="1"/>
                    <a:pt x="1" y="761"/>
                    <a:pt x="1" y="1734"/>
                  </a:cubicBezTo>
                  <a:cubicBezTo>
                    <a:pt x="1" y="2676"/>
                    <a:pt x="761" y="3436"/>
                    <a:pt x="1703" y="3436"/>
                  </a:cubicBezTo>
                  <a:cubicBezTo>
                    <a:pt x="2676" y="3436"/>
                    <a:pt x="3436" y="2676"/>
                    <a:pt x="3436" y="1734"/>
                  </a:cubicBezTo>
                  <a:cubicBezTo>
                    <a:pt x="3436" y="761"/>
                    <a:pt x="2676" y="1"/>
                    <a:pt x="1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64"/>
            <p:cNvSpPr/>
            <p:nvPr/>
          </p:nvSpPr>
          <p:spPr>
            <a:xfrm>
              <a:off x="4145475" y="4071775"/>
              <a:ext cx="85900" cy="85125"/>
            </a:xfrm>
            <a:custGeom>
              <a:rect b="b" l="l" r="r" t="t"/>
              <a:pathLst>
                <a:path extrusionOk="0" h="3405" w="3436">
                  <a:moveTo>
                    <a:pt x="1733" y="1"/>
                  </a:moveTo>
                  <a:cubicBezTo>
                    <a:pt x="791" y="1"/>
                    <a:pt x="1" y="761"/>
                    <a:pt x="1" y="1703"/>
                  </a:cubicBezTo>
                  <a:cubicBezTo>
                    <a:pt x="1" y="2645"/>
                    <a:pt x="791" y="3405"/>
                    <a:pt x="1733" y="3405"/>
                  </a:cubicBezTo>
                  <a:cubicBezTo>
                    <a:pt x="2676" y="3405"/>
                    <a:pt x="3435" y="2645"/>
                    <a:pt x="3435" y="1703"/>
                  </a:cubicBezTo>
                  <a:cubicBezTo>
                    <a:pt x="3435" y="761"/>
                    <a:pt x="2676" y="1"/>
                    <a:pt x="17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64"/>
            <p:cNvSpPr/>
            <p:nvPr/>
          </p:nvSpPr>
          <p:spPr>
            <a:xfrm>
              <a:off x="4648525" y="3955525"/>
              <a:ext cx="85125" cy="85875"/>
            </a:xfrm>
            <a:custGeom>
              <a:rect b="b" l="l" r="r" t="t"/>
              <a:pathLst>
                <a:path extrusionOk="0" h="3435" w="3405">
                  <a:moveTo>
                    <a:pt x="1703" y="0"/>
                  </a:moveTo>
                  <a:cubicBezTo>
                    <a:pt x="761" y="0"/>
                    <a:pt x="1" y="760"/>
                    <a:pt x="1" y="1702"/>
                  </a:cubicBezTo>
                  <a:cubicBezTo>
                    <a:pt x="1" y="2675"/>
                    <a:pt x="761" y="3435"/>
                    <a:pt x="1703" y="3435"/>
                  </a:cubicBezTo>
                  <a:cubicBezTo>
                    <a:pt x="2645" y="3435"/>
                    <a:pt x="3405" y="2675"/>
                    <a:pt x="3405" y="1702"/>
                  </a:cubicBezTo>
                  <a:cubicBezTo>
                    <a:pt x="3405" y="760"/>
                    <a:pt x="2645" y="0"/>
                    <a:pt x="1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64"/>
            <p:cNvSpPr/>
            <p:nvPr/>
          </p:nvSpPr>
          <p:spPr>
            <a:xfrm>
              <a:off x="4895500" y="3476775"/>
              <a:ext cx="85125" cy="85900"/>
            </a:xfrm>
            <a:custGeom>
              <a:rect b="b" l="l" r="r" t="t"/>
              <a:pathLst>
                <a:path extrusionOk="0" h="3436" w="3405">
                  <a:moveTo>
                    <a:pt x="1702" y="1"/>
                  </a:moveTo>
                  <a:cubicBezTo>
                    <a:pt x="760" y="1"/>
                    <a:pt x="0" y="761"/>
                    <a:pt x="0" y="1733"/>
                  </a:cubicBezTo>
                  <a:cubicBezTo>
                    <a:pt x="0" y="2676"/>
                    <a:pt x="760" y="3436"/>
                    <a:pt x="1702" y="3436"/>
                  </a:cubicBezTo>
                  <a:cubicBezTo>
                    <a:pt x="2645" y="3436"/>
                    <a:pt x="3405" y="2676"/>
                    <a:pt x="3405" y="1733"/>
                  </a:cubicBezTo>
                  <a:cubicBezTo>
                    <a:pt x="3405" y="761"/>
                    <a:pt x="2645" y="1"/>
                    <a:pt x="17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64"/>
            <p:cNvSpPr/>
            <p:nvPr/>
          </p:nvSpPr>
          <p:spPr>
            <a:xfrm>
              <a:off x="5511000" y="3411425"/>
              <a:ext cx="85150" cy="85900"/>
            </a:xfrm>
            <a:custGeom>
              <a:rect b="b" l="l" r="r" t="t"/>
              <a:pathLst>
                <a:path extrusionOk="0" h="3436" w="3406">
                  <a:moveTo>
                    <a:pt x="1703" y="1"/>
                  </a:moveTo>
                  <a:cubicBezTo>
                    <a:pt x="761" y="1"/>
                    <a:pt x="1" y="761"/>
                    <a:pt x="1" y="1703"/>
                  </a:cubicBezTo>
                  <a:cubicBezTo>
                    <a:pt x="1" y="2645"/>
                    <a:pt x="761" y="3436"/>
                    <a:pt x="1703" y="3436"/>
                  </a:cubicBezTo>
                  <a:cubicBezTo>
                    <a:pt x="2645" y="3436"/>
                    <a:pt x="3405" y="2645"/>
                    <a:pt x="3405" y="1703"/>
                  </a:cubicBezTo>
                  <a:cubicBezTo>
                    <a:pt x="3405" y="761"/>
                    <a:pt x="2645" y="1"/>
                    <a:pt x="1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64"/>
            <p:cNvSpPr/>
            <p:nvPr/>
          </p:nvSpPr>
          <p:spPr>
            <a:xfrm>
              <a:off x="5723775" y="3943350"/>
              <a:ext cx="85125" cy="85900"/>
            </a:xfrm>
            <a:custGeom>
              <a:rect b="b" l="l" r="r" t="t"/>
              <a:pathLst>
                <a:path extrusionOk="0" h="3436" w="3405">
                  <a:moveTo>
                    <a:pt x="1703" y="1"/>
                  </a:moveTo>
                  <a:cubicBezTo>
                    <a:pt x="760" y="1"/>
                    <a:pt x="1" y="761"/>
                    <a:pt x="1" y="1703"/>
                  </a:cubicBezTo>
                  <a:cubicBezTo>
                    <a:pt x="1" y="2645"/>
                    <a:pt x="760" y="3435"/>
                    <a:pt x="1703" y="3435"/>
                  </a:cubicBezTo>
                  <a:cubicBezTo>
                    <a:pt x="2645" y="3435"/>
                    <a:pt x="3405" y="2645"/>
                    <a:pt x="3405" y="1703"/>
                  </a:cubicBezTo>
                  <a:cubicBezTo>
                    <a:pt x="3405" y="761"/>
                    <a:pt x="2645" y="1"/>
                    <a:pt x="17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64"/>
            <p:cNvSpPr/>
            <p:nvPr/>
          </p:nvSpPr>
          <p:spPr>
            <a:xfrm>
              <a:off x="6011025" y="4392450"/>
              <a:ext cx="85875" cy="85900"/>
            </a:xfrm>
            <a:custGeom>
              <a:rect b="b" l="l" r="r" t="t"/>
              <a:pathLst>
                <a:path extrusionOk="0" h="3436" w="3435">
                  <a:moveTo>
                    <a:pt x="1733" y="1"/>
                  </a:moveTo>
                  <a:cubicBezTo>
                    <a:pt x="760" y="1"/>
                    <a:pt x="0" y="760"/>
                    <a:pt x="0" y="1733"/>
                  </a:cubicBezTo>
                  <a:cubicBezTo>
                    <a:pt x="0" y="2675"/>
                    <a:pt x="760" y="3435"/>
                    <a:pt x="1733" y="3435"/>
                  </a:cubicBezTo>
                  <a:cubicBezTo>
                    <a:pt x="2675" y="3435"/>
                    <a:pt x="3435" y="2675"/>
                    <a:pt x="3435" y="1733"/>
                  </a:cubicBezTo>
                  <a:cubicBezTo>
                    <a:pt x="3435" y="760"/>
                    <a:pt x="2675" y="1"/>
                    <a:pt x="17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64"/>
            <p:cNvSpPr/>
            <p:nvPr/>
          </p:nvSpPr>
          <p:spPr>
            <a:xfrm>
              <a:off x="6403125" y="4099900"/>
              <a:ext cx="85125" cy="85875"/>
            </a:xfrm>
            <a:custGeom>
              <a:rect b="b" l="l" r="r" t="t"/>
              <a:pathLst>
                <a:path extrusionOk="0" h="3435" w="3405">
                  <a:moveTo>
                    <a:pt x="1703" y="0"/>
                  </a:moveTo>
                  <a:cubicBezTo>
                    <a:pt x="760" y="0"/>
                    <a:pt x="0" y="760"/>
                    <a:pt x="0" y="1733"/>
                  </a:cubicBezTo>
                  <a:cubicBezTo>
                    <a:pt x="0" y="2675"/>
                    <a:pt x="760" y="3435"/>
                    <a:pt x="1703" y="3435"/>
                  </a:cubicBezTo>
                  <a:cubicBezTo>
                    <a:pt x="2645" y="3435"/>
                    <a:pt x="3405" y="2675"/>
                    <a:pt x="3405" y="1733"/>
                  </a:cubicBezTo>
                  <a:cubicBezTo>
                    <a:pt x="3405" y="760"/>
                    <a:pt x="2645" y="0"/>
                    <a:pt x="17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64"/>
            <p:cNvSpPr/>
            <p:nvPr/>
          </p:nvSpPr>
          <p:spPr>
            <a:xfrm>
              <a:off x="6988250" y="3996550"/>
              <a:ext cx="243950" cy="177850"/>
            </a:xfrm>
            <a:custGeom>
              <a:rect b="b" l="l" r="r" t="t"/>
              <a:pathLst>
                <a:path extrusionOk="0" h="7114" w="9758">
                  <a:moveTo>
                    <a:pt x="0" y="0"/>
                  </a:moveTo>
                  <a:lnTo>
                    <a:pt x="851" y="7113"/>
                  </a:lnTo>
                  <a:lnTo>
                    <a:pt x="9757" y="228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2_1_1">
    <p:spTree>
      <p:nvGrpSpPr>
        <p:cNvPr id="1629" name="Shape 1629"/>
        <p:cNvGrpSpPr/>
        <p:nvPr/>
      </p:nvGrpSpPr>
      <p:grpSpPr>
        <a:xfrm>
          <a:off x="0" y="0"/>
          <a:ext cx="0" cy="0"/>
          <a:chOff x="0" y="0"/>
          <a:chExt cx="0" cy="0"/>
        </a:xfrm>
      </p:grpSpPr>
      <p:grpSp>
        <p:nvGrpSpPr>
          <p:cNvPr id="1630" name="Google Shape;1630;p65"/>
          <p:cNvGrpSpPr/>
          <p:nvPr/>
        </p:nvGrpSpPr>
        <p:grpSpPr>
          <a:xfrm>
            <a:off x="-244" y="24"/>
            <a:ext cx="9144155" cy="5165694"/>
            <a:chOff x="-244" y="24"/>
            <a:chExt cx="9144155" cy="5165694"/>
          </a:xfrm>
        </p:grpSpPr>
        <p:sp>
          <p:nvSpPr>
            <p:cNvPr id="1631" name="Google Shape;1631;p65"/>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65"/>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3" name="Google Shape;1633;p65"/>
          <p:cNvGrpSpPr/>
          <p:nvPr/>
        </p:nvGrpSpPr>
        <p:grpSpPr>
          <a:xfrm>
            <a:off x="303630" y="306525"/>
            <a:ext cx="8536741" cy="4552701"/>
            <a:chOff x="2434200" y="841500"/>
            <a:chExt cx="4622450" cy="3053250"/>
          </a:xfrm>
        </p:grpSpPr>
        <p:sp>
          <p:nvSpPr>
            <p:cNvPr id="1634" name="Google Shape;1634;p65"/>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65"/>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6" name="Google Shape;1636;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637" name="Google Shape;1637;p65"/>
          <p:cNvGrpSpPr/>
          <p:nvPr/>
        </p:nvGrpSpPr>
        <p:grpSpPr>
          <a:xfrm>
            <a:off x="7900012" y="90568"/>
            <a:ext cx="1177606" cy="869950"/>
            <a:chOff x="887825" y="3946025"/>
            <a:chExt cx="1317675" cy="973425"/>
          </a:xfrm>
        </p:grpSpPr>
        <p:sp>
          <p:nvSpPr>
            <p:cNvPr id="1638" name="Google Shape;1638;p65"/>
            <p:cNvSpPr/>
            <p:nvPr/>
          </p:nvSpPr>
          <p:spPr>
            <a:xfrm>
              <a:off x="887825" y="3946025"/>
              <a:ext cx="1317675" cy="973425"/>
            </a:xfrm>
            <a:custGeom>
              <a:rect b="b" l="l" r="r" t="t"/>
              <a:pathLst>
                <a:path extrusionOk="0" h="38937" w="52707">
                  <a:moveTo>
                    <a:pt x="42898" y="1"/>
                  </a:moveTo>
                  <a:cubicBezTo>
                    <a:pt x="42574" y="1"/>
                    <a:pt x="42244" y="45"/>
                    <a:pt x="41916" y="137"/>
                  </a:cubicBezTo>
                  <a:cubicBezTo>
                    <a:pt x="28755" y="3572"/>
                    <a:pt x="15806" y="7128"/>
                    <a:pt x="3070" y="10715"/>
                  </a:cubicBezTo>
                  <a:cubicBezTo>
                    <a:pt x="1155" y="11262"/>
                    <a:pt x="0" y="13268"/>
                    <a:pt x="547" y="15213"/>
                  </a:cubicBezTo>
                  <a:cubicBezTo>
                    <a:pt x="2432" y="22235"/>
                    <a:pt x="4377" y="29226"/>
                    <a:pt x="6262" y="36247"/>
                  </a:cubicBezTo>
                  <a:cubicBezTo>
                    <a:pt x="6717" y="37865"/>
                    <a:pt x="8181" y="38936"/>
                    <a:pt x="9780" y="38936"/>
                  </a:cubicBezTo>
                  <a:cubicBezTo>
                    <a:pt x="10104" y="38936"/>
                    <a:pt x="10433" y="38892"/>
                    <a:pt x="10760" y="38800"/>
                  </a:cubicBezTo>
                  <a:cubicBezTo>
                    <a:pt x="23375" y="35548"/>
                    <a:pt x="36323" y="31992"/>
                    <a:pt x="49576" y="28192"/>
                  </a:cubicBezTo>
                  <a:cubicBezTo>
                    <a:pt x="51551" y="27675"/>
                    <a:pt x="52706" y="25669"/>
                    <a:pt x="52129" y="23724"/>
                  </a:cubicBezTo>
                  <a:cubicBezTo>
                    <a:pt x="50640" y="16611"/>
                    <a:pt x="48725" y="9590"/>
                    <a:pt x="46384" y="2660"/>
                  </a:cubicBezTo>
                  <a:cubicBezTo>
                    <a:pt x="45955" y="1068"/>
                    <a:pt x="44495" y="1"/>
                    <a:pt x="4289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65"/>
            <p:cNvSpPr/>
            <p:nvPr/>
          </p:nvSpPr>
          <p:spPr>
            <a:xfrm>
              <a:off x="1947100" y="4445975"/>
              <a:ext cx="157325" cy="158175"/>
            </a:xfrm>
            <a:custGeom>
              <a:rect b="b" l="l" r="r" t="t"/>
              <a:pathLst>
                <a:path extrusionOk="0" h="6327" w="6293">
                  <a:moveTo>
                    <a:pt x="2780" y="1"/>
                  </a:moveTo>
                  <a:cubicBezTo>
                    <a:pt x="2515" y="1"/>
                    <a:pt x="2245" y="36"/>
                    <a:pt x="1977" y="109"/>
                  </a:cubicBezTo>
                  <a:cubicBezTo>
                    <a:pt x="1065" y="352"/>
                    <a:pt x="366" y="990"/>
                    <a:pt x="1" y="1750"/>
                  </a:cubicBezTo>
                  <a:cubicBezTo>
                    <a:pt x="639" y="2176"/>
                    <a:pt x="1095" y="2784"/>
                    <a:pt x="1338" y="3574"/>
                  </a:cubicBezTo>
                  <a:cubicBezTo>
                    <a:pt x="1551" y="4334"/>
                    <a:pt x="1430" y="5124"/>
                    <a:pt x="1095" y="5823"/>
                  </a:cubicBezTo>
                  <a:cubicBezTo>
                    <a:pt x="1604" y="6141"/>
                    <a:pt x="2202" y="6326"/>
                    <a:pt x="2827" y="6326"/>
                  </a:cubicBezTo>
                  <a:cubicBezTo>
                    <a:pt x="3098" y="6326"/>
                    <a:pt x="3373" y="6292"/>
                    <a:pt x="3648" y="6218"/>
                  </a:cubicBezTo>
                  <a:cubicBezTo>
                    <a:pt x="5320" y="5762"/>
                    <a:pt x="6293" y="4030"/>
                    <a:pt x="5837" y="2358"/>
                  </a:cubicBezTo>
                  <a:cubicBezTo>
                    <a:pt x="5454" y="955"/>
                    <a:pt x="4171" y="1"/>
                    <a:pt x="2780"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65"/>
            <p:cNvSpPr/>
            <p:nvPr/>
          </p:nvSpPr>
          <p:spPr>
            <a:xfrm>
              <a:off x="1936475" y="4489725"/>
              <a:ext cx="48650" cy="101850"/>
            </a:xfrm>
            <a:custGeom>
              <a:rect b="b" l="l" r="r" t="t"/>
              <a:pathLst>
                <a:path extrusionOk="0" h="4074" w="1946">
                  <a:moveTo>
                    <a:pt x="426" y="0"/>
                  </a:moveTo>
                  <a:cubicBezTo>
                    <a:pt x="92" y="669"/>
                    <a:pt x="0" y="1429"/>
                    <a:pt x="183" y="2249"/>
                  </a:cubicBezTo>
                  <a:cubicBezTo>
                    <a:pt x="426" y="3009"/>
                    <a:pt x="882" y="3648"/>
                    <a:pt x="1520" y="4073"/>
                  </a:cubicBezTo>
                  <a:cubicBezTo>
                    <a:pt x="1855" y="3374"/>
                    <a:pt x="1946" y="2614"/>
                    <a:pt x="1763" y="1824"/>
                  </a:cubicBezTo>
                  <a:cubicBezTo>
                    <a:pt x="1520" y="1034"/>
                    <a:pt x="1034" y="426"/>
                    <a:pt x="4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65"/>
            <p:cNvSpPr/>
            <p:nvPr/>
          </p:nvSpPr>
          <p:spPr>
            <a:xfrm>
              <a:off x="1016250" y="4560875"/>
              <a:ext cx="52450" cy="73950"/>
            </a:xfrm>
            <a:custGeom>
              <a:rect b="b" l="l" r="r" t="t"/>
              <a:pathLst>
                <a:path extrusionOk="0" h="2958" w="2098">
                  <a:moveTo>
                    <a:pt x="1183" y="1"/>
                  </a:moveTo>
                  <a:cubicBezTo>
                    <a:pt x="857" y="1"/>
                    <a:pt x="160" y="228"/>
                    <a:pt x="61" y="376"/>
                  </a:cubicBezTo>
                  <a:cubicBezTo>
                    <a:pt x="0" y="528"/>
                    <a:pt x="639" y="2838"/>
                    <a:pt x="760" y="2929"/>
                  </a:cubicBezTo>
                  <a:cubicBezTo>
                    <a:pt x="784" y="2949"/>
                    <a:pt x="831" y="2957"/>
                    <a:pt x="892" y="2957"/>
                  </a:cubicBezTo>
                  <a:cubicBezTo>
                    <a:pt x="1210" y="2957"/>
                    <a:pt x="1930" y="2723"/>
                    <a:pt x="2006" y="2595"/>
                  </a:cubicBezTo>
                  <a:cubicBezTo>
                    <a:pt x="2098" y="2473"/>
                    <a:pt x="1429" y="163"/>
                    <a:pt x="1338" y="42"/>
                  </a:cubicBezTo>
                  <a:cubicBezTo>
                    <a:pt x="1315" y="13"/>
                    <a:pt x="1259" y="1"/>
                    <a:pt x="118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65"/>
            <p:cNvSpPr/>
            <p:nvPr/>
          </p:nvSpPr>
          <p:spPr>
            <a:xfrm>
              <a:off x="1069425" y="4546000"/>
              <a:ext cx="52475" cy="73625"/>
            </a:xfrm>
            <a:custGeom>
              <a:rect b="b" l="l" r="r" t="t"/>
              <a:pathLst>
                <a:path extrusionOk="0" h="2945" w="2099">
                  <a:moveTo>
                    <a:pt x="1215" y="1"/>
                  </a:moveTo>
                  <a:cubicBezTo>
                    <a:pt x="901" y="1"/>
                    <a:pt x="138" y="236"/>
                    <a:pt x="62" y="363"/>
                  </a:cubicBezTo>
                  <a:cubicBezTo>
                    <a:pt x="1" y="515"/>
                    <a:pt x="639" y="2825"/>
                    <a:pt x="761" y="2916"/>
                  </a:cubicBezTo>
                  <a:cubicBezTo>
                    <a:pt x="785" y="2936"/>
                    <a:pt x="832" y="2944"/>
                    <a:pt x="894" y="2944"/>
                  </a:cubicBezTo>
                  <a:cubicBezTo>
                    <a:pt x="1219" y="2944"/>
                    <a:pt x="1956" y="2710"/>
                    <a:pt x="2007" y="2582"/>
                  </a:cubicBezTo>
                  <a:cubicBezTo>
                    <a:pt x="2098" y="2461"/>
                    <a:pt x="1429" y="150"/>
                    <a:pt x="1338" y="29"/>
                  </a:cubicBezTo>
                  <a:cubicBezTo>
                    <a:pt x="1319" y="9"/>
                    <a:pt x="1275" y="1"/>
                    <a:pt x="121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65"/>
            <p:cNvSpPr/>
            <p:nvPr/>
          </p:nvSpPr>
          <p:spPr>
            <a:xfrm>
              <a:off x="1122625" y="4531575"/>
              <a:ext cx="52450" cy="73600"/>
            </a:xfrm>
            <a:custGeom>
              <a:rect b="b" l="l" r="r" t="t"/>
              <a:pathLst>
                <a:path extrusionOk="0" h="2944" w="2098">
                  <a:moveTo>
                    <a:pt x="1204" y="0"/>
                  </a:moveTo>
                  <a:cubicBezTo>
                    <a:pt x="879" y="0"/>
                    <a:pt x="138" y="235"/>
                    <a:pt x="61" y="363"/>
                  </a:cubicBezTo>
                  <a:cubicBezTo>
                    <a:pt x="1" y="515"/>
                    <a:pt x="639" y="2855"/>
                    <a:pt x="760" y="2916"/>
                  </a:cubicBezTo>
                  <a:cubicBezTo>
                    <a:pt x="785" y="2935"/>
                    <a:pt x="831" y="2944"/>
                    <a:pt x="892" y="2944"/>
                  </a:cubicBezTo>
                  <a:cubicBezTo>
                    <a:pt x="1211" y="2944"/>
                    <a:pt x="1930" y="2709"/>
                    <a:pt x="2007" y="2582"/>
                  </a:cubicBezTo>
                  <a:cubicBezTo>
                    <a:pt x="2098" y="2460"/>
                    <a:pt x="1429" y="150"/>
                    <a:pt x="1338" y="28"/>
                  </a:cubicBezTo>
                  <a:cubicBezTo>
                    <a:pt x="1314" y="9"/>
                    <a:pt x="1267" y="0"/>
                    <a:pt x="120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65"/>
            <p:cNvSpPr/>
            <p:nvPr/>
          </p:nvSpPr>
          <p:spPr>
            <a:xfrm>
              <a:off x="1175825" y="4517425"/>
              <a:ext cx="52450" cy="73325"/>
            </a:xfrm>
            <a:custGeom>
              <a:rect b="b" l="l" r="r" t="t"/>
              <a:pathLst>
                <a:path extrusionOk="0" h="2933" w="2098">
                  <a:moveTo>
                    <a:pt x="1241" y="0"/>
                  </a:moveTo>
                  <a:cubicBezTo>
                    <a:pt x="939" y="0"/>
                    <a:pt x="141" y="249"/>
                    <a:pt x="61" y="382"/>
                  </a:cubicBezTo>
                  <a:cubicBezTo>
                    <a:pt x="0" y="534"/>
                    <a:pt x="639" y="2844"/>
                    <a:pt x="760" y="2904"/>
                  </a:cubicBezTo>
                  <a:cubicBezTo>
                    <a:pt x="785" y="2924"/>
                    <a:pt x="832" y="2932"/>
                    <a:pt x="894" y="2932"/>
                  </a:cubicBezTo>
                  <a:cubicBezTo>
                    <a:pt x="1218" y="2932"/>
                    <a:pt x="1955" y="2698"/>
                    <a:pt x="2006" y="2570"/>
                  </a:cubicBezTo>
                  <a:cubicBezTo>
                    <a:pt x="2098" y="2448"/>
                    <a:pt x="1429" y="138"/>
                    <a:pt x="1338" y="17"/>
                  </a:cubicBezTo>
                  <a:cubicBezTo>
                    <a:pt x="1318" y="5"/>
                    <a:pt x="1285" y="0"/>
                    <a:pt x="124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65"/>
            <p:cNvSpPr/>
            <p:nvPr/>
          </p:nvSpPr>
          <p:spPr>
            <a:xfrm>
              <a:off x="1300450" y="4483225"/>
              <a:ext cx="51700" cy="73325"/>
            </a:xfrm>
            <a:custGeom>
              <a:rect b="b" l="l" r="r" t="t"/>
              <a:pathLst>
                <a:path extrusionOk="0" h="2933" w="2068">
                  <a:moveTo>
                    <a:pt x="1230" y="0"/>
                  </a:moveTo>
                  <a:cubicBezTo>
                    <a:pt x="963" y="0"/>
                    <a:pt x="141" y="249"/>
                    <a:pt x="61" y="382"/>
                  </a:cubicBezTo>
                  <a:cubicBezTo>
                    <a:pt x="0" y="503"/>
                    <a:pt x="639" y="2844"/>
                    <a:pt x="760" y="2905"/>
                  </a:cubicBezTo>
                  <a:cubicBezTo>
                    <a:pt x="784" y="2924"/>
                    <a:pt x="831" y="2933"/>
                    <a:pt x="892" y="2933"/>
                  </a:cubicBezTo>
                  <a:cubicBezTo>
                    <a:pt x="1210" y="2933"/>
                    <a:pt x="1930" y="2698"/>
                    <a:pt x="2006" y="2570"/>
                  </a:cubicBezTo>
                  <a:cubicBezTo>
                    <a:pt x="2067" y="2449"/>
                    <a:pt x="1429" y="139"/>
                    <a:pt x="1307" y="17"/>
                  </a:cubicBezTo>
                  <a:cubicBezTo>
                    <a:pt x="1296" y="6"/>
                    <a:pt x="1269" y="0"/>
                    <a:pt x="123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65"/>
            <p:cNvSpPr/>
            <p:nvPr/>
          </p:nvSpPr>
          <p:spPr>
            <a:xfrm>
              <a:off x="1353625" y="4468925"/>
              <a:ext cx="51700" cy="73675"/>
            </a:xfrm>
            <a:custGeom>
              <a:rect b="b" l="l" r="r" t="t"/>
              <a:pathLst>
                <a:path extrusionOk="0" h="2947" w="2068">
                  <a:moveTo>
                    <a:pt x="1142" y="1"/>
                  </a:moveTo>
                  <a:cubicBezTo>
                    <a:pt x="809" y="1"/>
                    <a:pt x="136" y="228"/>
                    <a:pt x="62" y="376"/>
                  </a:cubicBezTo>
                  <a:cubicBezTo>
                    <a:pt x="1" y="528"/>
                    <a:pt x="639" y="2838"/>
                    <a:pt x="761" y="2929"/>
                  </a:cubicBezTo>
                  <a:cubicBezTo>
                    <a:pt x="780" y="2941"/>
                    <a:pt x="813" y="2946"/>
                    <a:pt x="856" y="2946"/>
                  </a:cubicBezTo>
                  <a:cubicBezTo>
                    <a:pt x="1152" y="2946"/>
                    <a:pt x="1927" y="2698"/>
                    <a:pt x="2007" y="2565"/>
                  </a:cubicBezTo>
                  <a:cubicBezTo>
                    <a:pt x="2068" y="2474"/>
                    <a:pt x="1429" y="133"/>
                    <a:pt x="1308" y="42"/>
                  </a:cubicBezTo>
                  <a:cubicBezTo>
                    <a:pt x="1279" y="13"/>
                    <a:pt x="1220" y="1"/>
                    <a:pt x="1142"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65"/>
            <p:cNvSpPr/>
            <p:nvPr/>
          </p:nvSpPr>
          <p:spPr>
            <a:xfrm>
              <a:off x="1405300" y="4454500"/>
              <a:ext cx="52475" cy="73950"/>
            </a:xfrm>
            <a:custGeom>
              <a:rect b="b" l="l" r="r" t="t"/>
              <a:pathLst>
                <a:path extrusionOk="0" h="2958" w="2099">
                  <a:moveTo>
                    <a:pt x="1181" y="0"/>
                  </a:moveTo>
                  <a:cubicBezTo>
                    <a:pt x="850" y="0"/>
                    <a:pt x="141" y="228"/>
                    <a:pt x="92" y="376"/>
                  </a:cubicBezTo>
                  <a:cubicBezTo>
                    <a:pt x="1" y="528"/>
                    <a:pt x="670" y="2838"/>
                    <a:pt x="761" y="2929"/>
                  </a:cubicBezTo>
                  <a:cubicBezTo>
                    <a:pt x="785" y="2948"/>
                    <a:pt x="832" y="2957"/>
                    <a:pt x="894" y="2957"/>
                  </a:cubicBezTo>
                  <a:cubicBezTo>
                    <a:pt x="1219" y="2957"/>
                    <a:pt x="1956" y="2722"/>
                    <a:pt x="2007" y="2595"/>
                  </a:cubicBezTo>
                  <a:cubicBezTo>
                    <a:pt x="2098" y="2473"/>
                    <a:pt x="1460" y="163"/>
                    <a:pt x="1338" y="41"/>
                  </a:cubicBezTo>
                  <a:cubicBezTo>
                    <a:pt x="1315" y="13"/>
                    <a:pt x="1258" y="0"/>
                    <a:pt x="118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65"/>
            <p:cNvSpPr/>
            <p:nvPr/>
          </p:nvSpPr>
          <p:spPr>
            <a:xfrm>
              <a:off x="1458500" y="4439625"/>
              <a:ext cx="52450" cy="73325"/>
            </a:xfrm>
            <a:custGeom>
              <a:rect b="b" l="l" r="r" t="t"/>
              <a:pathLst>
                <a:path extrusionOk="0" h="2933" w="2098">
                  <a:moveTo>
                    <a:pt x="1205" y="0"/>
                  </a:moveTo>
                  <a:cubicBezTo>
                    <a:pt x="880" y="0"/>
                    <a:pt x="143" y="235"/>
                    <a:pt x="92" y="363"/>
                  </a:cubicBezTo>
                  <a:cubicBezTo>
                    <a:pt x="1" y="515"/>
                    <a:pt x="639" y="2825"/>
                    <a:pt x="760" y="2916"/>
                  </a:cubicBezTo>
                  <a:cubicBezTo>
                    <a:pt x="780" y="2928"/>
                    <a:pt x="813" y="2933"/>
                    <a:pt x="857" y="2933"/>
                  </a:cubicBezTo>
                  <a:cubicBezTo>
                    <a:pt x="1160" y="2933"/>
                    <a:pt x="1957" y="2688"/>
                    <a:pt x="2037" y="2582"/>
                  </a:cubicBezTo>
                  <a:cubicBezTo>
                    <a:pt x="2098" y="2460"/>
                    <a:pt x="1490" y="180"/>
                    <a:pt x="1338" y="28"/>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65"/>
            <p:cNvSpPr/>
            <p:nvPr/>
          </p:nvSpPr>
          <p:spPr>
            <a:xfrm>
              <a:off x="1689500" y="4376825"/>
              <a:ext cx="52475" cy="73350"/>
            </a:xfrm>
            <a:custGeom>
              <a:rect b="b" l="l" r="r" t="t"/>
              <a:pathLst>
                <a:path extrusionOk="0" h="2934" w="2099">
                  <a:moveTo>
                    <a:pt x="1251" y="1"/>
                  </a:moveTo>
                  <a:cubicBezTo>
                    <a:pt x="964" y="1"/>
                    <a:pt x="145" y="250"/>
                    <a:pt x="92" y="382"/>
                  </a:cubicBezTo>
                  <a:cubicBezTo>
                    <a:pt x="1" y="534"/>
                    <a:pt x="639" y="2844"/>
                    <a:pt x="761" y="2905"/>
                  </a:cubicBezTo>
                  <a:cubicBezTo>
                    <a:pt x="785" y="2925"/>
                    <a:pt x="832" y="2933"/>
                    <a:pt x="894" y="2933"/>
                  </a:cubicBezTo>
                  <a:cubicBezTo>
                    <a:pt x="1219" y="2933"/>
                    <a:pt x="1956" y="2699"/>
                    <a:pt x="2007" y="2571"/>
                  </a:cubicBezTo>
                  <a:cubicBezTo>
                    <a:pt x="2098" y="2449"/>
                    <a:pt x="1460" y="139"/>
                    <a:pt x="1338" y="18"/>
                  </a:cubicBezTo>
                  <a:cubicBezTo>
                    <a:pt x="1323" y="6"/>
                    <a:pt x="1292" y="1"/>
                    <a:pt x="125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65"/>
            <p:cNvSpPr/>
            <p:nvPr/>
          </p:nvSpPr>
          <p:spPr>
            <a:xfrm>
              <a:off x="1742700" y="4362875"/>
              <a:ext cx="52450" cy="73325"/>
            </a:xfrm>
            <a:custGeom>
              <a:rect b="b" l="l" r="r" t="t"/>
              <a:pathLst>
                <a:path extrusionOk="0" h="2933" w="2098">
                  <a:moveTo>
                    <a:pt x="1205" y="0"/>
                  </a:moveTo>
                  <a:cubicBezTo>
                    <a:pt x="880" y="0"/>
                    <a:pt x="143" y="235"/>
                    <a:pt x="92" y="363"/>
                  </a:cubicBezTo>
                  <a:cubicBezTo>
                    <a:pt x="0" y="515"/>
                    <a:pt x="639" y="2825"/>
                    <a:pt x="760" y="2916"/>
                  </a:cubicBezTo>
                  <a:cubicBezTo>
                    <a:pt x="780" y="2928"/>
                    <a:pt x="813" y="2933"/>
                    <a:pt x="857" y="2933"/>
                  </a:cubicBezTo>
                  <a:cubicBezTo>
                    <a:pt x="1158" y="2933"/>
                    <a:pt x="1954" y="2684"/>
                    <a:pt x="2007" y="2551"/>
                  </a:cubicBezTo>
                  <a:cubicBezTo>
                    <a:pt x="2098" y="2399"/>
                    <a:pt x="1429" y="120"/>
                    <a:pt x="1338" y="29"/>
                  </a:cubicBezTo>
                  <a:cubicBezTo>
                    <a:pt x="1314" y="9"/>
                    <a:pt x="1267" y="0"/>
                    <a:pt x="1205"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65"/>
            <p:cNvSpPr/>
            <p:nvPr/>
          </p:nvSpPr>
          <p:spPr>
            <a:xfrm>
              <a:off x="1867325" y="4328425"/>
              <a:ext cx="52450" cy="73600"/>
            </a:xfrm>
            <a:custGeom>
              <a:rect b="b" l="l" r="r" t="t"/>
              <a:pathLst>
                <a:path extrusionOk="0" h="2944" w="2098">
                  <a:moveTo>
                    <a:pt x="1196" y="0"/>
                  </a:moveTo>
                  <a:cubicBezTo>
                    <a:pt x="877" y="0"/>
                    <a:pt x="161" y="248"/>
                    <a:pt x="61" y="373"/>
                  </a:cubicBezTo>
                  <a:cubicBezTo>
                    <a:pt x="0" y="525"/>
                    <a:pt x="639" y="2835"/>
                    <a:pt x="760" y="2926"/>
                  </a:cubicBezTo>
                  <a:cubicBezTo>
                    <a:pt x="780" y="2938"/>
                    <a:pt x="813" y="2943"/>
                    <a:pt x="856" y="2943"/>
                  </a:cubicBezTo>
                  <a:cubicBezTo>
                    <a:pt x="1158" y="2943"/>
                    <a:pt x="1953" y="2694"/>
                    <a:pt x="2007" y="2562"/>
                  </a:cubicBezTo>
                  <a:cubicBezTo>
                    <a:pt x="2098" y="2470"/>
                    <a:pt x="1429" y="130"/>
                    <a:pt x="1338" y="39"/>
                  </a:cubicBezTo>
                  <a:cubicBezTo>
                    <a:pt x="1316" y="12"/>
                    <a:pt x="1266" y="0"/>
                    <a:pt x="119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65"/>
            <p:cNvSpPr/>
            <p:nvPr/>
          </p:nvSpPr>
          <p:spPr>
            <a:xfrm>
              <a:off x="1920525" y="4313925"/>
              <a:ext cx="52450" cy="73925"/>
            </a:xfrm>
            <a:custGeom>
              <a:rect b="b" l="l" r="r" t="t"/>
              <a:pathLst>
                <a:path extrusionOk="0" h="2957" w="2098">
                  <a:moveTo>
                    <a:pt x="1180" y="0"/>
                  </a:moveTo>
                  <a:cubicBezTo>
                    <a:pt x="848" y="0"/>
                    <a:pt x="135" y="228"/>
                    <a:pt x="61" y="376"/>
                  </a:cubicBezTo>
                  <a:cubicBezTo>
                    <a:pt x="0" y="528"/>
                    <a:pt x="638" y="2838"/>
                    <a:pt x="760" y="2929"/>
                  </a:cubicBezTo>
                  <a:cubicBezTo>
                    <a:pt x="784" y="2948"/>
                    <a:pt x="831" y="2957"/>
                    <a:pt x="893" y="2957"/>
                  </a:cubicBezTo>
                  <a:cubicBezTo>
                    <a:pt x="1218" y="2957"/>
                    <a:pt x="1955" y="2722"/>
                    <a:pt x="2006" y="2594"/>
                  </a:cubicBezTo>
                  <a:cubicBezTo>
                    <a:pt x="2097" y="2473"/>
                    <a:pt x="1429" y="163"/>
                    <a:pt x="1338" y="41"/>
                  </a:cubicBezTo>
                  <a:cubicBezTo>
                    <a:pt x="1314" y="12"/>
                    <a:pt x="1258" y="0"/>
                    <a:pt x="1180"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65"/>
            <p:cNvSpPr/>
            <p:nvPr/>
          </p:nvSpPr>
          <p:spPr>
            <a:xfrm>
              <a:off x="1972950" y="4299475"/>
              <a:ext cx="51700" cy="73950"/>
            </a:xfrm>
            <a:custGeom>
              <a:rect b="b" l="l" r="r" t="t"/>
              <a:pathLst>
                <a:path extrusionOk="0" h="2958" w="2068">
                  <a:moveTo>
                    <a:pt x="1167" y="0"/>
                  </a:moveTo>
                  <a:cubicBezTo>
                    <a:pt x="857" y="0"/>
                    <a:pt x="160" y="228"/>
                    <a:pt x="61" y="376"/>
                  </a:cubicBezTo>
                  <a:cubicBezTo>
                    <a:pt x="0" y="528"/>
                    <a:pt x="639" y="2868"/>
                    <a:pt x="760" y="2929"/>
                  </a:cubicBezTo>
                  <a:cubicBezTo>
                    <a:pt x="785" y="2949"/>
                    <a:pt x="831" y="2957"/>
                    <a:pt x="892" y="2957"/>
                  </a:cubicBezTo>
                  <a:cubicBezTo>
                    <a:pt x="1210" y="2957"/>
                    <a:pt x="1930" y="2723"/>
                    <a:pt x="2007" y="2595"/>
                  </a:cubicBezTo>
                  <a:cubicBezTo>
                    <a:pt x="2067" y="2473"/>
                    <a:pt x="1429" y="163"/>
                    <a:pt x="1307" y="42"/>
                  </a:cubicBezTo>
                  <a:cubicBezTo>
                    <a:pt x="1290" y="13"/>
                    <a:pt x="1239" y="0"/>
                    <a:pt x="1167"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65"/>
            <p:cNvSpPr/>
            <p:nvPr/>
          </p:nvSpPr>
          <p:spPr>
            <a:xfrm>
              <a:off x="2026150" y="4284600"/>
              <a:ext cx="53200" cy="73625"/>
            </a:xfrm>
            <a:custGeom>
              <a:rect b="b" l="l" r="r" t="t"/>
              <a:pathLst>
                <a:path extrusionOk="0" h="2945" w="2128">
                  <a:moveTo>
                    <a:pt x="1176" y="1"/>
                  </a:moveTo>
                  <a:cubicBezTo>
                    <a:pt x="857" y="1"/>
                    <a:pt x="137" y="236"/>
                    <a:pt x="61" y="363"/>
                  </a:cubicBezTo>
                  <a:cubicBezTo>
                    <a:pt x="0" y="515"/>
                    <a:pt x="638" y="2856"/>
                    <a:pt x="760" y="2916"/>
                  </a:cubicBezTo>
                  <a:cubicBezTo>
                    <a:pt x="784" y="2936"/>
                    <a:pt x="831" y="2944"/>
                    <a:pt x="891" y="2944"/>
                  </a:cubicBezTo>
                  <a:cubicBezTo>
                    <a:pt x="1210" y="2944"/>
                    <a:pt x="1930" y="2710"/>
                    <a:pt x="2006" y="2582"/>
                  </a:cubicBezTo>
                  <a:cubicBezTo>
                    <a:pt x="2128" y="2460"/>
                    <a:pt x="1459" y="181"/>
                    <a:pt x="1307" y="29"/>
                  </a:cubicBezTo>
                  <a:cubicBezTo>
                    <a:pt x="1283" y="9"/>
                    <a:pt x="1237" y="1"/>
                    <a:pt x="1176"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65"/>
            <p:cNvSpPr/>
            <p:nvPr/>
          </p:nvSpPr>
          <p:spPr>
            <a:xfrm>
              <a:off x="965325" y="4210375"/>
              <a:ext cx="323750" cy="172225"/>
            </a:xfrm>
            <a:custGeom>
              <a:rect b="b" l="l" r="r" t="t"/>
              <a:pathLst>
                <a:path extrusionOk="0" h="6889" w="12950">
                  <a:moveTo>
                    <a:pt x="10457" y="353"/>
                  </a:moveTo>
                  <a:cubicBezTo>
                    <a:pt x="11338" y="353"/>
                    <a:pt x="12129" y="961"/>
                    <a:pt x="12402" y="1812"/>
                  </a:cubicBezTo>
                  <a:cubicBezTo>
                    <a:pt x="12554" y="2359"/>
                    <a:pt x="12493" y="2876"/>
                    <a:pt x="12220" y="3332"/>
                  </a:cubicBezTo>
                  <a:cubicBezTo>
                    <a:pt x="11946" y="3849"/>
                    <a:pt x="11521" y="4153"/>
                    <a:pt x="11004" y="4305"/>
                  </a:cubicBezTo>
                  <a:lnTo>
                    <a:pt x="3162" y="6432"/>
                  </a:lnTo>
                  <a:cubicBezTo>
                    <a:pt x="3004" y="6468"/>
                    <a:pt x="2846" y="6486"/>
                    <a:pt x="2690" y="6486"/>
                  </a:cubicBezTo>
                  <a:cubicBezTo>
                    <a:pt x="1792" y="6486"/>
                    <a:pt x="959" y="5910"/>
                    <a:pt x="700" y="5004"/>
                  </a:cubicBezTo>
                  <a:cubicBezTo>
                    <a:pt x="426" y="3940"/>
                    <a:pt x="1034" y="2846"/>
                    <a:pt x="2098" y="2542"/>
                  </a:cubicBezTo>
                  <a:lnTo>
                    <a:pt x="9940" y="414"/>
                  </a:lnTo>
                  <a:cubicBezTo>
                    <a:pt x="10122" y="384"/>
                    <a:pt x="10274" y="353"/>
                    <a:pt x="10457" y="353"/>
                  </a:cubicBezTo>
                  <a:close/>
                  <a:moveTo>
                    <a:pt x="10460" y="1"/>
                  </a:moveTo>
                  <a:cubicBezTo>
                    <a:pt x="10258" y="1"/>
                    <a:pt x="10053" y="26"/>
                    <a:pt x="9849" y="80"/>
                  </a:cubicBezTo>
                  <a:lnTo>
                    <a:pt x="2037" y="2208"/>
                  </a:lnTo>
                  <a:cubicBezTo>
                    <a:pt x="761" y="2542"/>
                    <a:pt x="1" y="3879"/>
                    <a:pt x="365" y="5125"/>
                  </a:cubicBezTo>
                  <a:cubicBezTo>
                    <a:pt x="639" y="6189"/>
                    <a:pt x="1612" y="6888"/>
                    <a:pt x="2645" y="6888"/>
                  </a:cubicBezTo>
                  <a:cubicBezTo>
                    <a:pt x="2827" y="6888"/>
                    <a:pt x="3010" y="6828"/>
                    <a:pt x="3283" y="6767"/>
                  </a:cubicBezTo>
                  <a:lnTo>
                    <a:pt x="11126" y="4639"/>
                  </a:lnTo>
                  <a:cubicBezTo>
                    <a:pt x="11733" y="4487"/>
                    <a:pt x="12250" y="4092"/>
                    <a:pt x="12554" y="3515"/>
                  </a:cubicBezTo>
                  <a:cubicBezTo>
                    <a:pt x="12858" y="2998"/>
                    <a:pt x="12949" y="2359"/>
                    <a:pt x="12797" y="1752"/>
                  </a:cubicBezTo>
                  <a:cubicBezTo>
                    <a:pt x="12491" y="705"/>
                    <a:pt x="11519" y="1"/>
                    <a:pt x="10460"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6" name="Google Shape;1656;p65"/>
          <p:cNvGrpSpPr/>
          <p:nvPr/>
        </p:nvGrpSpPr>
        <p:grpSpPr>
          <a:xfrm>
            <a:off x="131196" y="87115"/>
            <a:ext cx="1177569" cy="973387"/>
            <a:chOff x="390850" y="3207100"/>
            <a:chExt cx="1354150" cy="1119350"/>
          </a:xfrm>
        </p:grpSpPr>
        <p:sp>
          <p:nvSpPr>
            <p:cNvPr id="1657" name="Google Shape;1657;p65"/>
            <p:cNvSpPr/>
            <p:nvPr/>
          </p:nvSpPr>
          <p:spPr>
            <a:xfrm>
              <a:off x="390850" y="3207100"/>
              <a:ext cx="1354150" cy="1119350"/>
            </a:xfrm>
            <a:custGeom>
              <a:rect b="b" l="l" r="r" t="t"/>
              <a:pathLst>
                <a:path extrusionOk="0" h="44774" w="54166">
                  <a:moveTo>
                    <a:pt x="13913" y="0"/>
                  </a:moveTo>
                  <a:cubicBezTo>
                    <a:pt x="12570" y="0"/>
                    <a:pt x="11285" y="743"/>
                    <a:pt x="10639" y="2034"/>
                  </a:cubicBezTo>
                  <a:cubicBezTo>
                    <a:pt x="7052" y="8326"/>
                    <a:pt x="3800" y="14831"/>
                    <a:pt x="912" y="21548"/>
                  </a:cubicBezTo>
                  <a:cubicBezTo>
                    <a:pt x="1" y="23372"/>
                    <a:pt x="730" y="25530"/>
                    <a:pt x="2554" y="26442"/>
                  </a:cubicBezTo>
                  <a:cubicBezTo>
                    <a:pt x="14712" y="32612"/>
                    <a:pt x="26718" y="38600"/>
                    <a:pt x="38603" y="44375"/>
                  </a:cubicBezTo>
                  <a:cubicBezTo>
                    <a:pt x="39143" y="44645"/>
                    <a:pt x="39716" y="44774"/>
                    <a:pt x="40277" y="44774"/>
                  </a:cubicBezTo>
                  <a:cubicBezTo>
                    <a:pt x="41612" y="44774"/>
                    <a:pt x="42885" y="44047"/>
                    <a:pt x="43527" y="42764"/>
                  </a:cubicBezTo>
                  <a:cubicBezTo>
                    <a:pt x="46749" y="36259"/>
                    <a:pt x="50001" y="29724"/>
                    <a:pt x="53254" y="23220"/>
                  </a:cubicBezTo>
                  <a:cubicBezTo>
                    <a:pt x="54166" y="21396"/>
                    <a:pt x="53436" y="19238"/>
                    <a:pt x="51612" y="18326"/>
                  </a:cubicBezTo>
                  <a:cubicBezTo>
                    <a:pt x="39971" y="12368"/>
                    <a:pt x="27965" y="6381"/>
                    <a:pt x="15563" y="393"/>
                  </a:cubicBezTo>
                  <a:cubicBezTo>
                    <a:pt x="15031" y="126"/>
                    <a:pt x="14467" y="0"/>
                    <a:pt x="13913"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65"/>
            <p:cNvSpPr/>
            <p:nvPr/>
          </p:nvSpPr>
          <p:spPr>
            <a:xfrm>
              <a:off x="445575" y="3527700"/>
              <a:ext cx="1140600" cy="680125"/>
            </a:xfrm>
            <a:custGeom>
              <a:rect b="b" l="l" r="r" t="t"/>
              <a:pathLst>
                <a:path extrusionOk="0" h="27205" w="45624">
                  <a:moveTo>
                    <a:pt x="2766" y="0"/>
                  </a:moveTo>
                  <a:cubicBezTo>
                    <a:pt x="1824" y="1976"/>
                    <a:pt x="851" y="3952"/>
                    <a:pt x="0" y="5928"/>
                  </a:cubicBezTo>
                  <a:lnTo>
                    <a:pt x="42706" y="27204"/>
                  </a:lnTo>
                  <a:lnTo>
                    <a:pt x="45624" y="21338"/>
                  </a:lnTo>
                  <a:lnTo>
                    <a:pt x="276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65"/>
            <p:cNvSpPr/>
            <p:nvPr/>
          </p:nvSpPr>
          <p:spPr>
            <a:xfrm>
              <a:off x="1423550" y="3646900"/>
              <a:ext cx="208225" cy="145275"/>
            </a:xfrm>
            <a:custGeom>
              <a:rect b="b" l="l" r="r" t="t"/>
              <a:pathLst>
                <a:path extrusionOk="0" h="5811" w="8329">
                  <a:moveTo>
                    <a:pt x="2128" y="339"/>
                  </a:moveTo>
                  <a:cubicBezTo>
                    <a:pt x="2371" y="339"/>
                    <a:pt x="2584" y="430"/>
                    <a:pt x="2766" y="491"/>
                  </a:cubicBezTo>
                  <a:lnTo>
                    <a:pt x="6991" y="2588"/>
                  </a:lnTo>
                  <a:cubicBezTo>
                    <a:pt x="7356" y="2771"/>
                    <a:pt x="7630" y="3074"/>
                    <a:pt x="7751" y="3470"/>
                  </a:cubicBezTo>
                  <a:cubicBezTo>
                    <a:pt x="7873" y="3834"/>
                    <a:pt x="7873" y="4260"/>
                    <a:pt x="7690" y="4594"/>
                  </a:cubicBezTo>
                  <a:cubicBezTo>
                    <a:pt x="7478" y="4989"/>
                    <a:pt x="7174" y="5263"/>
                    <a:pt x="6809" y="5354"/>
                  </a:cubicBezTo>
                  <a:cubicBezTo>
                    <a:pt x="6631" y="5409"/>
                    <a:pt x="6454" y="5439"/>
                    <a:pt x="6279" y="5439"/>
                  </a:cubicBezTo>
                  <a:cubicBezTo>
                    <a:pt x="6065" y="5439"/>
                    <a:pt x="5855" y="5394"/>
                    <a:pt x="5654" y="5293"/>
                  </a:cubicBezTo>
                  <a:lnTo>
                    <a:pt x="1459" y="3196"/>
                  </a:lnTo>
                  <a:cubicBezTo>
                    <a:pt x="699" y="2831"/>
                    <a:pt x="395" y="1950"/>
                    <a:pt x="760" y="1190"/>
                  </a:cubicBezTo>
                  <a:cubicBezTo>
                    <a:pt x="943" y="795"/>
                    <a:pt x="1247" y="552"/>
                    <a:pt x="1642" y="430"/>
                  </a:cubicBezTo>
                  <a:cubicBezTo>
                    <a:pt x="1824" y="400"/>
                    <a:pt x="1976" y="339"/>
                    <a:pt x="2128" y="339"/>
                  </a:cubicBezTo>
                  <a:close/>
                  <a:moveTo>
                    <a:pt x="2181" y="1"/>
                  </a:moveTo>
                  <a:cubicBezTo>
                    <a:pt x="1976" y="1"/>
                    <a:pt x="1766" y="32"/>
                    <a:pt x="1550" y="96"/>
                  </a:cubicBezTo>
                  <a:cubicBezTo>
                    <a:pt x="1064" y="217"/>
                    <a:pt x="699" y="582"/>
                    <a:pt x="456" y="1038"/>
                  </a:cubicBezTo>
                  <a:cubicBezTo>
                    <a:pt x="0" y="1950"/>
                    <a:pt x="395" y="3074"/>
                    <a:pt x="1307" y="3530"/>
                  </a:cubicBezTo>
                  <a:lnTo>
                    <a:pt x="5502" y="5628"/>
                  </a:lnTo>
                  <a:cubicBezTo>
                    <a:pt x="5775" y="5749"/>
                    <a:pt x="6049" y="5810"/>
                    <a:pt x="6353" y="5810"/>
                  </a:cubicBezTo>
                  <a:cubicBezTo>
                    <a:pt x="6535" y="5810"/>
                    <a:pt x="6718" y="5810"/>
                    <a:pt x="6961" y="5780"/>
                  </a:cubicBezTo>
                  <a:cubicBezTo>
                    <a:pt x="7447" y="5628"/>
                    <a:pt x="7842" y="5293"/>
                    <a:pt x="8055" y="4837"/>
                  </a:cubicBezTo>
                  <a:cubicBezTo>
                    <a:pt x="8298" y="4381"/>
                    <a:pt x="8329" y="3895"/>
                    <a:pt x="8177" y="3378"/>
                  </a:cubicBezTo>
                  <a:cubicBezTo>
                    <a:pt x="8025" y="2892"/>
                    <a:pt x="7690" y="2527"/>
                    <a:pt x="7234" y="2284"/>
                  </a:cubicBezTo>
                  <a:lnTo>
                    <a:pt x="3009" y="187"/>
                  </a:lnTo>
                  <a:cubicBezTo>
                    <a:pt x="2744" y="63"/>
                    <a:pt x="2467" y="1"/>
                    <a:pt x="218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65"/>
            <p:cNvSpPr/>
            <p:nvPr/>
          </p:nvSpPr>
          <p:spPr>
            <a:xfrm>
              <a:off x="469125" y="3753375"/>
              <a:ext cx="182400" cy="98050"/>
            </a:xfrm>
            <a:custGeom>
              <a:rect b="b" l="l" r="r" t="t"/>
              <a:pathLst>
                <a:path extrusionOk="0" h="3922" w="7296">
                  <a:moveTo>
                    <a:pt x="152" y="1"/>
                  </a:moveTo>
                  <a:lnTo>
                    <a:pt x="0" y="366"/>
                  </a:lnTo>
                  <a:lnTo>
                    <a:pt x="7143" y="3922"/>
                  </a:lnTo>
                  <a:lnTo>
                    <a:pt x="7295" y="3557"/>
                  </a:lnTo>
                  <a:lnTo>
                    <a:pt x="152"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65"/>
            <p:cNvSpPr/>
            <p:nvPr/>
          </p:nvSpPr>
          <p:spPr>
            <a:xfrm>
              <a:off x="702400" y="3870400"/>
              <a:ext cx="103375" cy="58550"/>
            </a:xfrm>
            <a:custGeom>
              <a:rect b="b" l="l" r="r" t="t"/>
              <a:pathLst>
                <a:path extrusionOk="0" h="2342" w="4135">
                  <a:moveTo>
                    <a:pt x="153" y="1"/>
                  </a:moveTo>
                  <a:lnTo>
                    <a:pt x="1" y="366"/>
                  </a:lnTo>
                  <a:lnTo>
                    <a:pt x="3983" y="2341"/>
                  </a:lnTo>
                  <a:lnTo>
                    <a:pt x="4135" y="2007"/>
                  </a:lnTo>
                  <a:lnTo>
                    <a:pt x="153"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65"/>
            <p:cNvSpPr/>
            <p:nvPr/>
          </p:nvSpPr>
          <p:spPr>
            <a:xfrm>
              <a:off x="637825" y="3484375"/>
              <a:ext cx="302450" cy="189250"/>
            </a:xfrm>
            <a:custGeom>
              <a:rect b="b" l="l" r="r" t="t"/>
              <a:pathLst>
                <a:path extrusionOk="0" h="7570" w="12098">
                  <a:moveTo>
                    <a:pt x="1216" y="487"/>
                  </a:moveTo>
                  <a:lnTo>
                    <a:pt x="11581" y="5685"/>
                  </a:lnTo>
                  <a:lnTo>
                    <a:pt x="10912" y="7053"/>
                  </a:lnTo>
                  <a:lnTo>
                    <a:pt x="547" y="1885"/>
                  </a:lnTo>
                  <a:lnTo>
                    <a:pt x="1216" y="487"/>
                  </a:lnTo>
                  <a:close/>
                  <a:moveTo>
                    <a:pt x="1034" y="1"/>
                  </a:moveTo>
                  <a:lnTo>
                    <a:pt x="0" y="2068"/>
                  </a:lnTo>
                  <a:lnTo>
                    <a:pt x="11064" y="7569"/>
                  </a:lnTo>
                  <a:lnTo>
                    <a:pt x="12098" y="5533"/>
                  </a:lnTo>
                  <a:lnTo>
                    <a:pt x="10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2_1_1_1">
    <p:spTree>
      <p:nvGrpSpPr>
        <p:cNvPr id="1663" name="Shape 1663"/>
        <p:cNvGrpSpPr/>
        <p:nvPr/>
      </p:nvGrpSpPr>
      <p:grpSpPr>
        <a:xfrm>
          <a:off x="0" y="0"/>
          <a:ext cx="0" cy="0"/>
          <a:chOff x="0" y="0"/>
          <a:chExt cx="0" cy="0"/>
        </a:xfrm>
      </p:grpSpPr>
      <p:grpSp>
        <p:nvGrpSpPr>
          <p:cNvPr id="1664" name="Google Shape;1664;p66"/>
          <p:cNvGrpSpPr/>
          <p:nvPr/>
        </p:nvGrpSpPr>
        <p:grpSpPr>
          <a:xfrm>
            <a:off x="-244" y="24"/>
            <a:ext cx="9144155" cy="5165694"/>
            <a:chOff x="-244" y="24"/>
            <a:chExt cx="9144155" cy="5165694"/>
          </a:xfrm>
        </p:grpSpPr>
        <p:sp>
          <p:nvSpPr>
            <p:cNvPr id="1665" name="Google Shape;1665;p66"/>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66"/>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7" name="Google Shape;1667;p66"/>
          <p:cNvGrpSpPr/>
          <p:nvPr/>
        </p:nvGrpSpPr>
        <p:grpSpPr>
          <a:xfrm>
            <a:off x="303630" y="306525"/>
            <a:ext cx="8536741" cy="4552701"/>
            <a:chOff x="2434200" y="841500"/>
            <a:chExt cx="4622450" cy="3053250"/>
          </a:xfrm>
        </p:grpSpPr>
        <p:sp>
          <p:nvSpPr>
            <p:cNvPr id="1668" name="Google Shape;1668;p66"/>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66"/>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0" name="Google Shape;1670;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671" name="Google Shape;1671;p66"/>
          <p:cNvGrpSpPr/>
          <p:nvPr/>
        </p:nvGrpSpPr>
        <p:grpSpPr>
          <a:xfrm rot="743544">
            <a:off x="8127338" y="86749"/>
            <a:ext cx="889055" cy="741407"/>
            <a:chOff x="3503500" y="2319800"/>
            <a:chExt cx="750575" cy="625925"/>
          </a:xfrm>
        </p:grpSpPr>
        <p:sp>
          <p:nvSpPr>
            <p:cNvPr id="1672" name="Google Shape;1672;p66"/>
            <p:cNvSpPr/>
            <p:nvPr/>
          </p:nvSpPr>
          <p:spPr>
            <a:xfrm>
              <a:off x="3511850" y="2384775"/>
              <a:ext cx="736375" cy="560950"/>
            </a:xfrm>
            <a:custGeom>
              <a:rect b="b" l="l" r="r" t="t"/>
              <a:pathLst>
                <a:path extrusionOk="0" h="22438" w="29455">
                  <a:moveTo>
                    <a:pt x="13872" y="1"/>
                  </a:moveTo>
                  <a:cubicBezTo>
                    <a:pt x="7907" y="1"/>
                    <a:pt x="2191" y="408"/>
                    <a:pt x="1635" y="1330"/>
                  </a:cubicBezTo>
                  <a:cubicBezTo>
                    <a:pt x="467" y="3198"/>
                    <a:pt x="0" y="19676"/>
                    <a:pt x="1635" y="21311"/>
                  </a:cubicBezTo>
                  <a:cubicBezTo>
                    <a:pt x="2441" y="22085"/>
                    <a:pt x="8251" y="22438"/>
                    <a:pt x="14213" y="22438"/>
                  </a:cubicBezTo>
                  <a:cubicBezTo>
                    <a:pt x="20584" y="22438"/>
                    <a:pt x="27128" y="22034"/>
                    <a:pt x="27920" y="21311"/>
                  </a:cubicBezTo>
                  <a:cubicBezTo>
                    <a:pt x="29455" y="19843"/>
                    <a:pt x="29188" y="2864"/>
                    <a:pt x="27920" y="1330"/>
                  </a:cubicBezTo>
                  <a:cubicBezTo>
                    <a:pt x="27274" y="492"/>
                    <a:pt x="20423" y="1"/>
                    <a:pt x="138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66"/>
            <p:cNvSpPr/>
            <p:nvPr/>
          </p:nvSpPr>
          <p:spPr>
            <a:xfrm>
              <a:off x="3503500" y="2384875"/>
              <a:ext cx="750575" cy="327900"/>
            </a:xfrm>
            <a:custGeom>
              <a:rect b="b" l="l" r="r" t="t"/>
              <a:pathLst>
                <a:path extrusionOk="0" h="13116" w="30023">
                  <a:moveTo>
                    <a:pt x="14144" y="1"/>
                  </a:moveTo>
                  <a:cubicBezTo>
                    <a:pt x="7974" y="1"/>
                    <a:pt x="2073" y="425"/>
                    <a:pt x="1502" y="1392"/>
                  </a:cubicBezTo>
                  <a:cubicBezTo>
                    <a:pt x="968" y="2326"/>
                    <a:pt x="1" y="11900"/>
                    <a:pt x="401" y="12667"/>
                  </a:cubicBezTo>
                  <a:cubicBezTo>
                    <a:pt x="602" y="12992"/>
                    <a:pt x="6833" y="13116"/>
                    <a:pt x="13495" y="13116"/>
                  </a:cubicBezTo>
                  <a:cubicBezTo>
                    <a:pt x="21221" y="13116"/>
                    <a:pt x="29527" y="12949"/>
                    <a:pt x="29689" y="12734"/>
                  </a:cubicBezTo>
                  <a:cubicBezTo>
                    <a:pt x="30022" y="12367"/>
                    <a:pt x="29355" y="2160"/>
                    <a:pt x="28755" y="1392"/>
                  </a:cubicBezTo>
                  <a:cubicBezTo>
                    <a:pt x="28090" y="518"/>
                    <a:pt x="20953" y="1"/>
                    <a:pt x="141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66"/>
            <p:cNvSpPr/>
            <p:nvPr/>
          </p:nvSpPr>
          <p:spPr>
            <a:xfrm>
              <a:off x="3525200" y="2699050"/>
              <a:ext cx="711350" cy="20025"/>
            </a:xfrm>
            <a:custGeom>
              <a:rect b="b" l="l" r="r" t="t"/>
              <a:pathLst>
                <a:path extrusionOk="0" h="801" w="28454">
                  <a:moveTo>
                    <a:pt x="33" y="0"/>
                  </a:moveTo>
                  <a:lnTo>
                    <a:pt x="0" y="434"/>
                  </a:lnTo>
                  <a:cubicBezTo>
                    <a:pt x="2935" y="667"/>
                    <a:pt x="9006" y="801"/>
                    <a:pt x="15011" y="801"/>
                  </a:cubicBezTo>
                  <a:cubicBezTo>
                    <a:pt x="20348" y="801"/>
                    <a:pt x="25552" y="734"/>
                    <a:pt x="28454" y="467"/>
                  </a:cubicBezTo>
                  <a:lnTo>
                    <a:pt x="28387" y="67"/>
                  </a:lnTo>
                  <a:cubicBezTo>
                    <a:pt x="25610" y="296"/>
                    <a:pt x="20594" y="399"/>
                    <a:pt x="15442" y="399"/>
                  </a:cubicBezTo>
                  <a:cubicBezTo>
                    <a:pt x="9327" y="399"/>
                    <a:pt x="3020" y="254"/>
                    <a:pt x="33"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66"/>
            <p:cNvSpPr/>
            <p:nvPr/>
          </p:nvSpPr>
          <p:spPr>
            <a:xfrm>
              <a:off x="3621925" y="2681700"/>
              <a:ext cx="57575" cy="73250"/>
            </a:xfrm>
            <a:custGeom>
              <a:rect b="b" l="l" r="r" t="t"/>
              <a:pathLst>
                <a:path extrusionOk="0" h="2930" w="2303">
                  <a:moveTo>
                    <a:pt x="1038" y="1"/>
                  </a:moveTo>
                  <a:cubicBezTo>
                    <a:pt x="611" y="1"/>
                    <a:pt x="209" y="37"/>
                    <a:pt x="134" y="127"/>
                  </a:cubicBezTo>
                  <a:cubicBezTo>
                    <a:pt x="0" y="327"/>
                    <a:pt x="101" y="2696"/>
                    <a:pt x="334" y="2829"/>
                  </a:cubicBezTo>
                  <a:cubicBezTo>
                    <a:pt x="467" y="2896"/>
                    <a:pt x="843" y="2929"/>
                    <a:pt x="1214" y="2929"/>
                  </a:cubicBezTo>
                  <a:cubicBezTo>
                    <a:pt x="1585" y="2929"/>
                    <a:pt x="1952" y="2896"/>
                    <a:pt x="2069" y="2829"/>
                  </a:cubicBezTo>
                  <a:cubicBezTo>
                    <a:pt x="2269" y="2662"/>
                    <a:pt x="2302" y="260"/>
                    <a:pt x="2169" y="127"/>
                  </a:cubicBezTo>
                  <a:cubicBezTo>
                    <a:pt x="2114" y="54"/>
                    <a:pt x="1557" y="1"/>
                    <a:pt x="103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66"/>
            <p:cNvSpPr/>
            <p:nvPr/>
          </p:nvSpPr>
          <p:spPr>
            <a:xfrm>
              <a:off x="4081425" y="2681700"/>
              <a:ext cx="57550" cy="73250"/>
            </a:xfrm>
            <a:custGeom>
              <a:rect b="b" l="l" r="r" t="t"/>
              <a:pathLst>
                <a:path extrusionOk="0" h="2930" w="2302">
                  <a:moveTo>
                    <a:pt x="1038" y="1"/>
                  </a:moveTo>
                  <a:cubicBezTo>
                    <a:pt x="611" y="1"/>
                    <a:pt x="209" y="37"/>
                    <a:pt x="134" y="127"/>
                  </a:cubicBezTo>
                  <a:cubicBezTo>
                    <a:pt x="0" y="327"/>
                    <a:pt x="100" y="2696"/>
                    <a:pt x="367" y="2829"/>
                  </a:cubicBezTo>
                  <a:cubicBezTo>
                    <a:pt x="484" y="2896"/>
                    <a:pt x="859" y="2929"/>
                    <a:pt x="1230" y="2929"/>
                  </a:cubicBezTo>
                  <a:cubicBezTo>
                    <a:pt x="1601" y="2929"/>
                    <a:pt x="1968" y="2896"/>
                    <a:pt x="2068" y="2829"/>
                  </a:cubicBezTo>
                  <a:cubicBezTo>
                    <a:pt x="2269" y="2662"/>
                    <a:pt x="2302" y="260"/>
                    <a:pt x="2168" y="127"/>
                  </a:cubicBezTo>
                  <a:cubicBezTo>
                    <a:pt x="2114" y="54"/>
                    <a:pt x="1557" y="1"/>
                    <a:pt x="1038"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66"/>
            <p:cNvSpPr/>
            <p:nvPr/>
          </p:nvSpPr>
          <p:spPr>
            <a:xfrm>
              <a:off x="3619425" y="2722475"/>
              <a:ext cx="64225" cy="17575"/>
            </a:xfrm>
            <a:custGeom>
              <a:rect b="b" l="l" r="r" t="t"/>
              <a:pathLst>
                <a:path extrusionOk="0" h="703" w="2569">
                  <a:moveTo>
                    <a:pt x="1148" y="1"/>
                  </a:moveTo>
                  <a:cubicBezTo>
                    <a:pt x="636" y="1"/>
                    <a:pt x="161" y="19"/>
                    <a:pt x="100" y="64"/>
                  </a:cubicBezTo>
                  <a:cubicBezTo>
                    <a:pt x="0" y="164"/>
                    <a:pt x="34" y="564"/>
                    <a:pt x="100" y="664"/>
                  </a:cubicBezTo>
                  <a:cubicBezTo>
                    <a:pt x="143" y="692"/>
                    <a:pt x="560" y="703"/>
                    <a:pt x="1036" y="703"/>
                  </a:cubicBezTo>
                  <a:cubicBezTo>
                    <a:pt x="1686" y="703"/>
                    <a:pt x="2444" y="684"/>
                    <a:pt x="2502" y="664"/>
                  </a:cubicBezTo>
                  <a:cubicBezTo>
                    <a:pt x="2569" y="631"/>
                    <a:pt x="2569" y="164"/>
                    <a:pt x="2502" y="64"/>
                  </a:cubicBezTo>
                  <a:cubicBezTo>
                    <a:pt x="2447" y="27"/>
                    <a:pt x="1770" y="1"/>
                    <a:pt x="1148"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66"/>
            <p:cNvSpPr/>
            <p:nvPr/>
          </p:nvSpPr>
          <p:spPr>
            <a:xfrm>
              <a:off x="4078075" y="2722475"/>
              <a:ext cx="64250" cy="17575"/>
            </a:xfrm>
            <a:custGeom>
              <a:rect b="b" l="l" r="r" t="t"/>
              <a:pathLst>
                <a:path extrusionOk="0" h="703" w="2570">
                  <a:moveTo>
                    <a:pt x="1148" y="1"/>
                  </a:moveTo>
                  <a:cubicBezTo>
                    <a:pt x="636" y="1"/>
                    <a:pt x="161" y="19"/>
                    <a:pt x="101" y="64"/>
                  </a:cubicBezTo>
                  <a:cubicBezTo>
                    <a:pt x="1" y="164"/>
                    <a:pt x="34" y="564"/>
                    <a:pt x="101" y="664"/>
                  </a:cubicBezTo>
                  <a:cubicBezTo>
                    <a:pt x="143" y="692"/>
                    <a:pt x="561" y="703"/>
                    <a:pt x="1037" y="703"/>
                  </a:cubicBezTo>
                  <a:cubicBezTo>
                    <a:pt x="1687" y="703"/>
                    <a:pt x="2445" y="684"/>
                    <a:pt x="2503" y="664"/>
                  </a:cubicBezTo>
                  <a:cubicBezTo>
                    <a:pt x="2569" y="631"/>
                    <a:pt x="2569" y="164"/>
                    <a:pt x="2503" y="64"/>
                  </a:cubicBezTo>
                  <a:cubicBezTo>
                    <a:pt x="2448" y="27"/>
                    <a:pt x="1770" y="1"/>
                    <a:pt x="1148"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66"/>
            <p:cNvSpPr/>
            <p:nvPr/>
          </p:nvSpPr>
          <p:spPr>
            <a:xfrm>
              <a:off x="3722825" y="2319800"/>
              <a:ext cx="311925" cy="74050"/>
            </a:xfrm>
            <a:custGeom>
              <a:rect b="b" l="l" r="r" t="t"/>
              <a:pathLst>
                <a:path extrusionOk="0" h="2962" w="12477">
                  <a:moveTo>
                    <a:pt x="6151" y="1"/>
                  </a:moveTo>
                  <a:cubicBezTo>
                    <a:pt x="4913" y="1"/>
                    <a:pt x="3687" y="76"/>
                    <a:pt x="3270" y="226"/>
                  </a:cubicBezTo>
                  <a:cubicBezTo>
                    <a:pt x="2569" y="460"/>
                    <a:pt x="1769" y="1560"/>
                    <a:pt x="1468" y="1994"/>
                  </a:cubicBezTo>
                  <a:lnTo>
                    <a:pt x="1" y="2161"/>
                  </a:lnTo>
                  <a:lnTo>
                    <a:pt x="101" y="2961"/>
                  </a:lnTo>
                  <a:lnTo>
                    <a:pt x="1969" y="2761"/>
                  </a:lnTo>
                  <a:lnTo>
                    <a:pt x="2102" y="2594"/>
                  </a:lnTo>
                  <a:cubicBezTo>
                    <a:pt x="2469" y="1994"/>
                    <a:pt x="3136" y="1093"/>
                    <a:pt x="3570" y="960"/>
                  </a:cubicBezTo>
                  <a:cubicBezTo>
                    <a:pt x="3891" y="848"/>
                    <a:pt x="4960" y="797"/>
                    <a:pt x="6068" y="797"/>
                  </a:cubicBezTo>
                  <a:cubicBezTo>
                    <a:pt x="7265" y="797"/>
                    <a:pt x="8509" y="856"/>
                    <a:pt x="8907" y="960"/>
                  </a:cubicBezTo>
                  <a:cubicBezTo>
                    <a:pt x="9407" y="1127"/>
                    <a:pt x="10108" y="2094"/>
                    <a:pt x="10441" y="2661"/>
                  </a:cubicBezTo>
                  <a:lnTo>
                    <a:pt x="10575" y="2895"/>
                  </a:lnTo>
                  <a:lnTo>
                    <a:pt x="12476" y="2961"/>
                  </a:lnTo>
                  <a:lnTo>
                    <a:pt x="12443" y="2161"/>
                  </a:lnTo>
                  <a:lnTo>
                    <a:pt x="10975" y="2094"/>
                  </a:lnTo>
                  <a:cubicBezTo>
                    <a:pt x="10675" y="1594"/>
                    <a:pt x="9908" y="460"/>
                    <a:pt x="9107" y="226"/>
                  </a:cubicBezTo>
                  <a:cubicBezTo>
                    <a:pt x="8640" y="76"/>
                    <a:pt x="7389" y="1"/>
                    <a:pt x="615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66"/>
            <p:cNvSpPr/>
            <p:nvPr/>
          </p:nvSpPr>
          <p:spPr>
            <a:xfrm>
              <a:off x="3726175" y="2383825"/>
              <a:ext cx="47550" cy="15025"/>
            </a:xfrm>
            <a:custGeom>
              <a:rect b="b" l="l" r="r" t="t"/>
              <a:pathLst>
                <a:path extrusionOk="0" h="601" w="1902">
                  <a:moveTo>
                    <a:pt x="1868" y="0"/>
                  </a:moveTo>
                  <a:lnTo>
                    <a:pt x="0" y="200"/>
                  </a:lnTo>
                  <a:lnTo>
                    <a:pt x="33" y="601"/>
                  </a:lnTo>
                  <a:lnTo>
                    <a:pt x="1901" y="434"/>
                  </a:lnTo>
                  <a:lnTo>
                    <a:pt x="186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66"/>
            <p:cNvSpPr/>
            <p:nvPr/>
          </p:nvSpPr>
          <p:spPr>
            <a:xfrm>
              <a:off x="3987175" y="2386325"/>
              <a:ext cx="48400" cy="12525"/>
            </a:xfrm>
            <a:custGeom>
              <a:rect b="b" l="l" r="r" t="t"/>
              <a:pathLst>
                <a:path extrusionOk="0" h="501" w="1936">
                  <a:moveTo>
                    <a:pt x="34" y="0"/>
                  </a:moveTo>
                  <a:lnTo>
                    <a:pt x="1" y="400"/>
                  </a:lnTo>
                  <a:lnTo>
                    <a:pt x="1936" y="501"/>
                  </a:lnTo>
                  <a:lnTo>
                    <a:pt x="1936" y="100"/>
                  </a:lnTo>
                  <a:lnTo>
                    <a:pt x="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2" name="Google Shape;1682;p66"/>
          <p:cNvGrpSpPr/>
          <p:nvPr/>
        </p:nvGrpSpPr>
        <p:grpSpPr>
          <a:xfrm rot="-5400000">
            <a:off x="635423" y="3443327"/>
            <a:ext cx="1891143" cy="2921210"/>
            <a:chOff x="7864023" y="121502"/>
            <a:chExt cx="1891143" cy="2921210"/>
          </a:xfrm>
        </p:grpSpPr>
        <p:sp>
          <p:nvSpPr>
            <p:cNvPr id="1683" name="Google Shape;1683;p66"/>
            <p:cNvSpPr/>
            <p:nvPr/>
          </p:nvSpPr>
          <p:spPr>
            <a:xfrm rot="6508762">
              <a:off x="7452925" y="1036930"/>
              <a:ext cx="2713340" cy="1087171"/>
            </a:xfrm>
            <a:custGeom>
              <a:rect b="b" l="l" r="r" t="t"/>
              <a:pathLst>
                <a:path extrusionOk="0" h="96932" w="241921">
                  <a:moveTo>
                    <a:pt x="240826" y="0"/>
                  </a:moveTo>
                  <a:lnTo>
                    <a:pt x="224899" y="15928"/>
                  </a:lnTo>
                  <a:lnTo>
                    <a:pt x="207907" y="15928"/>
                  </a:lnTo>
                  <a:lnTo>
                    <a:pt x="186083" y="37752"/>
                  </a:lnTo>
                  <a:lnTo>
                    <a:pt x="166265" y="37752"/>
                  </a:lnTo>
                  <a:lnTo>
                    <a:pt x="154988" y="49059"/>
                  </a:lnTo>
                  <a:lnTo>
                    <a:pt x="129365" y="49059"/>
                  </a:lnTo>
                  <a:lnTo>
                    <a:pt x="112617" y="65807"/>
                  </a:lnTo>
                  <a:lnTo>
                    <a:pt x="99182" y="65807"/>
                  </a:lnTo>
                  <a:lnTo>
                    <a:pt x="92252" y="58877"/>
                  </a:lnTo>
                  <a:lnTo>
                    <a:pt x="64014" y="58877"/>
                  </a:lnTo>
                  <a:lnTo>
                    <a:pt x="47448" y="75442"/>
                  </a:lnTo>
                  <a:lnTo>
                    <a:pt x="20366" y="75442"/>
                  </a:lnTo>
                  <a:lnTo>
                    <a:pt x="1" y="95807"/>
                  </a:lnTo>
                  <a:lnTo>
                    <a:pt x="1065" y="96932"/>
                  </a:lnTo>
                  <a:lnTo>
                    <a:pt x="20974" y="76962"/>
                  </a:lnTo>
                  <a:lnTo>
                    <a:pt x="48056" y="76962"/>
                  </a:lnTo>
                  <a:lnTo>
                    <a:pt x="64622" y="60396"/>
                  </a:lnTo>
                  <a:lnTo>
                    <a:pt x="91644" y="60396"/>
                  </a:lnTo>
                  <a:lnTo>
                    <a:pt x="98513" y="67327"/>
                  </a:lnTo>
                  <a:lnTo>
                    <a:pt x="113225" y="67327"/>
                  </a:lnTo>
                  <a:lnTo>
                    <a:pt x="129973" y="50579"/>
                  </a:lnTo>
                  <a:lnTo>
                    <a:pt x="155596" y="50579"/>
                  </a:lnTo>
                  <a:lnTo>
                    <a:pt x="166904" y="39271"/>
                  </a:lnTo>
                  <a:lnTo>
                    <a:pt x="186752" y="39271"/>
                  </a:lnTo>
                  <a:lnTo>
                    <a:pt x="208546" y="17447"/>
                  </a:lnTo>
                  <a:lnTo>
                    <a:pt x="225506" y="17447"/>
                  </a:lnTo>
                  <a:lnTo>
                    <a:pt x="241920" y="1064"/>
                  </a:lnTo>
                  <a:lnTo>
                    <a:pt x="24082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66"/>
            <p:cNvSpPr/>
            <p:nvPr/>
          </p:nvSpPr>
          <p:spPr>
            <a:xfrm rot="6508762">
              <a:off x="8821528" y="2937998"/>
              <a:ext cx="92048" cy="92732"/>
            </a:xfrm>
            <a:custGeom>
              <a:rect b="b" l="l" r="r" t="t"/>
              <a:pathLst>
                <a:path extrusionOk="0" h="8268" w="8207">
                  <a:moveTo>
                    <a:pt x="0" y="0"/>
                  </a:moveTo>
                  <a:lnTo>
                    <a:pt x="0" y="1520"/>
                  </a:lnTo>
                  <a:lnTo>
                    <a:pt x="6687" y="1520"/>
                  </a:lnTo>
                  <a:lnTo>
                    <a:pt x="6687" y="8268"/>
                  </a:lnTo>
                  <a:lnTo>
                    <a:pt x="8207" y="8268"/>
                  </a:lnTo>
                  <a:lnTo>
                    <a:pt x="820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66"/>
            <p:cNvSpPr/>
            <p:nvPr/>
          </p:nvSpPr>
          <p:spPr>
            <a:xfrm rot="6508762">
              <a:off x="8722826" y="666647"/>
              <a:ext cx="97847" cy="82874"/>
            </a:xfrm>
            <a:custGeom>
              <a:rect b="b" l="l" r="r" t="t"/>
              <a:pathLst>
                <a:path extrusionOk="0" h="7389" w="8724">
                  <a:moveTo>
                    <a:pt x="4506" y="0"/>
                  </a:moveTo>
                  <a:cubicBezTo>
                    <a:pt x="2845" y="0"/>
                    <a:pt x="1209" y="832"/>
                    <a:pt x="669" y="2574"/>
                  </a:cubicBezTo>
                  <a:cubicBezTo>
                    <a:pt x="0" y="4854"/>
                    <a:pt x="1672" y="7285"/>
                    <a:pt x="4012" y="7377"/>
                  </a:cubicBezTo>
                  <a:cubicBezTo>
                    <a:pt x="4127" y="7385"/>
                    <a:pt x="4243" y="7389"/>
                    <a:pt x="4360" y="7389"/>
                  </a:cubicBezTo>
                  <a:cubicBezTo>
                    <a:pt x="5567" y="7389"/>
                    <a:pt x="6828" y="6957"/>
                    <a:pt x="7660" y="6070"/>
                  </a:cubicBezTo>
                  <a:cubicBezTo>
                    <a:pt x="8541" y="5036"/>
                    <a:pt x="8724" y="3577"/>
                    <a:pt x="8329" y="2361"/>
                  </a:cubicBezTo>
                  <a:cubicBezTo>
                    <a:pt x="8055" y="1693"/>
                    <a:pt x="7599" y="1054"/>
                    <a:pt x="6961" y="659"/>
                  </a:cubicBezTo>
                  <a:cubicBezTo>
                    <a:pt x="6235" y="223"/>
                    <a:pt x="5367" y="0"/>
                    <a:pt x="4506"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66"/>
            <p:cNvSpPr/>
            <p:nvPr/>
          </p:nvSpPr>
          <p:spPr>
            <a:xfrm rot="6508762">
              <a:off x="8749456" y="690534"/>
              <a:ext cx="43652" cy="36586"/>
            </a:xfrm>
            <a:custGeom>
              <a:rect b="b" l="l" r="r" t="t"/>
              <a:pathLst>
                <a:path extrusionOk="0" h="3262" w="3892">
                  <a:moveTo>
                    <a:pt x="2011" y="0"/>
                  </a:moveTo>
                  <a:cubicBezTo>
                    <a:pt x="1268" y="0"/>
                    <a:pt x="546" y="365"/>
                    <a:pt x="305" y="1130"/>
                  </a:cubicBezTo>
                  <a:cubicBezTo>
                    <a:pt x="1" y="2103"/>
                    <a:pt x="730" y="3167"/>
                    <a:pt x="1794" y="3258"/>
                  </a:cubicBezTo>
                  <a:cubicBezTo>
                    <a:pt x="1835" y="3260"/>
                    <a:pt x="1876" y="3261"/>
                    <a:pt x="1917" y="3261"/>
                  </a:cubicBezTo>
                  <a:cubicBezTo>
                    <a:pt x="2460" y="3261"/>
                    <a:pt x="3038" y="3074"/>
                    <a:pt x="3405" y="2650"/>
                  </a:cubicBezTo>
                  <a:cubicBezTo>
                    <a:pt x="3800" y="2194"/>
                    <a:pt x="3891" y="1586"/>
                    <a:pt x="3709" y="1039"/>
                  </a:cubicBezTo>
                  <a:cubicBezTo>
                    <a:pt x="3587" y="735"/>
                    <a:pt x="3405" y="492"/>
                    <a:pt x="3101" y="279"/>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66"/>
            <p:cNvSpPr/>
            <p:nvPr/>
          </p:nvSpPr>
          <p:spPr>
            <a:xfrm rot="6508762">
              <a:off x="8841669" y="893229"/>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4990"/>
                    <a:pt x="8724" y="3562"/>
                    <a:pt x="8329" y="2376"/>
                  </a:cubicBezTo>
                  <a:cubicBezTo>
                    <a:pt x="8056" y="1677"/>
                    <a:pt x="7600" y="1039"/>
                    <a:pt x="6961"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66"/>
            <p:cNvSpPr/>
            <p:nvPr/>
          </p:nvSpPr>
          <p:spPr>
            <a:xfrm rot="6508762">
              <a:off x="8868730" y="917352"/>
              <a:ext cx="43641" cy="36496"/>
            </a:xfrm>
            <a:custGeom>
              <a:rect b="b" l="l" r="r" t="t"/>
              <a:pathLst>
                <a:path extrusionOk="0" h="3254" w="3891">
                  <a:moveTo>
                    <a:pt x="2004" y="1"/>
                  </a:moveTo>
                  <a:cubicBezTo>
                    <a:pt x="1264" y="1"/>
                    <a:pt x="545" y="372"/>
                    <a:pt x="304" y="1116"/>
                  </a:cubicBezTo>
                  <a:cubicBezTo>
                    <a:pt x="0" y="2119"/>
                    <a:pt x="730" y="3182"/>
                    <a:pt x="1794" y="3243"/>
                  </a:cubicBezTo>
                  <a:cubicBezTo>
                    <a:pt x="1858" y="3250"/>
                    <a:pt x="1924" y="3253"/>
                    <a:pt x="1989" y="3253"/>
                  </a:cubicBezTo>
                  <a:cubicBezTo>
                    <a:pt x="2511" y="3253"/>
                    <a:pt x="3054" y="3040"/>
                    <a:pt x="3405" y="2635"/>
                  </a:cubicBezTo>
                  <a:cubicBezTo>
                    <a:pt x="3800" y="2240"/>
                    <a:pt x="3891" y="1571"/>
                    <a:pt x="3709" y="1055"/>
                  </a:cubicBezTo>
                  <a:cubicBezTo>
                    <a:pt x="3587" y="751"/>
                    <a:pt x="3405" y="477"/>
                    <a:pt x="3101" y="295"/>
                  </a:cubicBezTo>
                  <a:cubicBezTo>
                    <a:pt x="2771" y="99"/>
                    <a:pt x="2385" y="1"/>
                    <a:pt x="20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66"/>
            <p:cNvSpPr/>
            <p:nvPr/>
          </p:nvSpPr>
          <p:spPr>
            <a:xfrm rot="6508762">
              <a:off x="8741705" y="1191842"/>
              <a:ext cx="98194" cy="82975"/>
            </a:xfrm>
            <a:custGeom>
              <a:rect b="b" l="l" r="r" t="t"/>
              <a:pathLst>
                <a:path extrusionOk="0" h="7398" w="8755">
                  <a:moveTo>
                    <a:pt x="4501" y="0"/>
                  </a:moveTo>
                  <a:cubicBezTo>
                    <a:pt x="2844" y="0"/>
                    <a:pt x="1219" y="839"/>
                    <a:pt x="699" y="2559"/>
                  </a:cubicBezTo>
                  <a:cubicBezTo>
                    <a:pt x="0" y="4838"/>
                    <a:pt x="1672" y="7270"/>
                    <a:pt x="4043" y="7392"/>
                  </a:cubicBezTo>
                  <a:cubicBezTo>
                    <a:pt x="4127" y="7396"/>
                    <a:pt x="4212" y="7398"/>
                    <a:pt x="4297" y="7398"/>
                  </a:cubicBezTo>
                  <a:cubicBezTo>
                    <a:pt x="5509" y="7398"/>
                    <a:pt x="6838" y="6991"/>
                    <a:pt x="7690" y="6054"/>
                  </a:cubicBezTo>
                  <a:cubicBezTo>
                    <a:pt x="8572" y="4990"/>
                    <a:pt x="8754" y="3562"/>
                    <a:pt x="8329" y="2376"/>
                  </a:cubicBezTo>
                  <a:cubicBezTo>
                    <a:pt x="8085" y="1677"/>
                    <a:pt x="7629" y="1039"/>
                    <a:pt x="6961" y="674"/>
                  </a:cubicBezTo>
                  <a:cubicBezTo>
                    <a:pt x="6233" y="227"/>
                    <a:pt x="5363"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66"/>
            <p:cNvSpPr/>
            <p:nvPr/>
          </p:nvSpPr>
          <p:spPr>
            <a:xfrm rot="6508762">
              <a:off x="8768877" y="1216119"/>
              <a:ext cx="43652" cy="36496"/>
            </a:xfrm>
            <a:custGeom>
              <a:rect b="b" l="l" r="r" t="t"/>
              <a:pathLst>
                <a:path extrusionOk="0" h="3254" w="3892">
                  <a:moveTo>
                    <a:pt x="1989" y="1"/>
                  </a:moveTo>
                  <a:cubicBezTo>
                    <a:pt x="1251" y="1"/>
                    <a:pt x="526" y="372"/>
                    <a:pt x="305" y="1116"/>
                  </a:cubicBezTo>
                  <a:cubicBezTo>
                    <a:pt x="1" y="2119"/>
                    <a:pt x="730" y="3182"/>
                    <a:pt x="1794" y="3243"/>
                  </a:cubicBezTo>
                  <a:cubicBezTo>
                    <a:pt x="1855" y="3250"/>
                    <a:pt x="1918" y="3253"/>
                    <a:pt x="1982" y="3253"/>
                  </a:cubicBezTo>
                  <a:cubicBezTo>
                    <a:pt x="2487" y="3253"/>
                    <a:pt x="3051" y="3040"/>
                    <a:pt x="3375" y="2635"/>
                  </a:cubicBezTo>
                  <a:cubicBezTo>
                    <a:pt x="3800" y="2240"/>
                    <a:pt x="3892" y="1571"/>
                    <a:pt x="3679" y="1055"/>
                  </a:cubicBezTo>
                  <a:cubicBezTo>
                    <a:pt x="3588" y="751"/>
                    <a:pt x="3375" y="477"/>
                    <a:pt x="3071" y="295"/>
                  </a:cubicBezTo>
                  <a:cubicBezTo>
                    <a:pt x="2751" y="99"/>
                    <a:pt x="2369" y="1"/>
                    <a:pt x="1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66"/>
            <p:cNvSpPr/>
            <p:nvPr/>
          </p:nvSpPr>
          <p:spPr>
            <a:xfrm rot="6508762">
              <a:off x="8647490" y="1238897"/>
              <a:ext cx="98531" cy="83076"/>
            </a:xfrm>
            <a:custGeom>
              <a:rect b="b" l="l" r="r" t="t"/>
              <a:pathLst>
                <a:path extrusionOk="0" h="7407" w="8785">
                  <a:moveTo>
                    <a:pt x="4528" y="1"/>
                  </a:moveTo>
                  <a:cubicBezTo>
                    <a:pt x="2862" y="1"/>
                    <a:pt x="1222" y="839"/>
                    <a:pt x="699" y="2568"/>
                  </a:cubicBezTo>
                  <a:cubicBezTo>
                    <a:pt x="0" y="4848"/>
                    <a:pt x="1672" y="7279"/>
                    <a:pt x="4043" y="7401"/>
                  </a:cubicBezTo>
                  <a:cubicBezTo>
                    <a:pt x="4122" y="7405"/>
                    <a:pt x="4203" y="7406"/>
                    <a:pt x="4283" y="7406"/>
                  </a:cubicBezTo>
                  <a:cubicBezTo>
                    <a:pt x="5499" y="7406"/>
                    <a:pt x="6835" y="6975"/>
                    <a:pt x="7690" y="6063"/>
                  </a:cubicBezTo>
                  <a:cubicBezTo>
                    <a:pt x="8542" y="5030"/>
                    <a:pt x="8785" y="3601"/>
                    <a:pt x="8329" y="2385"/>
                  </a:cubicBezTo>
                  <a:cubicBezTo>
                    <a:pt x="8055" y="1686"/>
                    <a:pt x="7599" y="1048"/>
                    <a:pt x="6961" y="653"/>
                  </a:cubicBezTo>
                  <a:cubicBezTo>
                    <a:pt x="6240"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66"/>
            <p:cNvSpPr/>
            <p:nvPr/>
          </p:nvSpPr>
          <p:spPr>
            <a:xfrm rot="6508762">
              <a:off x="8675059" y="1262724"/>
              <a:ext cx="43652" cy="36586"/>
            </a:xfrm>
            <a:custGeom>
              <a:rect b="b" l="l" r="r" t="t"/>
              <a:pathLst>
                <a:path extrusionOk="0" h="3262" w="3892">
                  <a:moveTo>
                    <a:pt x="2011" y="0"/>
                  </a:moveTo>
                  <a:cubicBezTo>
                    <a:pt x="1269" y="0"/>
                    <a:pt x="546" y="365"/>
                    <a:pt x="305" y="1131"/>
                  </a:cubicBezTo>
                  <a:cubicBezTo>
                    <a:pt x="1" y="2103"/>
                    <a:pt x="730" y="3167"/>
                    <a:pt x="1794" y="3258"/>
                  </a:cubicBezTo>
                  <a:cubicBezTo>
                    <a:pt x="1835" y="3261"/>
                    <a:pt x="1876" y="3262"/>
                    <a:pt x="1917" y="3262"/>
                  </a:cubicBezTo>
                  <a:cubicBezTo>
                    <a:pt x="2461" y="3262"/>
                    <a:pt x="3038" y="3074"/>
                    <a:pt x="3405" y="2651"/>
                  </a:cubicBezTo>
                  <a:cubicBezTo>
                    <a:pt x="3831" y="2225"/>
                    <a:pt x="3891" y="1587"/>
                    <a:pt x="3709" y="1040"/>
                  </a:cubicBezTo>
                  <a:cubicBezTo>
                    <a:pt x="3588" y="736"/>
                    <a:pt x="3405" y="492"/>
                    <a:pt x="3101" y="280"/>
                  </a:cubicBezTo>
                  <a:cubicBezTo>
                    <a:pt x="2773" y="95"/>
                    <a:pt x="2389" y="0"/>
                    <a:pt x="20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66"/>
            <p:cNvSpPr/>
            <p:nvPr/>
          </p:nvSpPr>
          <p:spPr>
            <a:xfrm rot="6508762">
              <a:off x="8597897" y="1387794"/>
              <a:ext cx="98194" cy="83076"/>
            </a:xfrm>
            <a:custGeom>
              <a:rect b="b" l="l" r="r" t="t"/>
              <a:pathLst>
                <a:path extrusionOk="0" h="7407" w="8755">
                  <a:moveTo>
                    <a:pt x="4528" y="1"/>
                  </a:moveTo>
                  <a:cubicBezTo>
                    <a:pt x="2862" y="1"/>
                    <a:pt x="1223" y="839"/>
                    <a:pt x="700" y="2568"/>
                  </a:cubicBezTo>
                  <a:cubicBezTo>
                    <a:pt x="1" y="4848"/>
                    <a:pt x="1673" y="7279"/>
                    <a:pt x="4043" y="7401"/>
                  </a:cubicBezTo>
                  <a:cubicBezTo>
                    <a:pt x="4123" y="7405"/>
                    <a:pt x="4203" y="7406"/>
                    <a:pt x="4284" y="7406"/>
                  </a:cubicBezTo>
                  <a:cubicBezTo>
                    <a:pt x="5500" y="7406"/>
                    <a:pt x="6836" y="6975"/>
                    <a:pt x="7691" y="6063"/>
                  </a:cubicBezTo>
                  <a:cubicBezTo>
                    <a:pt x="8572" y="5030"/>
                    <a:pt x="8755" y="3601"/>
                    <a:pt x="8329" y="2385"/>
                  </a:cubicBezTo>
                  <a:cubicBezTo>
                    <a:pt x="8056" y="1686"/>
                    <a:pt x="7600" y="1048"/>
                    <a:pt x="6961" y="653"/>
                  </a:cubicBezTo>
                  <a:cubicBezTo>
                    <a:pt x="6241" y="221"/>
                    <a:pt x="5381" y="1"/>
                    <a:pt x="4528"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66"/>
            <p:cNvSpPr/>
            <p:nvPr/>
          </p:nvSpPr>
          <p:spPr>
            <a:xfrm rot="6508762">
              <a:off x="8625363" y="1411945"/>
              <a:ext cx="43304" cy="36586"/>
            </a:xfrm>
            <a:custGeom>
              <a:rect b="b" l="l" r="r" t="t"/>
              <a:pathLst>
                <a:path extrusionOk="0" h="3262" w="3861">
                  <a:moveTo>
                    <a:pt x="1995" y="0"/>
                  </a:moveTo>
                  <a:cubicBezTo>
                    <a:pt x="1255" y="0"/>
                    <a:pt x="526" y="365"/>
                    <a:pt x="305" y="1131"/>
                  </a:cubicBezTo>
                  <a:cubicBezTo>
                    <a:pt x="1" y="2103"/>
                    <a:pt x="730" y="3167"/>
                    <a:pt x="1764" y="3258"/>
                  </a:cubicBezTo>
                  <a:cubicBezTo>
                    <a:pt x="1804" y="3261"/>
                    <a:pt x="1846" y="3262"/>
                    <a:pt x="1887" y="3262"/>
                  </a:cubicBezTo>
                  <a:cubicBezTo>
                    <a:pt x="2430" y="3262"/>
                    <a:pt x="3007" y="3074"/>
                    <a:pt x="3375" y="2651"/>
                  </a:cubicBezTo>
                  <a:cubicBezTo>
                    <a:pt x="3800" y="2225"/>
                    <a:pt x="3861" y="1587"/>
                    <a:pt x="3679" y="1040"/>
                  </a:cubicBezTo>
                  <a:cubicBezTo>
                    <a:pt x="3557" y="736"/>
                    <a:pt x="3375" y="492"/>
                    <a:pt x="3071" y="280"/>
                  </a:cubicBezTo>
                  <a:cubicBezTo>
                    <a:pt x="2753" y="95"/>
                    <a:pt x="2372" y="0"/>
                    <a:pt x="19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66"/>
            <p:cNvSpPr/>
            <p:nvPr/>
          </p:nvSpPr>
          <p:spPr>
            <a:xfrm rot="6508762">
              <a:off x="8712688" y="1623425"/>
              <a:ext cx="98531" cy="82975"/>
            </a:xfrm>
            <a:custGeom>
              <a:rect b="b" l="l" r="r" t="t"/>
              <a:pathLst>
                <a:path extrusionOk="0" h="7398" w="8785">
                  <a:moveTo>
                    <a:pt x="4487" y="0"/>
                  </a:moveTo>
                  <a:cubicBezTo>
                    <a:pt x="2828" y="0"/>
                    <a:pt x="1209" y="839"/>
                    <a:pt x="669" y="2559"/>
                  </a:cubicBezTo>
                  <a:cubicBezTo>
                    <a:pt x="1" y="4838"/>
                    <a:pt x="1672" y="7270"/>
                    <a:pt x="4013" y="7392"/>
                  </a:cubicBezTo>
                  <a:cubicBezTo>
                    <a:pt x="4099" y="7396"/>
                    <a:pt x="4186" y="7398"/>
                    <a:pt x="4273" y="7398"/>
                  </a:cubicBezTo>
                  <a:cubicBezTo>
                    <a:pt x="5506" y="7398"/>
                    <a:pt x="6809" y="6991"/>
                    <a:pt x="7660" y="6054"/>
                  </a:cubicBezTo>
                  <a:cubicBezTo>
                    <a:pt x="8572" y="5021"/>
                    <a:pt x="8785" y="3592"/>
                    <a:pt x="8329" y="2376"/>
                  </a:cubicBezTo>
                  <a:cubicBezTo>
                    <a:pt x="8056" y="1677"/>
                    <a:pt x="7600" y="1039"/>
                    <a:pt x="6961" y="674"/>
                  </a:cubicBezTo>
                  <a:cubicBezTo>
                    <a:pt x="6223" y="227"/>
                    <a:pt x="5350" y="0"/>
                    <a:pt x="4487"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66"/>
            <p:cNvSpPr/>
            <p:nvPr/>
          </p:nvSpPr>
          <p:spPr>
            <a:xfrm rot="6508762">
              <a:off x="8739754" y="1647450"/>
              <a:ext cx="43652" cy="36485"/>
            </a:xfrm>
            <a:custGeom>
              <a:rect b="b" l="l" r="r" t="t"/>
              <a:pathLst>
                <a:path extrusionOk="0" h="3253" w="3892">
                  <a:moveTo>
                    <a:pt x="2019" y="0"/>
                  </a:moveTo>
                  <a:cubicBezTo>
                    <a:pt x="1281" y="0"/>
                    <a:pt x="556" y="372"/>
                    <a:pt x="335" y="1115"/>
                  </a:cubicBezTo>
                  <a:cubicBezTo>
                    <a:pt x="0" y="2118"/>
                    <a:pt x="730" y="3182"/>
                    <a:pt x="1794" y="3243"/>
                  </a:cubicBezTo>
                  <a:cubicBezTo>
                    <a:pt x="1858" y="3249"/>
                    <a:pt x="1924" y="3253"/>
                    <a:pt x="1989" y="3253"/>
                  </a:cubicBezTo>
                  <a:cubicBezTo>
                    <a:pt x="2511" y="3253"/>
                    <a:pt x="3054" y="3040"/>
                    <a:pt x="3405" y="2635"/>
                  </a:cubicBezTo>
                  <a:cubicBezTo>
                    <a:pt x="3770" y="2179"/>
                    <a:pt x="3891" y="1571"/>
                    <a:pt x="3709" y="1054"/>
                  </a:cubicBezTo>
                  <a:cubicBezTo>
                    <a:pt x="3587" y="750"/>
                    <a:pt x="3405" y="477"/>
                    <a:pt x="3101" y="294"/>
                  </a:cubicBezTo>
                  <a:cubicBezTo>
                    <a:pt x="2781" y="98"/>
                    <a:pt x="2398" y="0"/>
                    <a:pt x="20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66"/>
            <p:cNvSpPr/>
            <p:nvPr/>
          </p:nvSpPr>
          <p:spPr>
            <a:xfrm rot="6508762">
              <a:off x="8619120" y="1904411"/>
              <a:ext cx="97858" cy="82975"/>
            </a:xfrm>
            <a:custGeom>
              <a:rect b="b" l="l" r="r" t="t"/>
              <a:pathLst>
                <a:path extrusionOk="0" h="7398" w="8725">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5021"/>
                    <a:pt x="8724" y="3592"/>
                    <a:pt x="8329" y="2376"/>
                  </a:cubicBezTo>
                  <a:cubicBezTo>
                    <a:pt x="8056" y="1677"/>
                    <a:pt x="7600" y="1039"/>
                    <a:pt x="6962" y="674"/>
                  </a:cubicBezTo>
                  <a:cubicBezTo>
                    <a:pt x="6234" y="227"/>
                    <a:pt x="5364" y="0"/>
                    <a:pt x="450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66"/>
            <p:cNvSpPr/>
            <p:nvPr/>
          </p:nvSpPr>
          <p:spPr>
            <a:xfrm rot="6508762">
              <a:off x="8645856" y="1928431"/>
              <a:ext cx="43641" cy="36485"/>
            </a:xfrm>
            <a:custGeom>
              <a:rect b="b" l="l" r="r" t="t"/>
              <a:pathLst>
                <a:path extrusionOk="0" h="3253" w="3891">
                  <a:moveTo>
                    <a:pt x="2004" y="0"/>
                  </a:moveTo>
                  <a:cubicBezTo>
                    <a:pt x="1264" y="0"/>
                    <a:pt x="545" y="372"/>
                    <a:pt x="304" y="1115"/>
                  </a:cubicBezTo>
                  <a:cubicBezTo>
                    <a:pt x="0" y="2118"/>
                    <a:pt x="730" y="3182"/>
                    <a:pt x="1794" y="3243"/>
                  </a:cubicBezTo>
                  <a:cubicBezTo>
                    <a:pt x="1858" y="3249"/>
                    <a:pt x="1924" y="3253"/>
                    <a:pt x="1989" y="3253"/>
                  </a:cubicBezTo>
                  <a:cubicBezTo>
                    <a:pt x="2511" y="3253"/>
                    <a:pt x="3050" y="3040"/>
                    <a:pt x="3374" y="2635"/>
                  </a:cubicBezTo>
                  <a:cubicBezTo>
                    <a:pt x="3769" y="2179"/>
                    <a:pt x="3891" y="1571"/>
                    <a:pt x="3709" y="1054"/>
                  </a:cubicBezTo>
                  <a:cubicBezTo>
                    <a:pt x="3587" y="750"/>
                    <a:pt x="3405" y="477"/>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66"/>
            <p:cNvSpPr/>
            <p:nvPr/>
          </p:nvSpPr>
          <p:spPr>
            <a:xfrm rot="6508762">
              <a:off x="8704020" y="2062750"/>
              <a:ext cx="98194" cy="83042"/>
            </a:xfrm>
            <a:custGeom>
              <a:rect b="b" l="l" r="r" t="t"/>
              <a:pathLst>
                <a:path extrusionOk="0" h="7404" w="8755">
                  <a:moveTo>
                    <a:pt x="4502" y="1"/>
                  </a:moveTo>
                  <a:cubicBezTo>
                    <a:pt x="2845" y="1"/>
                    <a:pt x="1220" y="839"/>
                    <a:pt x="700" y="2559"/>
                  </a:cubicBezTo>
                  <a:cubicBezTo>
                    <a:pt x="1" y="4838"/>
                    <a:pt x="1673" y="7270"/>
                    <a:pt x="4043" y="7392"/>
                  </a:cubicBezTo>
                  <a:cubicBezTo>
                    <a:pt x="4155" y="7400"/>
                    <a:pt x="4269" y="7404"/>
                    <a:pt x="4383" y="7404"/>
                  </a:cubicBezTo>
                  <a:cubicBezTo>
                    <a:pt x="5572" y="7404"/>
                    <a:pt x="6859" y="6969"/>
                    <a:pt x="7691" y="6054"/>
                  </a:cubicBezTo>
                  <a:cubicBezTo>
                    <a:pt x="8542" y="5051"/>
                    <a:pt x="8755" y="3592"/>
                    <a:pt x="8329" y="2376"/>
                  </a:cubicBezTo>
                  <a:cubicBezTo>
                    <a:pt x="8056" y="1708"/>
                    <a:pt x="7600" y="1039"/>
                    <a:pt x="6961" y="674"/>
                  </a:cubicBezTo>
                  <a:cubicBezTo>
                    <a:pt x="6234" y="227"/>
                    <a:pt x="5364"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66"/>
            <p:cNvSpPr/>
            <p:nvPr/>
          </p:nvSpPr>
          <p:spPr>
            <a:xfrm rot="6508762">
              <a:off x="8731366" y="2086813"/>
              <a:ext cx="43641" cy="36407"/>
            </a:xfrm>
            <a:custGeom>
              <a:rect b="b" l="l" r="r" t="t"/>
              <a:pathLst>
                <a:path extrusionOk="0" h="3246" w="3891">
                  <a:moveTo>
                    <a:pt x="2004" y="0"/>
                  </a:moveTo>
                  <a:cubicBezTo>
                    <a:pt x="1264" y="0"/>
                    <a:pt x="545" y="372"/>
                    <a:pt x="304" y="1115"/>
                  </a:cubicBezTo>
                  <a:cubicBezTo>
                    <a:pt x="0" y="2118"/>
                    <a:pt x="730" y="3182"/>
                    <a:pt x="1794" y="3242"/>
                  </a:cubicBezTo>
                  <a:cubicBezTo>
                    <a:pt x="1834" y="3244"/>
                    <a:pt x="1876" y="3246"/>
                    <a:pt x="1917" y="3246"/>
                  </a:cubicBezTo>
                  <a:cubicBezTo>
                    <a:pt x="2460" y="3246"/>
                    <a:pt x="3037" y="3058"/>
                    <a:pt x="3405" y="2634"/>
                  </a:cubicBezTo>
                  <a:cubicBezTo>
                    <a:pt x="3830" y="2239"/>
                    <a:pt x="3891" y="1571"/>
                    <a:pt x="3708" y="1054"/>
                  </a:cubicBezTo>
                  <a:cubicBezTo>
                    <a:pt x="3587" y="750"/>
                    <a:pt x="3405" y="476"/>
                    <a:pt x="3101" y="294"/>
                  </a:cubicBezTo>
                  <a:cubicBezTo>
                    <a:pt x="2771" y="98"/>
                    <a:pt x="2385"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66"/>
            <p:cNvSpPr/>
            <p:nvPr/>
          </p:nvSpPr>
          <p:spPr>
            <a:xfrm rot="6508762">
              <a:off x="8635190" y="2269207"/>
              <a:ext cx="97858" cy="83042"/>
            </a:xfrm>
            <a:custGeom>
              <a:rect b="b" l="l" r="r" t="t"/>
              <a:pathLst>
                <a:path extrusionOk="0" h="7404" w="8725">
                  <a:moveTo>
                    <a:pt x="4501" y="1"/>
                  </a:moveTo>
                  <a:cubicBezTo>
                    <a:pt x="2841" y="1"/>
                    <a:pt x="1209" y="839"/>
                    <a:pt x="669" y="2559"/>
                  </a:cubicBezTo>
                  <a:cubicBezTo>
                    <a:pt x="1" y="4838"/>
                    <a:pt x="1672" y="7270"/>
                    <a:pt x="4013" y="7392"/>
                  </a:cubicBezTo>
                  <a:cubicBezTo>
                    <a:pt x="4128" y="7400"/>
                    <a:pt x="4243" y="7404"/>
                    <a:pt x="4359" y="7404"/>
                  </a:cubicBezTo>
                  <a:cubicBezTo>
                    <a:pt x="5567" y="7404"/>
                    <a:pt x="6828" y="6969"/>
                    <a:pt x="7660" y="6054"/>
                  </a:cubicBezTo>
                  <a:cubicBezTo>
                    <a:pt x="8542" y="5051"/>
                    <a:pt x="8724" y="3592"/>
                    <a:pt x="8329" y="2376"/>
                  </a:cubicBezTo>
                  <a:cubicBezTo>
                    <a:pt x="8055" y="1708"/>
                    <a:pt x="7600" y="1039"/>
                    <a:pt x="6961" y="674"/>
                  </a:cubicBezTo>
                  <a:cubicBezTo>
                    <a:pt x="6233" y="227"/>
                    <a:pt x="5363" y="1"/>
                    <a:pt x="4501"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66"/>
            <p:cNvSpPr/>
            <p:nvPr/>
          </p:nvSpPr>
          <p:spPr>
            <a:xfrm rot="6508762">
              <a:off x="8662315" y="2293430"/>
              <a:ext cx="43641" cy="36407"/>
            </a:xfrm>
            <a:custGeom>
              <a:rect b="b" l="l" r="r" t="t"/>
              <a:pathLst>
                <a:path extrusionOk="0" h="3246" w="3891">
                  <a:moveTo>
                    <a:pt x="2004" y="0"/>
                  </a:moveTo>
                  <a:cubicBezTo>
                    <a:pt x="1264" y="0"/>
                    <a:pt x="545" y="372"/>
                    <a:pt x="304" y="1115"/>
                  </a:cubicBezTo>
                  <a:cubicBezTo>
                    <a:pt x="0" y="2118"/>
                    <a:pt x="730" y="3182"/>
                    <a:pt x="1793" y="3242"/>
                  </a:cubicBezTo>
                  <a:cubicBezTo>
                    <a:pt x="1834" y="3244"/>
                    <a:pt x="1875" y="3246"/>
                    <a:pt x="1917" y="3246"/>
                  </a:cubicBezTo>
                  <a:cubicBezTo>
                    <a:pt x="2460" y="3246"/>
                    <a:pt x="3037" y="3058"/>
                    <a:pt x="3404" y="2634"/>
                  </a:cubicBezTo>
                  <a:cubicBezTo>
                    <a:pt x="3769" y="2239"/>
                    <a:pt x="3891" y="1571"/>
                    <a:pt x="3708" y="1054"/>
                  </a:cubicBezTo>
                  <a:cubicBezTo>
                    <a:pt x="3587" y="750"/>
                    <a:pt x="3404" y="476"/>
                    <a:pt x="3100" y="294"/>
                  </a:cubicBezTo>
                  <a:cubicBezTo>
                    <a:pt x="2770" y="98"/>
                    <a:pt x="2384" y="0"/>
                    <a:pt x="20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66"/>
            <p:cNvSpPr/>
            <p:nvPr/>
          </p:nvSpPr>
          <p:spPr>
            <a:xfrm rot="6508762">
              <a:off x="8786553" y="2579591"/>
              <a:ext cx="98194" cy="82975"/>
            </a:xfrm>
            <a:custGeom>
              <a:rect b="b" l="l" r="r" t="t"/>
              <a:pathLst>
                <a:path extrusionOk="0" h="7398" w="8755">
                  <a:moveTo>
                    <a:pt x="4502" y="1"/>
                  </a:moveTo>
                  <a:cubicBezTo>
                    <a:pt x="2845" y="1"/>
                    <a:pt x="1219" y="839"/>
                    <a:pt x="699" y="2559"/>
                  </a:cubicBezTo>
                  <a:cubicBezTo>
                    <a:pt x="0" y="4839"/>
                    <a:pt x="1672" y="7270"/>
                    <a:pt x="4043" y="7392"/>
                  </a:cubicBezTo>
                  <a:cubicBezTo>
                    <a:pt x="4127" y="7396"/>
                    <a:pt x="4212" y="7398"/>
                    <a:pt x="4298" y="7398"/>
                  </a:cubicBezTo>
                  <a:cubicBezTo>
                    <a:pt x="5510" y="7398"/>
                    <a:pt x="6839" y="6991"/>
                    <a:pt x="7690" y="6054"/>
                  </a:cubicBezTo>
                  <a:cubicBezTo>
                    <a:pt x="8572" y="4991"/>
                    <a:pt x="8754" y="3562"/>
                    <a:pt x="8329" y="2376"/>
                  </a:cubicBezTo>
                  <a:cubicBezTo>
                    <a:pt x="8055" y="1708"/>
                    <a:pt x="7599" y="1039"/>
                    <a:pt x="6961" y="674"/>
                  </a:cubicBezTo>
                  <a:cubicBezTo>
                    <a:pt x="6233" y="227"/>
                    <a:pt x="5363" y="1"/>
                    <a:pt x="450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66"/>
            <p:cNvSpPr/>
            <p:nvPr/>
          </p:nvSpPr>
          <p:spPr>
            <a:xfrm rot="6508762">
              <a:off x="8813946" y="2603717"/>
              <a:ext cx="43304" cy="36485"/>
            </a:xfrm>
            <a:custGeom>
              <a:rect b="b" l="l" r="r" t="t"/>
              <a:pathLst>
                <a:path extrusionOk="0" h="3253" w="3861">
                  <a:moveTo>
                    <a:pt x="1989" y="0"/>
                  </a:moveTo>
                  <a:cubicBezTo>
                    <a:pt x="1250" y="0"/>
                    <a:pt x="525" y="372"/>
                    <a:pt x="304" y="1115"/>
                  </a:cubicBezTo>
                  <a:cubicBezTo>
                    <a:pt x="0" y="2118"/>
                    <a:pt x="730" y="3182"/>
                    <a:pt x="1763" y="3242"/>
                  </a:cubicBezTo>
                  <a:cubicBezTo>
                    <a:pt x="1828" y="3249"/>
                    <a:pt x="1893" y="3253"/>
                    <a:pt x="1960" y="3253"/>
                  </a:cubicBezTo>
                  <a:cubicBezTo>
                    <a:pt x="2486" y="3253"/>
                    <a:pt x="3050" y="3040"/>
                    <a:pt x="3374" y="2635"/>
                  </a:cubicBezTo>
                  <a:cubicBezTo>
                    <a:pt x="3800" y="2239"/>
                    <a:pt x="3860" y="1571"/>
                    <a:pt x="3678" y="1054"/>
                  </a:cubicBezTo>
                  <a:cubicBezTo>
                    <a:pt x="3556"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66"/>
            <p:cNvSpPr/>
            <p:nvPr/>
          </p:nvSpPr>
          <p:spPr>
            <a:xfrm rot="6508762">
              <a:off x="8727668" y="2756295"/>
              <a:ext cx="97858" cy="82975"/>
            </a:xfrm>
            <a:custGeom>
              <a:rect b="b" l="l" r="r" t="t"/>
              <a:pathLst>
                <a:path extrusionOk="0" h="7398" w="8725">
                  <a:moveTo>
                    <a:pt x="4472" y="1"/>
                  </a:moveTo>
                  <a:cubicBezTo>
                    <a:pt x="2815" y="1"/>
                    <a:pt x="1189" y="839"/>
                    <a:pt x="669" y="2559"/>
                  </a:cubicBezTo>
                  <a:cubicBezTo>
                    <a:pt x="1" y="4839"/>
                    <a:pt x="1673" y="7270"/>
                    <a:pt x="4013" y="7392"/>
                  </a:cubicBezTo>
                  <a:cubicBezTo>
                    <a:pt x="4097" y="7396"/>
                    <a:pt x="4182" y="7398"/>
                    <a:pt x="4268" y="7398"/>
                  </a:cubicBezTo>
                  <a:cubicBezTo>
                    <a:pt x="5480" y="7398"/>
                    <a:pt x="6809" y="6991"/>
                    <a:pt x="7660" y="6054"/>
                  </a:cubicBezTo>
                  <a:cubicBezTo>
                    <a:pt x="8542" y="4991"/>
                    <a:pt x="8724" y="3562"/>
                    <a:pt x="8299" y="2376"/>
                  </a:cubicBezTo>
                  <a:cubicBezTo>
                    <a:pt x="8056" y="1708"/>
                    <a:pt x="7600" y="1039"/>
                    <a:pt x="6931" y="674"/>
                  </a:cubicBezTo>
                  <a:cubicBezTo>
                    <a:pt x="6203" y="227"/>
                    <a:pt x="5333" y="1"/>
                    <a:pt x="4472"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66"/>
            <p:cNvSpPr/>
            <p:nvPr/>
          </p:nvSpPr>
          <p:spPr>
            <a:xfrm rot="6508762">
              <a:off x="8754723" y="2780421"/>
              <a:ext cx="43641" cy="36485"/>
            </a:xfrm>
            <a:custGeom>
              <a:rect b="b" l="l" r="r" t="t"/>
              <a:pathLst>
                <a:path extrusionOk="0" h="3253" w="3891">
                  <a:moveTo>
                    <a:pt x="1989" y="0"/>
                  </a:moveTo>
                  <a:cubicBezTo>
                    <a:pt x="1250" y="0"/>
                    <a:pt x="525" y="372"/>
                    <a:pt x="304" y="1115"/>
                  </a:cubicBezTo>
                  <a:cubicBezTo>
                    <a:pt x="0" y="2118"/>
                    <a:pt x="730" y="3182"/>
                    <a:pt x="1794" y="3242"/>
                  </a:cubicBezTo>
                  <a:cubicBezTo>
                    <a:pt x="1858" y="3249"/>
                    <a:pt x="1923" y="3253"/>
                    <a:pt x="1989" y="3253"/>
                  </a:cubicBezTo>
                  <a:cubicBezTo>
                    <a:pt x="2510" y="3253"/>
                    <a:pt x="3050" y="3040"/>
                    <a:pt x="3374" y="2635"/>
                  </a:cubicBezTo>
                  <a:cubicBezTo>
                    <a:pt x="3800" y="2239"/>
                    <a:pt x="3891" y="1571"/>
                    <a:pt x="3678" y="1054"/>
                  </a:cubicBezTo>
                  <a:cubicBezTo>
                    <a:pt x="3587" y="750"/>
                    <a:pt x="3374" y="476"/>
                    <a:pt x="3070" y="294"/>
                  </a:cubicBezTo>
                  <a:cubicBezTo>
                    <a:pt x="2750" y="98"/>
                    <a:pt x="2368" y="0"/>
                    <a:pt x="19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2_1_1_1_1">
    <p:spTree>
      <p:nvGrpSpPr>
        <p:cNvPr id="1707" name="Shape 1707"/>
        <p:cNvGrpSpPr/>
        <p:nvPr/>
      </p:nvGrpSpPr>
      <p:grpSpPr>
        <a:xfrm>
          <a:off x="0" y="0"/>
          <a:ext cx="0" cy="0"/>
          <a:chOff x="0" y="0"/>
          <a:chExt cx="0" cy="0"/>
        </a:xfrm>
      </p:grpSpPr>
      <p:grpSp>
        <p:nvGrpSpPr>
          <p:cNvPr id="1708" name="Google Shape;1708;p67"/>
          <p:cNvGrpSpPr/>
          <p:nvPr/>
        </p:nvGrpSpPr>
        <p:grpSpPr>
          <a:xfrm>
            <a:off x="-244" y="24"/>
            <a:ext cx="9144155" cy="5165694"/>
            <a:chOff x="-244" y="24"/>
            <a:chExt cx="9144155" cy="5165694"/>
          </a:xfrm>
        </p:grpSpPr>
        <p:sp>
          <p:nvSpPr>
            <p:cNvPr id="1709" name="Google Shape;1709;p67"/>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67"/>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1" name="Google Shape;1711;p67"/>
          <p:cNvGrpSpPr/>
          <p:nvPr/>
        </p:nvGrpSpPr>
        <p:grpSpPr>
          <a:xfrm>
            <a:off x="303630" y="306525"/>
            <a:ext cx="8536741" cy="4552701"/>
            <a:chOff x="2434200" y="841500"/>
            <a:chExt cx="4622450" cy="3053250"/>
          </a:xfrm>
        </p:grpSpPr>
        <p:sp>
          <p:nvSpPr>
            <p:cNvPr id="1712" name="Google Shape;1712;p67"/>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67"/>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14" name="Google Shape;1714;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715" name="Google Shape;1715;p67"/>
          <p:cNvGrpSpPr/>
          <p:nvPr/>
        </p:nvGrpSpPr>
        <p:grpSpPr>
          <a:xfrm flipH="1" rot="10800000">
            <a:off x="8549125" y="2965875"/>
            <a:ext cx="551700" cy="2117650"/>
            <a:chOff x="6472275" y="2445175"/>
            <a:chExt cx="551700" cy="2117650"/>
          </a:xfrm>
        </p:grpSpPr>
        <p:sp>
          <p:nvSpPr>
            <p:cNvPr id="1716" name="Google Shape;1716;p67"/>
            <p:cNvSpPr/>
            <p:nvPr/>
          </p:nvSpPr>
          <p:spPr>
            <a:xfrm>
              <a:off x="6512550" y="2625700"/>
              <a:ext cx="511425" cy="1765250"/>
            </a:xfrm>
            <a:custGeom>
              <a:rect b="b" l="l" r="r" t="t"/>
              <a:pathLst>
                <a:path extrusionOk="0" h="70610" w="20457">
                  <a:moveTo>
                    <a:pt x="6839" y="1"/>
                  </a:moveTo>
                  <a:lnTo>
                    <a:pt x="0" y="1338"/>
                  </a:lnTo>
                  <a:lnTo>
                    <a:pt x="13587" y="70610"/>
                  </a:lnTo>
                  <a:lnTo>
                    <a:pt x="20457" y="69272"/>
                  </a:lnTo>
                  <a:lnTo>
                    <a:pt x="68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67"/>
            <p:cNvSpPr/>
            <p:nvPr/>
          </p:nvSpPr>
          <p:spPr>
            <a:xfrm>
              <a:off x="6547500" y="2651550"/>
              <a:ext cx="348825" cy="1733325"/>
            </a:xfrm>
            <a:custGeom>
              <a:rect b="b" l="l" r="r" t="t"/>
              <a:pathLst>
                <a:path extrusionOk="0" h="69333" w="13953">
                  <a:moveTo>
                    <a:pt x="365" y="0"/>
                  </a:moveTo>
                  <a:lnTo>
                    <a:pt x="1" y="61"/>
                  </a:lnTo>
                  <a:lnTo>
                    <a:pt x="13557" y="69333"/>
                  </a:lnTo>
                  <a:lnTo>
                    <a:pt x="13952" y="69272"/>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67"/>
            <p:cNvSpPr/>
            <p:nvPr/>
          </p:nvSpPr>
          <p:spPr>
            <a:xfrm>
              <a:off x="6640200" y="2633300"/>
              <a:ext cx="348825" cy="1733350"/>
            </a:xfrm>
            <a:custGeom>
              <a:rect b="b" l="l" r="r" t="t"/>
              <a:pathLst>
                <a:path extrusionOk="0" h="69334" w="13953">
                  <a:moveTo>
                    <a:pt x="366" y="1"/>
                  </a:moveTo>
                  <a:lnTo>
                    <a:pt x="1" y="62"/>
                  </a:lnTo>
                  <a:lnTo>
                    <a:pt x="13588" y="69333"/>
                  </a:lnTo>
                  <a:lnTo>
                    <a:pt x="13952" y="69272"/>
                  </a:lnTo>
                  <a:lnTo>
                    <a:pt x="36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67"/>
            <p:cNvSpPr/>
            <p:nvPr/>
          </p:nvSpPr>
          <p:spPr>
            <a:xfrm>
              <a:off x="6950250" y="4458925"/>
              <a:ext cx="36500" cy="103900"/>
            </a:xfrm>
            <a:custGeom>
              <a:rect b="b" l="l" r="r" t="t"/>
              <a:pathLst>
                <a:path extrusionOk="0" h="4156" w="1460">
                  <a:moveTo>
                    <a:pt x="399" y="1"/>
                  </a:moveTo>
                  <a:cubicBezTo>
                    <a:pt x="368" y="1"/>
                    <a:pt x="336" y="6"/>
                    <a:pt x="304" y="16"/>
                  </a:cubicBezTo>
                  <a:cubicBezTo>
                    <a:pt x="91" y="47"/>
                    <a:pt x="0" y="229"/>
                    <a:pt x="31" y="442"/>
                  </a:cubicBezTo>
                  <a:lnTo>
                    <a:pt x="699" y="3877"/>
                  </a:lnTo>
                  <a:cubicBezTo>
                    <a:pt x="753" y="4063"/>
                    <a:pt x="899" y="4156"/>
                    <a:pt x="1057" y="4156"/>
                  </a:cubicBezTo>
                  <a:cubicBezTo>
                    <a:pt x="1079" y="4156"/>
                    <a:pt x="1102" y="4154"/>
                    <a:pt x="1125" y="4150"/>
                  </a:cubicBezTo>
                  <a:cubicBezTo>
                    <a:pt x="1307" y="4120"/>
                    <a:pt x="1459" y="3937"/>
                    <a:pt x="1398" y="3725"/>
                  </a:cubicBezTo>
                  <a:lnTo>
                    <a:pt x="699" y="290"/>
                  </a:lnTo>
                  <a:cubicBezTo>
                    <a:pt x="674" y="114"/>
                    <a:pt x="546" y="1"/>
                    <a:pt x="399"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67"/>
            <p:cNvSpPr/>
            <p:nvPr/>
          </p:nvSpPr>
          <p:spPr>
            <a:xfrm>
              <a:off x="6852975" y="4352775"/>
              <a:ext cx="171000" cy="176475"/>
            </a:xfrm>
            <a:custGeom>
              <a:rect b="b" l="l" r="r" t="t"/>
              <a:pathLst>
                <a:path extrusionOk="0" h="7059" w="6840">
                  <a:moveTo>
                    <a:pt x="6325" y="0"/>
                  </a:moveTo>
                  <a:cubicBezTo>
                    <a:pt x="6005" y="0"/>
                    <a:pt x="5660" y="212"/>
                    <a:pt x="5289" y="524"/>
                  </a:cubicBezTo>
                  <a:cubicBezTo>
                    <a:pt x="4893" y="395"/>
                    <a:pt x="4503" y="333"/>
                    <a:pt x="4118" y="333"/>
                  </a:cubicBezTo>
                  <a:cubicBezTo>
                    <a:pt x="3232" y="333"/>
                    <a:pt x="2377" y="660"/>
                    <a:pt x="1551" y="1253"/>
                  </a:cubicBezTo>
                  <a:cubicBezTo>
                    <a:pt x="1332" y="1204"/>
                    <a:pt x="1127" y="1177"/>
                    <a:pt x="938" y="1177"/>
                  </a:cubicBezTo>
                  <a:cubicBezTo>
                    <a:pt x="547" y="1177"/>
                    <a:pt x="226" y="1291"/>
                    <a:pt x="1" y="1557"/>
                  </a:cubicBezTo>
                  <a:lnTo>
                    <a:pt x="4378" y="7059"/>
                  </a:lnTo>
                  <a:lnTo>
                    <a:pt x="5137" y="6907"/>
                  </a:lnTo>
                  <a:lnTo>
                    <a:pt x="6840" y="220"/>
                  </a:lnTo>
                  <a:cubicBezTo>
                    <a:pt x="6676" y="67"/>
                    <a:pt x="6504" y="0"/>
                    <a:pt x="63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67"/>
            <p:cNvSpPr/>
            <p:nvPr/>
          </p:nvSpPr>
          <p:spPr>
            <a:xfrm>
              <a:off x="6472275" y="2445175"/>
              <a:ext cx="223425" cy="242875"/>
            </a:xfrm>
            <a:custGeom>
              <a:rect b="b" l="l" r="r" t="t"/>
              <a:pathLst>
                <a:path extrusionOk="0" h="9715" w="8937">
                  <a:moveTo>
                    <a:pt x="6679" y="0"/>
                  </a:moveTo>
                  <a:cubicBezTo>
                    <a:pt x="6631" y="0"/>
                    <a:pt x="6583" y="6"/>
                    <a:pt x="6535" y="18"/>
                  </a:cubicBezTo>
                  <a:lnTo>
                    <a:pt x="639" y="1143"/>
                  </a:lnTo>
                  <a:cubicBezTo>
                    <a:pt x="274" y="1234"/>
                    <a:pt x="0" y="1599"/>
                    <a:pt x="61" y="1994"/>
                  </a:cubicBezTo>
                  <a:lnTo>
                    <a:pt x="1581" y="9714"/>
                  </a:lnTo>
                  <a:lnTo>
                    <a:pt x="8937" y="8255"/>
                  </a:lnTo>
                  <a:lnTo>
                    <a:pt x="7356" y="596"/>
                  </a:lnTo>
                  <a:cubicBezTo>
                    <a:pt x="7303" y="252"/>
                    <a:pt x="6998" y="0"/>
                    <a:pt x="6679"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2" name="Google Shape;1722;p67"/>
          <p:cNvGrpSpPr/>
          <p:nvPr/>
        </p:nvGrpSpPr>
        <p:grpSpPr>
          <a:xfrm rot="3190324">
            <a:off x="-77109" y="30703"/>
            <a:ext cx="1035174" cy="1021942"/>
            <a:chOff x="5877275" y="2495575"/>
            <a:chExt cx="743200" cy="733700"/>
          </a:xfrm>
        </p:grpSpPr>
        <p:sp>
          <p:nvSpPr>
            <p:cNvPr id="1723" name="Google Shape;1723;p67"/>
            <p:cNvSpPr/>
            <p:nvPr/>
          </p:nvSpPr>
          <p:spPr>
            <a:xfrm>
              <a:off x="5877275" y="2495575"/>
              <a:ext cx="743200" cy="733700"/>
            </a:xfrm>
            <a:custGeom>
              <a:rect b="b" l="l" r="r" t="t"/>
              <a:pathLst>
                <a:path extrusionOk="0" h="29348" w="29728">
                  <a:moveTo>
                    <a:pt x="12736" y="1"/>
                  </a:moveTo>
                  <a:cubicBezTo>
                    <a:pt x="12364" y="1"/>
                    <a:pt x="11992" y="145"/>
                    <a:pt x="11703" y="434"/>
                  </a:cubicBezTo>
                  <a:lnTo>
                    <a:pt x="578" y="11711"/>
                  </a:lnTo>
                  <a:cubicBezTo>
                    <a:pt x="1" y="12288"/>
                    <a:pt x="1" y="13200"/>
                    <a:pt x="578" y="13777"/>
                  </a:cubicBezTo>
                  <a:lnTo>
                    <a:pt x="15928" y="28914"/>
                  </a:lnTo>
                  <a:cubicBezTo>
                    <a:pt x="16217" y="29203"/>
                    <a:pt x="16589" y="29348"/>
                    <a:pt x="16961" y="29348"/>
                  </a:cubicBezTo>
                  <a:cubicBezTo>
                    <a:pt x="17334" y="29348"/>
                    <a:pt x="17706" y="29203"/>
                    <a:pt x="17995" y="28914"/>
                  </a:cubicBezTo>
                  <a:lnTo>
                    <a:pt x="29150" y="17638"/>
                  </a:lnTo>
                  <a:cubicBezTo>
                    <a:pt x="29728" y="17060"/>
                    <a:pt x="29697" y="16148"/>
                    <a:pt x="29120" y="15601"/>
                  </a:cubicBezTo>
                  <a:lnTo>
                    <a:pt x="13770" y="434"/>
                  </a:lnTo>
                  <a:cubicBezTo>
                    <a:pt x="13481" y="145"/>
                    <a:pt x="13109" y="1"/>
                    <a:pt x="127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67"/>
            <p:cNvSpPr/>
            <p:nvPr/>
          </p:nvSpPr>
          <p:spPr>
            <a:xfrm>
              <a:off x="5919075" y="2533000"/>
              <a:ext cx="659600" cy="658850"/>
            </a:xfrm>
            <a:custGeom>
              <a:rect b="b" l="l" r="r" t="t"/>
              <a:pathLst>
                <a:path extrusionOk="0" h="26354" w="26384">
                  <a:moveTo>
                    <a:pt x="11368" y="1"/>
                  </a:moveTo>
                  <a:lnTo>
                    <a:pt x="0" y="11521"/>
                  </a:lnTo>
                  <a:lnTo>
                    <a:pt x="15016" y="26354"/>
                  </a:lnTo>
                  <a:lnTo>
                    <a:pt x="26384" y="14834"/>
                  </a:lnTo>
                  <a:lnTo>
                    <a:pt x="1136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67"/>
            <p:cNvSpPr/>
            <p:nvPr/>
          </p:nvSpPr>
          <p:spPr>
            <a:xfrm>
              <a:off x="5945675" y="2562925"/>
              <a:ext cx="207475" cy="204725"/>
            </a:xfrm>
            <a:custGeom>
              <a:rect b="b" l="l" r="r" t="t"/>
              <a:pathLst>
                <a:path extrusionOk="0" h="8189" w="8299">
                  <a:moveTo>
                    <a:pt x="6373" y="0"/>
                  </a:moveTo>
                  <a:cubicBezTo>
                    <a:pt x="6199" y="0"/>
                    <a:pt x="6030" y="69"/>
                    <a:pt x="5897" y="202"/>
                  </a:cubicBezTo>
                  <a:lnTo>
                    <a:pt x="5411" y="688"/>
                  </a:lnTo>
                  <a:cubicBezTo>
                    <a:pt x="5149" y="481"/>
                    <a:pt x="4825" y="381"/>
                    <a:pt x="4500" y="381"/>
                  </a:cubicBezTo>
                  <a:cubicBezTo>
                    <a:pt x="4109" y="381"/>
                    <a:pt x="3717" y="527"/>
                    <a:pt x="3435" y="810"/>
                  </a:cubicBezTo>
                  <a:lnTo>
                    <a:pt x="851" y="3424"/>
                  </a:lnTo>
                  <a:cubicBezTo>
                    <a:pt x="304" y="3971"/>
                    <a:pt x="274" y="4852"/>
                    <a:pt x="760" y="5399"/>
                  </a:cubicBezTo>
                  <a:lnTo>
                    <a:pt x="274" y="5916"/>
                  </a:lnTo>
                  <a:cubicBezTo>
                    <a:pt x="0" y="6159"/>
                    <a:pt x="0" y="6615"/>
                    <a:pt x="274" y="6889"/>
                  </a:cubicBezTo>
                  <a:lnTo>
                    <a:pt x="1429" y="7983"/>
                  </a:lnTo>
                  <a:cubicBezTo>
                    <a:pt x="1550" y="8120"/>
                    <a:pt x="1725" y="8188"/>
                    <a:pt x="1904" y="8188"/>
                  </a:cubicBezTo>
                  <a:cubicBezTo>
                    <a:pt x="2082" y="8188"/>
                    <a:pt x="2265" y="8120"/>
                    <a:pt x="2401" y="7983"/>
                  </a:cubicBezTo>
                  <a:lnTo>
                    <a:pt x="8025" y="2329"/>
                  </a:lnTo>
                  <a:cubicBezTo>
                    <a:pt x="8298" y="2056"/>
                    <a:pt x="8298" y="1600"/>
                    <a:pt x="8025" y="1357"/>
                  </a:cubicBezTo>
                  <a:lnTo>
                    <a:pt x="6900" y="232"/>
                  </a:lnTo>
                  <a:cubicBezTo>
                    <a:pt x="6744" y="76"/>
                    <a:pt x="6556" y="0"/>
                    <a:pt x="6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67"/>
            <p:cNvSpPr/>
            <p:nvPr/>
          </p:nvSpPr>
          <p:spPr>
            <a:xfrm>
              <a:off x="6188075" y="3019325"/>
              <a:ext cx="133750" cy="133000"/>
            </a:xfrm>
            <a:custGeom>
              <a:rect b="b" l="l" r="r" t="t"/>
              <a:pathLst>
                <a:path extrusionOk="0" h="5320" w="5350">
                  <a:moveTo>
                    <a:pt x="1277" y="1"/>
                  </a:moveTo>
                  <a:lnTo>
                    <a:pt x="0" y="1277"/>
                  </a:lnTo>
                  <a:lnTo>
                    <a:pt x="4104" y="5320"/>
                  </a:lnTo>
                  <a:lnTo>
                    <a:pt x="5350" y="4043"/>
                  </a:lnTo>
                  <a:lnTo>
                    <a:pt x="12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67"/>
            <p:cNvSpPr/>
            <p:nvPr/>
          </p:nvSpPr>
          <p:spPr>
            <a:xfrm>
              <a:off x="6282300" y="3026175"/>
              <a:ext cx="82100" cy="82100"/>
            </a:xfrm>
            <a:custGeom>
              <a:rect b="b" l="l" r="r" t="t"/>
              <a:pathLst>
                <a:path extrusionOk="0" h="3284" w="3284">
                  <a:moveTo>
                    <a:pt x="1277" y="0"/>
                  </a:moveTo>
                  <a:lnTo>
                    <a:pt x="0" y="1277"/>
                  </a:lnTo>
                  <a:lnTo>
                    <a:pt x="2037" y="3283"/>
                  </a:lnTo>
                  <a:lnTo>
                    <a:pt x="3283" y="2006"/>
                  </a:lnTo>
                  <a:lnTo>
                    <a:pt x="12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67"/>
            <p:cNvSpPr/>
            <p:nvPr/>
          </p:nvSpPr>
          <p:spPr>
            <a:xfrm>
              <a:off x="6254950" y="2910675"/>
              <a:ext cx="153525" cy="152750"/>
            </a:xfrm>
            <a:custGeom>
              <a:rect b="b" l="l" r="r" t="t"/>
              <a:pathLst>
                <a:path extrusionOk="0" h="6110" w="6141">
                  <a:moveTo>
                    <a:pt x="1246" y="0"/>
                  </a:moveTo>
                  <a:lnTo>
                    <a:pt x="0" y="1277"/>
                  </a:lnTo>
                  <a:lnTo>
                    <a:pt x="4894" y="6110"/>
                  </a:lnTo>
                  <a:lnTo>
                    <a:pt x="6140" y="4833"/>
                  </a:lnTo>
                  <a:lnTo>
                    <a:pt x="12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67"/>
            <p:cNvSpPr/>
            <p:nvPr/>
          </p:nvSpPr>
          <p:spPr>
            <a:xfrm>
              <a:off x="6362075" y="2929675"/>
              <a:ext cx="89700" cy="90450"/>
            </a:xfrm>
            <a:custGeom>
              <a:rect b="b" l="l" r="r" t="t"/>
              <a:pathLst>
                <a:path extrusionOk="0" h="3618" w="3588">
                  <a:moveTo>
                    <a:pt x="1247" y="0"/>
                  </a:moveTo>
                  <a:lnTo>
                    <a:pt x="1" y="1277"/>
                  </a:lnTo>
                  <a:lnTo>
                    <a:pt x="2341" y="3617"/>
                  </a:lnTo>
                  <a:lnTo>
                    <a:pt x="3588" y="2341"/>
                  </a:lnTo>
                  <a:lnTo>
                    <a:pt x="12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67"/>
            <p:cNvSpPr/>
            <p:nvPr/>
          </p:nvSpPr>
          <p:spPr>
            <a:xfrm>
              <a:off x="6270900" y="2752600"/>
              <a:ext cx="224950" cy="222675"/>
            </a:xfrm>
            <a:custGeom>
              <a:rect b="b" l="l" r="r" t="t"/>
              <a:pathLst>
                <a:path extrusionOk="0" h="8907" w="8998">
                  <a:moveTo>
                    <a:pt x="1247" y="1"/>
                  </a:moveTo>
                  <a:lnTo>
                    <a:pt x="0" y="1278"/>
                  </a:lnTo>
                  <a:lnTo>
                    <a:pt x="7721" y="8907"/>
                  </a:lnTo>
                  <a:lnTo>
                    <a:pt x="8998" y="7661"/>
                  </a:lnTo>
                  <a:lnTo>
                    <a:pt x="12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67"/>
            <p:cNvSpPr/>
            <p:nvPr/>
          </p:nvSpPr>
          <p:spPr>
            <a:xfrm>
              <a:off x="6406150" y="2798975"/>
              <a:ext cx="133025" cy="133000"/>
            </a:xfrm>
            <a:custGeom>
              <a:rect b="b" l="l" r="r" t="t"/>
              <a:pathLst>
                <a:path extrusionOk="0" h="5320" w="5321">
                  <a:moveTo>
                    <a:pt x="1247" y="0"/>
                  </a:moveTo>
                  <a:lnTo>
                    <a:pt x="1" y="1277"/>
                  </a:lnTo>
                  <a:lnTo>
                    <a:pt x="4074" y="5319"/>
                  </a:lnTo>
                  <a:lnTo>
                    <a:pt x="5320" y="4043"/>
                  </a:lnTo>
                  <a:lnTo>
                    <a:pt x="12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67"/>
            <p:cNvSpPr/>
            <p:nvPr/>
          </p:nvSpPr>
          <p:spPr>
            <a:xfrm>
              <a:off x="5960875" y="2577075"/>
              <a:ext cx="123125" cy="124650"/>
            </a:xfrm>
            <a:custGeom>
              <a:rect b="b" l="l" r="r" t="t"/>
              <a:pathLst>
                <a:path extrusionOk="0" h="4986" w="4925">
                  <a:moveTo>
                    <a:pt x="4651" y="1"/>
                  </a:moveTo>
                  <a:lnTo>
                    <a:pt x="0" y="4712"/>
                  </a:lnTo>
                  <a:lnTo>
                    <a:pt x="274" y="4985"/>
                  </a:lnTo>
                  <a:lnTo>
                    <a:pt x="4924" y="274"/>
                  </a:lnTo>
                  <a:lnTo>
                    <a:pt x="4651"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67"/>
            <p:cNvSpPr/>
            <p:nvPr/>
          </p:nvSpPr>
          <p:spPr>
            <a:xfrm>
              <a:off x="6111325" y="2760625"/>
              <a:ext cx="70700" cy="90800"/>
            </a:xfrm>
            <a:custGeom>
              <a:rect b="b" l="l" r="r" t="t"/>
              <a:pathLst>
                <a:path extrusionOk="0" h="3632" w="2828">
                  <a:moveTo>
                    <a:pt x="312" y="1"/>
                  </a:moveTo>
                  <a:cubicBezTo>
                    <a:pt x="208" y="1"/>
                    <a:pt x="104" y="5"/>
                    <a:pt x="0" y="14"/>
                  </a:cubicBezTo>
                  <a:lnTo>
                    <a:pt x="304" y="3631"/>
                  </a:lnTo>
                  <a:lnTo>
                    <a:pt x="2827" y="1048"/>
                  </a:lnTo>
                  <a:cubicBezTo>
                    <a:pt x="2144" y="364"/>
                    <a:pt x="1239" y="1"/>
                    <a:pt x="312"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67"/>
            <p:cNvSpPr/>
            <p:nvPr/>
          </p:nvSpPr>
          <p:spPr>
            <a:xfrm>
              <a:off x="6018625" y="2760975"/>
              <a:ext cx="100325" cy="153525"/>
            </a:xfrm>
            <a:custGeom>
              <a:rect b="b" l="l" r="r" t="t"/>
              <a:pathLst>
                <a:path extrusionOk="0" h="6141" w="4013">
                  <a:moveTo>
                    <a:pt x="3708" y="0"/>
                  </a:moveTo>
                  <a:cubicBezTo>
                    <a:pt x="2857" y="61"/>
                    <a:pt x="2067" y="426"/>
                    <a:pt x="1429" y="1064"/>
                  </a:cubicBezTo>
                  <a:cubicBezTo>
                    <a:pt x="0" y="2462"/>
                    <a:pt x="0" y="4772"/>
                    <a:pt x="1459" y="6140"/>
                  </a:cubicBezTo>
                  <a:lnTo>
                    <a:pt x="4012" y="3557"/>
                  </a:lnTo>
                  <a:lnTo>
                    <a:pt x="3708"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67"/>
            <p:cNvSpPr/>
            <p:nvPr/>
          </p:nvSpPr>
          <p:spPr>
            <a:xfrm>
              <a:off x="6055100" y="2786800"/>
              <a:ext cx="163400" cy="154475"/>
            </a:xfrm>
            <a:custGeom>
              <a:rect b="b" l="l" r="r" t="t"/>
              <a:pathLst>
                <a:path extrusionOk="0" h="6179" w="6536">
                  <a:moveTo>
                    <a:pt x="5076" y="1"/>
                  </a:moveTo>
                  <a:lnTo>
                    <a:pt x="2553" y="2584"/>
                  </a:lnTo>
                  <a:lnTo>
                    <a:pt x="0" y="5138"/>
                  </a:lnTo>
                  <a:cubicBezTo>
                    <a:pt x="722" y="5829"/>
                    <a:pt x="1644" y="6179"/>
                    <a:pt x="2562" y="6179"/>
                  </a:cubicBezTo>
                  <a:cubicBezTo>
                    <a:pt x="3499" y="6179"/>
                    <a:pt x="4430" y="5814"/>
                    <a:pt x="5137" y="5077"/>
                  </a:cubicBezTo>
                  <a:cubicBezTo>
                    <a:pt x="6535" y="3679"/>
                    <a:pt x="6535" y="1338"/>
                    <a:pt x="5076"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67"/>
            <p:cNvSpPr/>
            <p:nvPr/>
          </p:nvSpPr>
          <p:spPr>
            <a:xfrm>
              <a:off x="6137925" y="2687250"/>
              <a:ext cx="32700" cy="32700"/>
            </a:xfrm>
            <a:custGeom>
              <a:rect b="b" l="l" r="r" t="t"/>
              <a:pathLst>
                <a:path extrusionOk="0" h="1308" w="1308">
                  <a:moveTo>
                    <a:pt x="639" y="1"/>
                  </a:moveTo>
                  <a:lnTo>
                    <a:pt x="0" y="639"/>
                  </a:lnTo>
                  <a:lnTo>
                    <a:pt x="669" y="1308"/>
                  </a:lnTo>
                  <a:lnTo>
                    <a:pt x="1307" y="639"/>
                  </a:lnTo>
                  <a:lnTo>
                    <a:pt x="639"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67"/>
            <p:cNvSpPr/>
            <p:nvPr/>
          </p:nvSpPr>
          <p:spPr>
            <a:xfrm>
              <a:off x="6169825" y="2719175"/>
              <a:ext cx="31950" cy="31950"/>
            </a:xfrm>
            <a:custGeom>
              <a:rect b="b" l="l" r="r" t="t"/>
              <a:pathLst>
                <a:path extrusionOk="0" h="1278" w="1278">
                  <a:moveTo>
                    <a:pt x="639" y="1"/>
                  </a:moveTo>
                  <a:lnTo>
                    <a:pt x="1" y="639"/>
                  </a:lnTo>
                  <a:lnTo>
                    <a:pt x="639" y="1277"/>
                  </a:lnTo>
                  <a:lnTo>
                    <a:pt x="1277" y="639"/>
                  </a:lnTo>
                  <a:lnTo>
                    <a:pt x="639" y="1"/>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67"/>
            <p:cNvSpPr/>
            <p:nvPr/>
          </p:nvSpPr>
          <p:spPr>
            <a:xfrm>
              <a:off x="6201750" y="2750325"/>
              <a:ext cx="31950" cy="31950"/>
            </a:xfrm>
            <a:custGeom>
              <a:rect b="b" l="l" r="r" t="t"/>
              <a:pathLst>
                <a:path extrusionOk="0" h="1278" w="1278">
                  <a:moveTo>
                    <a:pt x="639" y="1"/>
                  </a:moveTo>
                  <a:lnTo>
                    <a:pt x="0" y="639"/>
                  </a:lnTo>
                  <a:lnTo>
                    <a:pt x="639" y="1277"/>
                  </a:lnTo>
                  <a:lnTo>
                    <a:pt x="1277" y="639"/>
                  </a:lnTo>
                  <a:lnTo>
                    <a:pt x="639" y="1"/>
                  </a:ln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67"/>
            <p:cNvSpPr/>
            <p:nvPr/>
          </p:nvSpPr>
          <p:spPr>
            <a:xfrm>
              <a:off x="6172875" y="2605200"/>
              <a:ext cx="77525" cy="79050"/>
            </a:xfrm>
            <a:custGeom>
              <a:rect b="b" l="l" r="r" t="t"/>
              <a:pathLst>
                <a:path extrusionOk="0" h="3162" w="3101">
                  <a:moveTo>
                    <a:pt x="2858" y="0"/>
                  </a:moveTo>
                  <a:lnTo>
                    <a:pt x="0" y="2888"/>
                  </a:lnTo>
                  <a:lnTo>
                    <a:pt x="244" y="3161"/>
                  </a:lnTo>
                  <a:lnTo>
                    <a:pt x="3101" y="274"/>
                  </a:lnTo>
                  <a:lnTo>
                    <a:pt x="285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67"/>
            <p:cNvSpPr/>
            <p:nvPr/>
          </p:nvSpPr>
          <p:spPr>
            <a:xfrm>
              <a:off x="6203275" y="2637100"/>
              <a:ext cx="78300" cy="79050"/>
            </a:xfrm>
            <a:custGeom>
              <a:rect b="b" l="l" r="r" t="t"/>
              <a:pathLst>
                <a:path extrusionOk="0" h="3162" w="3132">
                  <a:moveTo>
                    <a:pt x="2857" y="1"/>
                  </a:moveTo>
                  <a:lnTo>
                    <a:pt x="0" y="2888"/>
                  </a:lnTo>
                  <a:lnTo>
                    <a:pt x="274" y="3162"/>
                  </a:lnTo>
                  <a:lnTo>
                    <a:pt x="3131" y="274"/>
                  </a:lnTo>
                  <a:lnTo>
                    <a:pt x="2857"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67"/>
            <p:cNvSpPr/>
            <p:nvPr/>
          </p:nvSpPr>
          <p:spPr>
            <a:xfrm>
              <a:off x="6235175" y="2668275"/>
              <a:ext cx="78300" cy="79050"/>
            </a:xfrm>
            <a:custGeom>
              <a:rect b="b" l="l" r="r" t="t"/>
              <a:pathLst>
                <a:path extrusionOk="0" h="3162" w="3132">
                  <a:moveTo>
                    <a:pt x="2888" y="0"/>
                  </a:moveTo>
                  <a:lnTo>
                    <a:pt x="1" y="2888"/>
                  </a:lnTo>
                  <a:lnTo>
                    <a:pt x="274" y="3161"/>
                  </a:lnTo>
                  <a:lnTo>
                    <a:pt x="3132" y="274"/>
                  </a:lnTo>
                  <a:lnTo>
                    <a:pt x="288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1742" name="Shape 1742"/>
        <p:cNvGrpSpPr/>
        <p:nvPr/>
      </p:nvGrpSpPr>
      <p:grpSpPr>
        <a:xfrm>
          <a:off x="0" y="0"/>
          <a:ext cx="0" cy="0"/>
          <a:chOff x="0" y="0"/>
          <a:chExt cx="0" cy="0"/>
        </a:xfrm>
      </p:grpSpPr>
      <p:grpSp>
        <p:nvGrpSpPr>
          <p:cNvPr id="1743" name="Google Shape;1743;p68"/>
          <p:cNvGrpSpPr/>
          <p:nvPr/>
        </p:nvGrpSpPr>
        <p:grpSpPr>
          <a:xfrm>
            <a:off x="-244" y="24"/>
            <a:ext cx="9144155" cy="5165694"/>
            <a:chOff x="-244" y="24"/>
            <a:chExt cx="9144155" cy="5165694"/>
          </a:xfrm>
        </p:grpSpPr>
        <p:sp>
          <p:nvSpPr>
            <p:cNvPr id="1744" name="Google Shape;1744;p68"/>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68"/>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6" name="Google Shape;1746;p68"/>
          <p:cNvGrpSpPr/>
          <p:nvPr/>
        </p:nvGrpSpPr>
        <p:grpSpPr>
          <a:xfrm>
            <a:off x="303630" y="306525"/>
            <a:ext cx="8536741" cy="4552701"/>
            <a:chOff x="2434200" y="841500"/>
            <a:chExt cx="4622450" cy="3053250"/>
          </a:xfrm>
        </p:grpSpPr>
        <p:sp>
          <p:nvSpPr>
            <p:cNvPr id="1747" name="Google Shape;1747;p68"/>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68"/>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9" name="Google Shape;1749;p68"/>
          <p:cNvSpPr txBox="1"/>
          <p:nvPr>
            <p:ph type="ctrTitle"/>
          </p:nvPr>
        </p:nvSpPr>
        <p:spPr>
          <a:xfrm>
            <a:off x="3538475" y="540000"/>
            <a:ext cx="4892400" cy="1341900"/>
          </a:xfrm>
          <a:prstGeom prst="rect">
            <a:avLst/>
          </a:prstGeom>
        </p:spPr>
        <p:txBody>
          <a:bodyPr anchorCtr="0" anchor="ctr" bIns="91425" lIns="91425" spcFirstLastPara="1" rIns="91425" wrap="square" tIns="91425">
            <a:noAutofit/>
          </a:bodyPr>
          <a:lstStyle>
            <a:lvl1pPr lvl="0" algn="ctr">
              <a:spcBef>
                <a:spcPts val="0"/>
              </a:spcBef>
              <a:spcAft>
                <a:spcPts val="0"/>
              </a:spcAft>
              <a:buSzPts val="8500"/>
              <a:buNone/>
              <a:defRPr sz="8500">
                <a:solidFill>
                  <a:schemeClr val="accent3"/>
                </a:solidFill>
              </a:defRPr>
            </a:lvl1pPr>
            <a:lvl2pPr lvl="1" algn="ctr">
              <a:spcBef>
                <a:spcPts val="0"/>
              </a:spcBef>
              <a:spcAft>
                <a:spcPts val="0"/>
              </a:spcAft>
              <a:buSzPts val="8500"/>
              <a:buNone/>
              <a:defRPr sz="8500"/>
            </a:lvl2pPr>
            <a:lvl3pPr lvl="2" algn="ctr">
              <a:spcBef>
                <a:spcPts val="0"/>
              </a:spcBef>
              <a:spcAft>
                <a:spcPts val="0"/>
              </a:spcAft>
              <a:buSzPts val="8500"/>
              <a:buNone/>
              <a:defRPr sz="8500"/>
            </a:lvl3pPr>
            <a:lvl4pPr lvl="3" algn="ctr">
              <a:spcBef>
                <a:spcPts val="0"/>
              </a:spcBef>
              <a:spcAft>
                <a:spcPts val="0"/>
              </a:spcAft>
              <a:buSzPts val="8500"/>
              <a:buNone/>
              <a:defRPr sz="8500"/>
            </a:lvl4pPr>
            <a:lvl5pPr lvl="4" algn="ctr">
              <a:spcBef>
                <a:spcPts val="0"/>
              </a:spcBef>
              <a:spcAft>
                <a:spcPts val="0"/>
              </a:spcAft>
              <a:buSzPts val="8500"/>
              <a:buNone/>
              <a:defRPr sz="8500"/>
            </a:lvl5pPr>
            <a:lvl6pPr lvl="5" algn="ctr">
              <a:spcBef>
                <a:spcPts val="0"/>
              </a:spcBef>
              <a:spcAft>
                <a:spcPts val="0"/>
              </a:spcAft>
              <a:buSzPts val="8500"/>
              <a:buNone/>
              <a:defRPr sz="8500"/>
            </a:lvl6pPr>
            <a:lvl7pPr lvl="6" algn="ctr">
              <a:spcBef>
                <a:spcPts val="0"/>
              </a:spcBef>
              <a:spcAft>
                <a:spcPts val="0"/>
              </a:spcAft>
              <a:buSzPts val="8500"/>
              <a:buNone/>
              <a:defRPr sz="8500"/>
            </a:lvl7pPr>
            <a:lvl8pPr lvl="7" algn="ctr">
              <a:spcBef>
                <a:spcPts val="0"/>
              </a:spcBef>
              <a:spcAft>
                <a:spcPts val="0"/>
              </a:spcAft>
              <a:buSzPts val="8500"/>
              <a:buNone/>
              <a:defRPr sz="8500"/>
            </a:lvl8pPr>
            <a:lvl9pPr lvl="8" algn="ctr">
              <a:spcBef>
                <a:spcPts val="0"/>
              </a:spcBef>
              <a:spcAft>
                <a:spcPts val="0"/>
              </a:spcAft>
              <a:buSzPts val="8500"/>
              <a:buNone/>
              <a:defRPr sz="8500"/>
            </a:lvl9pPr>
          </a:lstStyle>
          <a:p/>
        </p:txBody>
      </p:sp>
      <p:sp>
        <p:nvSpPr>
          <p:cNvPr id="1750" name="Google Shape;1750;p68"/>
          <p:cNvSpPr txBox="1"/>
          <p:nvPr>
            <p:ph idx="1" type="subTitle"/>
          </p:nvPr>
        </p:nvSpPr>
        <p:spPr>
          <a:xfrm>
            <a:off x="3538475" y="1882194"/>
            <a:ext cx="4892400" cy="399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800">
                <a:solidFill>
                  <a:schemeClr val="dk1"/>
                </a:solidFill>
                <a:latin typeface="Fira Sans Condensed ExtraBold"/>
                <a:ea typeface="Fira Sans Condensed ExtraBold"/>
                <a:cs typeface="Fira Sans Condensed ExtraBold"/>
                <a:sym typeface="Fira Sans Condensed ExtraBold"/>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751" name="Google Shape;1751;p68"/>
          <p:cNvSpPr txBox="1"/>
          <p:nvPr>
            <p:ph idx="2" type="subTitle"/>
          </p:nvPr>
        </p:nvSpPr>
        <p:spPr>
          <a:xfrm>
            <a:off x="3538475" y="2221382"/>
            <a:ext cx="4892400" cy="7443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752" name="Google Shape;1752;p68"/>
          <p:cNvSpPr txBox="1"/>
          <p:nvPr>
            <p:ph idx="3" type="subTitle"/>
          </p:nvPr>
        </p:nvSpPr>
        <p:spPr>
          <a:xfrm>
            <a:off x="3538475" y="4141975"/>
            <a:ext cx="4892400" cy="385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2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753" name="Google Shape;1753;p68"/>
          <p:cNvSpPr txBox="1"/>
          <p:nvPr/>
        </p:nvSpPr>
        <p:spPr>
          <a:xfrm>
            <a:off x="3538475" y="3612725"/>
            <a:ext cx="4892400" cy="5541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a:ea typeface="Albert Sans"/>
                <a:cs typeface="Albert Sans"/>
                <a:sym typeface="Albert Sans"/>
              </a:rPr>
              <a:t>, and includes icons by </a:t>
            </a:r>
            <a:r>
              <a:rPr lang="en" sz="12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Flaticon</a:t>
            </a:r>
            <a:r>
              <a:rPr lang="en" sz="1200">
                <a:solidFill>
                  <a:schemeClr val="dk1"/>
                </a:solidFill>
                <a:latin typeface="Albert Sans"/>
                <a:ea typeface="Albert Sans"/>
                <a:cs typeface="Albert Sans"/>
                <a:sym typeface="Albert Sans"/>
              </a:rPr>
              <a:t>, and infographics &amp; images by </a:t>
            </a:r>
            <a:r>
              <a:rPr lang="en" sz="12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Freepik</a:t>
            </a:r>
            <a:endParaRPr sz="1200">
              <a:solidFill>
                <a:schemeClr val="dk1"/>
              </a:solidFill>
              <a:latin typeface="Albert Sans"/>
              <a:ea typeface="Albert Sans"/>
              <a:cs typeface="Albert Sans"/>
              <a:sym typeface="Albert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1754" name="Shape 1754"/>
        <p:cNvGrpSpPr/>
        <p:nvPr/>
      </p:nvGrpSpPr>
      <p:grpSpPr>
        <a:xfrm>
          <a:off x="0" y="0"/>
          <a:ext cx="0" cy="0"/>
          <a:chOff x="0" y="0"/>
          <a:chExt cx="0" cy="0"/>
        </a:xfrm>
      </p:grpSpPr>
      <p:grpSp>
        <p:nvGrpSpPr>
          <p:cNvPr id="1755" name="Google Shape;1755;p69"/>
          <p:cNvGrpSpPr/>
          <p:nvPr/>
        </p:nvGrpSpPr>
        <p:grpSpPr>
          <a:xfrm>
            <a:off x="-244" y="24"/>
            <a:ext cx="9144155" cy="5165694"/>
            <a:chOff x="-244" y="24"/>
            <a:chExt cx="9144155" cy="5165694"/>
          </a:xfrm>
        </p:grpSpPr>
        <p:sp>
          <p:nvSpPr>
            <p:cNvPr id="1756" name="Google Shape;1756;p69"/>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69"/>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8" name="Google Shape;1758;p69"/>
          <p:cNvGrpSpPr/>
          <p:nvPr/>
        </p:nvGrpSpPr>
        <p:grpSpPr>
          <a:xfrm>
            <a:off x="303630" y="306525"/>
            <a:ext cx="8536741" cy="4552701"/>
            <a:chOff x="2434200" y="841500"/>
            <a:chExt cx="4622450" cy="3053250"/>
          </a:xfrm>
        </p:grpSpPr>
        <p:sp>
          <p:nvSpPr>
            <p:cNvPr id="1759" name="Google Shape;1759;p69"/>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69"/>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1" name="Google Shape;1761;p69"/>
          <p:cNvGrpSpPr/>
          <p:nvPr/>
        </p:nvGrpSpPr>
        <p:grpSpPr>
          <a:xfrm>
            <a:off x="8619559" y="65092"/>
            <a:ext cx="452039" cy="524114"/>
            <a:chOff x="5815634" y="1650855"/>
            <a:chExt cx="452039" cy="524114"/>
          </a:xfrm>
        </p:grpSpPr>
        <p:sp>
          <p:nvSpPr>
            <p:cNvPr id="1762" name="Google Shape;1762;p69"/>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69"/>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69"/>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69"/>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69"/>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69"/>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8" name="Google Shape;1768;p69"/>
          <p:cNvGrpSpPr/>
          <p:nvPr/>
        </p:nvGrpSpPr>
        <p:grpSpPr>
          <a:xfrm>
            <a:off x="9" y="3301492"/>
            <a:ext cx="452039" cy="524114"/>
            <a:chOff x="5815634" y="1650855"/>
            <a:chExt cx="452039" cy="524114"/>
          </a:xfrm>
        </p:grpSpPr>
        <p:sp>
          <p:nvSpPr>
            <p:cNvPr id="1769" name="Google Shape;1769;p69"/>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69"/>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69"/>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69"/>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9"/>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69"/>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5" name="Google Shape;1775;p69"/>
          <p:cNvGrpSpPr/>
          <p:nvPr/>
        </p:nvGrpSpPr>
        <p:grpSpPr>
          <a:xfrm>
            <a:off x="9" y="2681392"/>
            <a:ext cx="452039" cy="524114"/>
            <a:chOff x="5815634" y="1650855"/>
            <a:chExt cx="452039" cy="524114"/>
          </a:xfrm>
        </p:grpSpPr>
        <p:sp>
          <p:nvSpPr>
            <p:cNvPr id="1776" name="Google Shape;1776;p69"/>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69"/>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69"/>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69"/>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69"/>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9"/>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1782" name="Shape 1782"/>
        <p:cNvGrpSpPr/>
        <p:nvPr/>
      </p:nvGrpSpPr>
      <p:grpSpPr>
        <a:xfrm>
          <a:off x="0" y="0"/>
          <a:ext cx="0" cy="0"/>
          <a:chOff x="0" y="0"/>
          <a:chExt cx="0" cy="0"/>
        </a:xfrm>
      </p:grpSpPr>
      <p:grpSp>
        <p:nvGrpSpPr>
          <p:cNvPr id="1783" name="Google Shape;1783;p70"/>
          <p:cNvGrpSpPr/>
          <p:nvPr/>
        </p:nvGrpSpPr>
        <p:grpSpPr>
          <a:xfrm>
            <a:off x="-244" y="24"/>
            <a:ext cx="9144155" cy="5165694"/>
            <a:chOff x="-244" y="24"/>
            <a:chExt cx="9144155" cy="5165694"/>
          </a:xfrm>
        </p:grpSpPr>
        <p:sp>
          <p:nvSpPr>
            <p:cNvPr id="1784" name="Google Shape;1784;p70"/>
            <p:cNvSpPr/>
            <p:nvPr/>
          </p:nvSpPr>
          <p:spPr>
            <a:xfrm>
              <a:off x="-244" y="24"/>
              <a:ext cx="9144155" cy="4504859"/>
            </a:xfrm>
            <a:custGeom>
              <a:rect b="b" l="l" r="r" t="t"/>
              <a:pathLst>
                <a:path extrusionOk="0" h="161827" w="280948">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70"/>
            <p:cNvSpPr/>
            <p:nvPr/>
          </p:nvSpPr>
          <p:spPr>
            <a:xfrm>
              <a:off x="-244" y="2661122"/>
              <a:ext cx="9144155" cy="2504596"/>
            </a:xfrm>
            <a:custGeom>
              <a:rect b="b" l="l" r="r" t="t"/>
              <a:pathLst>
                <a:path extrusionOk="0" h="89972" w="280948">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6" name="Google Shape;1786;p70"/>
          <p:cNvGrpSpPr/>
          <p:nvPr/>
        </p:nvGrpSpPr>
        <p:grpSpPr>
          <a:xfrm>
            <a:off x="303630" y="306525"/>
            <a:ext cx="8536741" cy="4552701"/>
            <a:chOff x="2434200" y="841500"/>
            <a:chExt cx="4622450" cy="3053250"/>
          </a:xfrm>
        </p:grpSpPr>
        <p:sp>
          <p:nvSpPr>
            <p:cNvPr id="1787" name="Google Shape;1787;p70"/>
            <p:cNvSpPr/>
            <p:nvPr/>
          </p:nvSpPr>
          <p:spPr>
            <a:xfrm>
              <a:off x="2434200" y="841500"/>
              <a:ext cx="4622450" cy="3053250"/>
            </a:xfrm>
            <a:custGeom>
              <a:rect b="b" l="l" r="r" t="t"/>
              <a:pathLst>
                <a:path extrusionOk="0" h="122130" w="184898">
                  <a:moveTo>
                    <a:pt x="1" y="0"/>
                  </a:moveTo>
                  <a:lnTo>
                    <a:pt x="1" y="122129"/>
                  </a:lnTo>
                  <a:lnTo>
                    <a:pt x="184898" y="122129"/>
                  </a:lnTo>
                  <a:lnTo>
                    <a:pt x="18489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70"/>
            <p:cNvSpPr/>
            <p:nvPr/>
          </p:nvSpPr>
          <p:spPr>
            <a:xfrm>
              <a:off x="2540471" y="968396"/>
              <a:ext cx="4409734" cy="2799450"/>
            </a:xfrm>
            <a:custGeom>
              <a:rect b="b" l="l" r="r" t="t"/>
              <a:pathLst>
                <a:path extrusionOk="0" h="111978" w="174868">
                  <a:moveTo>
                    <a:pt x="1" y="0"/>
                  </a:moveTo>
                  <a:lnTo>
                    <a:pt x="1" y="111977"/>
                  </a:lnTo>
                  <a:lnTo>
                    <a:pt x="174867" y="111977"/>
                  </a:lnTo>
                  <a:lnTo>
                    <a:pt x="174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9" name="Google Shape;1789;p70"/>
          <p:cNvSpPr/>
          <p:nvPr/>
        </p:nvSpPr>
        <p:spPr>
          <a:xfrm flipH="1" rot="5400000">
            <a:off x="-150678" y="31364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70"/>
          <p:cNvSpPr/>
          <p:nvPr/>
        </p:nvSpPr>
        <p:spPr>
          <a:xfrm rot="-5400000">
            <a:off x="8390397" y="4389892"/>
            <a:ext cx="904285" cy="602936"/>
          </a:xfrm>
          <a:custGeom>
            <a:rect b="b" l="l" r="r" t="t"/>
            <a:pathLst>
              <a:path extrusionOk="0" h="60354" w="90519">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4.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1" Type="http://schemas.openxmlformats.org/officeDocument/2006/relationships/slideLayout" Target="../slideLayouts/slideLayout65.xml"/><Relationship Id="rId30" Type="http://schemas.openxmlformats.org/officeDocument/2006/relationships/slideLayout" Target="../slideLayouts/slideLayout64.xml"/><Relationship Id="rId11" Type="http://schemas.openxmlformats.org/officeDocument/2006/relationships/slideLayout" Target="../slideLayouts/slideLayout45.xml"/><Relationship Id="rId33" Type="http://schemas.openxmlformats.org/officeDocument/2006/relationships/slideLayout" Target="../slideLayouts/slideLayout67.xml"/><Relationship Id="rId10" Type="http://schemas.openxmlformats.org/officeDocument/2006/relationships/slideLayout" Target="../slideLayouts/slideLayout44.xml"/><Relationship Id="rId32" Type="http://schemas.openxmlformats.org/officeDocument/2006/relationships/slideLayout" Target="../slideLayouts/slideLayout66.xml"/><Relationship Id="rId13" Type="http://schemas.openxmlformats.org/officeDocument/2006/relationships/slideLayout" Target="../slideLayouts/slideLayout47.xml"/><Relationship Id="rId35" Type="http://schemas.openxmlformats.org/officeDocument/2006/relationships/theme" Target="../theme/theme3.xml"/><Relationship Id="rId12" Type="http://schemas.openxmlformats.org/officeDocument/2006/relationships/slideLayout" Target="../slideLayouts/slideLayout46.xml"/><Relationship Id="rId34" Type="http://schemas.openxmlformats.org/officeDocument/2006/relationships/slideLayout" Target="../slideLayouts/slideLayout68.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85425"/>
            <a:ext cx="85206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2500"/>
              <a:buFont typeface="Fira Sans Condensed ExtraBold"/>
              <a:buNone/>
              <a:defRPr sz="2500">
                <a:solidFill>
                  <a:schemeClr val="dk1"/>
                </a:solidFill>
                <a:latin typeface="Fira Sans Condensed ExtraBold"/>
                <a:ea typeface="Fira Sans Condensed ExtraBold"/>
                <a:cs typeface="Fira Sans Condensed ExtraBold"/>
                <a:sym typeface="Fira Sans Condensed ExtraBold"/>
              </a:defRPr>
            </a:lvl1pPr>
            <a:lvl2pPr lvl="1">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2pPr>
            <a:lvl3pPr lvl="2">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3pPr>
            <a:lvl4pPr lvl="3">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4pPr>
            <a:lvl5pPr lvl="4">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5pPr>
            <a:lvl6pPr lvl="5">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6pPr>
            <a:lvl7pPr lvl="6">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7pPr>
            <a:lvl8pPr lvl="7">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8pPr>
            <a:lvl9pPr lvl="8">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98" name="Shape 898"/>
        <p:cNvGrpSpPr/>
        <p:nvPr/>
      </p:nvGrpSpPr>
      <p:grpSpPr>
        <a:xfrm>
          <a:off x="0" y="0"/>
          <a:ext cx="0" cy="0"/>
          <a:chOff x="0" y="0"/>
          <a:chExt cx="0" cy="0"/>
        </a:xfrm>
      </p:grpSpPr>
      <p:sp>
        <p:nvSpPr>
          <p:cNvPr id="899" name="Google Shape;899;p36"/>
          <p:cNvSpPr txBox="1"/>
          <p:nvPr>
            <p:ph type="title"/>
          </p:nvPr>
        </p:nvSpPr>
        <p:spPr>
          <a:xfrm>
            <a:off x="311700" y="485425"/>
            <a:ext cx="85206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2500"/>
              <a:buFont typeface="Fira Sans Condensed ExtraBold"/>
              <a:buNone/>
              <a:defRPr sz="2500">
                <a:solidFill>
                  <a:schemeClr val="dk1"/>
                </a:solidFill>
                <a:latin typeface="Fira Sans Condensed ExtraBold"/>
                <a:ea typeface="Fira Sans Condensed ExtraBold"/>
                <a:cs typeface="Fira Sans Condensed ExtraBold"/>
                <a:sym typeface="Fira Sans Condensed ExtraBold"/>
              </a:defRPr>
            </a:lvl1pPr>
            <a:lvl2pPr lvl="1">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2pPr>
            <a:lvl3pPr lvl="2">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3pPr>
            <a:lvl4pPr lvl="3">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4pPr>
            <a:lvl5pPr lvl="4">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5pPr>
            <a:lvl6pPr lvl="5">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6pPr>
            <a:lvl7pPr lvl="6">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7pPr>
            <a:lvl8pPr lvl="7">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8pPr>
            <a:lvl9pPr lvl="8">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9pPr>
          </a:lstStyle>
          <a:p/>
        </p:txBody>
      </p:sp>
      <p:sp>
        <p:nvSpPr>
          <p:cNvPr id="900" name="Google Shape;900;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 id="2147483713" r:id="rId32"/>
    <p:sldLayoutId id="2147483714" r:id="rId33"/>
    <p:sldLayoutId id="2147483715"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grpSp>
        <p:nvGrpSpPr>
          <p:cNvPr id="1795" name="Google Shape;1795;p71"/>
          <p:cNvGrpSpPr/>
          <p:nvPr/>
        </p:nvGrpSpPr>
        <p:grpSpPr>
          <a:xfrm>
            <a:off x="1755112" y="2557033"/>
            <a:ext cx="969446" cy="790771"/>
            <a:chOff x="481275" y="890825"/>
            <a:chExt cx="1708275" cy="1390000"/>
          </a:xfrm>
        </p:grpSpPr>
        <p:sp>
          <p:nvSpPr>
            <p:cNvPr id="1796" name="Google Shape;1796;p71"/>
            <p:cNvSpPr/>
            <p:nvPr/>
          </p:nvSpPr>
          <p:spPr>
            <a:xfrm>
              <a:off x="548150" y="907600"/>
              <a:ext cx="631500" cy="1102625"/>
            </a:xfrm>
            <a:custGeom>
              <a:rect b="b" l="l" r="r" t="t"/>
              <a:pathLst>
                <a:path extrusionOk="0" h="44105" w="25260">
                  <a:moveTo>
                    <a:pt x="17539" y="0"/>
                  </a:moveTo>
                  <a:lnTo>
                    <a:pt x="16353" y="608"/>
                  </a:lnTo>
                  <a:cubicBezTo>
                    <a:pt x="7295" y="5411"/>
                    <a:pt x="1399" y="13952"/>
                    <a:pt x="548" y="23527"/>
                  </a:cubicBezTo>
                  <a:cubicBezTo>
                    <a:pt x="0" y="29910"/>
                    <a:pt x="1885" y="37873"/>
                    <a:pt x="5107" y="42949"/>
                  </a:cubicBezTo>
                  <a:lnTo>
                    <a:pt x="5867" y="44104"/>
                  </a:lnTo>
                  <a:lnTo>
                    <a:pt x="19211" y="35533"/>
                  </a:lnTo>
                  <a:lnTo>
                    <a:pt x="18451" y="34347"/>
                  </a:lnTo>
                  <a:cubicBezTo>
                    <a:pt x="16900" y="31916"/>
                    <a:pt x="15958" y="27843"/>
                    <a:pt x="16201" y="24742"/>
                  </a:cubicBezTo>
                  <a:cubicBezTo>
                    <a:pt x="16627" y="20062"/>
                    <a:pt x="19514" y="15897"/>
                    <a:pt x="23952" y="13557"/>
                  </a:cubicBezTo>
                  <a:lnTo>
                    <a:pt x="25259" y="12888"/>
                  </a:lnTo>
                  <a:lnTo>
                    <a:pt x="1753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71"/>
            <p:cNvSpPr/>
            <p:nvPr/>
          </p:nvSpPr>
          <p:spPr>
            <a:xfrm>
              <a:off x="481275" y="891650"/>
              <a:ext cx="1147475" cy="1389175"/>
            </a:xfrm>
            <a:custGeom>
              <a:rect b="b" l="l" r="r" t="t"/>
              <a:pathLst>
                <a:path extrusionOk="0" h="55567" w="45899">
                  <a:moveTo>
                    <a:pt x="37205" y="0"/>
                  </a:moveTo>
                  <a:cubicBezTo>
                    <a:pt x="13040" y="1307"/>
                    <a:pt x="1" y="26596"/>
                    <a:pt x="14408" y="43983"/>
                  </a:cubicBezTo>
                  <a:cubicBezTo>
                    <a:pt x="21136" y="51974"/>
                    <a:pt x="30147" y="55566"/>
                    <a:pt x="38857" y="55566"/>
                  </a:cubicBezTo>
                  <a:cubicBezTo>
                    <a:pt x="41244" y="55566"/>
                    <a:pt x="43609" y="55296"/>
                    <a:pt x="45898" y="54773"/>
                  </a:cubicBezTo>
                  <a:lnTo>
                    <a:pt x="42494" y="43010"/>
                  </a:lnTo>
                  <a:cubicBezTo>
                    <a:pt x="41180" y="43315"/>
                    <a:pt x="39825" y="43473"/>
                    <a:pt x="38458" y="43473"/>
                  </a:cubicBezTo>
                  <a:cubicBezTo>
                    <a:pt x="33562" y="43473"/>
                    <a:pt x="28521" y="41452"/>
                    <a:pt x="24743" y="36961"/>
                  </a:cubicBezTo>
                  <a:cubicBezTo>
                    <a:pt x="16597" y="27113"/>
                    <a:pt x="23983" y="12857"/>
                    <a:pt x="37570" y="12098"/>
                  </a:cubicBezTo>
                  <a:lnTo>
                    <a:pt x="372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1"/>
            <p:cNvSpPr/>
            <p:nvPr/>
          </p:nvSpPr>
          <p:spPr>
            <a:xfrm>
              <a:off x="1627200" y="948625"/>
              <a:ext cx="519025" cy="509150"/>
            </a:xfrm>
            <a:custGeom>
              <a:rect b="b" l="l" r="r" t="t"/>
              <a:pathLst>
                <a:path extrusionOk="0" h="20366" w="20761">
                  <a:moveTo>
                    <a:pt x="5958" y="1"/>
                  </a:moveTo>
                  <a:lnTo>
                    <a:pt x="0" y="11126"/>
                  </a:lnTo>
                  <a:cubicBezTo>
                    <a:pt x="3557" y="12585"/>
                    <a:pt x="6140" y="15259"/>
                    <a:pt x="7994" y="19424"/>
                  </a:cubicBezTo>
                  <a:cubicBezTo>
                    <a:pt x="8116" y="19697"/>
                    <a:pt x="8238" y="20001"/>
                    <a:pt x="8359" y="20366"/>
                  </a:cubicBezTo>
                  <a:lnTo>
                    <a:pt x="20761" y="16323"/>
                  </a:lnTo>
                  <a:cubicBezTo>
                    <a:pt x="20578" y="15776"/>
                    <a:pt x="20396" y="15199"/>
                    <a:pt x="20153" y="14712"/>
                  </a:cubicBezTo>
                  <a:cubicBezTo>
                    <a:pt x="16870" y="7357"/>
                    <a:pt x="12250" y="2584"/>
                    <a:pt x="59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71"/>
            <p:cNvSpPr/>
            <p:nvPr/>
          </p:nvSpPr>
          <p:spPr>
            <a:xfrm>
              <a:off x="1544375" y="1355925"/>
              <a:ext cx="645175" cy="906575"/>
            </a:xfrm>
            <a:custGeom>
              <a:rect b="b" l="l" r="r" t="t"/>
              <a:pathLst>
                <a:path extrusionOk="0" h="36263" w="25807">
                  <a:moveTo>
                    <a:pt x="24074" y="1"/>
                  </a:moveTo>
                  <a:lnTo>
                    <a:pt x="11672" y="4043"/>
                  </a:lnTo>
                  <a:cubicBezTo>
                    <a:pt x="12614" y="7022"/>
                    <a:pt x="12523" y="11521"/>
                    <a:pt x="11338" y="14773"/>
                  </a:cubicBezTo>
                  <a:cubicBezTo>
                    <a:pt x="9514" y="19910"/>
                    <a:pt x="5076" y="23345"/>
                    <a:pt x="0" y="24469"/>
                  </a:cubicBezTo>
                  <a:lnTo>
                    <a:pt x="3405" y="36263"/>
                  </a:lnTo>
                  <a:cubicBezTo>
                    <a:pt x="12432" y="34196"/>
                    <a:pt x="20244" y="28117"/>
                    <a:pt x="23526" y="19028"/>
                  </a:cubicBezTo>
                  <a:cubicBezTo>
                    <a:pt x="25593" y="13253"/>
                    <a:pt x="25806" y="5320"/>
                    <a:pt x="24074"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71"/>
            <p:cNvSpPr/>
            <p:nvPr/>
          </p:nvSpPr>
          <p:spPr>
            <a:xfrm>
              <a:off x="1411375" y="890825"/>
              <a:ext cx="364775" cy="335950"/>
            </a:xfrm>
            <a:custGeom>
              <a:rect b="b" l="l" r="r" t="t"/>
              <a:pathLst>
                <a:path extrusionOk="0" h="13438" w="14591">
                  <a:moveTo>
                    <a:pt x="1962" y="0"/>
                  </a:moveTo>
                  <a:cubicBezTo>
                    <a:pt x="1301" y="0"/>
                    <a:pt x="647" y="20"/>
                    <a:pt x="1" y="64"/>
                  </a:cubicBezTo>
                  <a:lnTo>
                    <a:pt x="366" y="12191"/>
                  </a:lnTo>
                  <a:cubicBezTo>
                    <a:pt x="845" y="12149"/>
                    <a:pt x="1332" y="12126"/>
                    <a:pt x="1824" y="12126"/>
                  </a:cubicBezTo>
                  <a:cubicBezTo>
                    <a:pt x="2393" y="12126"/>
                    <a:pt x="2971" y="12157"/>
                    <a:pt x="3557" y="12222"/>
                  </a:cubicBezTo>
                  <a:cubicBezTo>
                    <a:pt x="5442" y="12404"/>
                    <a:pt x="7114" y="12799"/>
                    <a:pt x="8633" y="13438"/>
                  </a:cubicBezTo>
                  <a:lnTo>
                    <a:pt x="14591" y="2313"/>
                  </a:lnTo>
                  <a:cubicBezTo>
                    <a:pt x="11916" y="1219"/>
                    <a:pt x="8968" y="519"/>
                    <a:pt x="5655" y="185"/>
                  </a:cubicBezTo>
                  <a:cubicBezTo>
                    <a:pt x="4398" y="67"/>
                    <a:pt x="3168" y="0"/>
                    <a:pt x="196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1" name="Google Shape;1801;p71"/>
          <p:cNvSpPr txBox="1"/>
          <p:nvPr>
            <p:ph idx="1" type="subTitle"/>
          </p:nvPr>
        </p:nvSpPr>
        <p:spPr>
          <a:xfrm>
            <a:off x="3134050" y="2814150"/>
            <a:ext cx="5170500" cy="460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200">
                <a:solidFill>
                  <a:srgbClr val="000000"/>
                </a:solidFill>
                <a:latin typeface="Albert Sans Light"/>
                <a:ea typeface="Albert Sans Light"/>
                <a:cs typeface="Albert Sans Light"/>
                <a:sym typeface="Albert Sans Light"/>
              </a:rPr>
              <a:t>Miguel Ángel González Álvarez</a:t>
            </a:r>
            <a:endParaRPr sz="1200">
              <a:solidFill>
                <a:srgbClr val="000000"/>
              </a:solidFill>
              <a:latin typeface="Albert Sans Light"/>
              <a:ea typeface="Albert Sans Light"/>
              <a:cs typeface="Albert Sans Light"/>
              <a:sym typeface="Albert Sans Light"/>
            </a:endParaRPr>
          </a:p>
          <a:p>
            <a:pPr indent="0" lvl="0" marL="0" rtl="0" algn="r">
              <a:spcBef>
                <a:spcPts val="0"/>
              </a:spcBef>
              <a:spcAft>
                <a:spcPts val="0"/>
              </a:spcAft>
              <a:buNone/>
            </a:pPr>
            <a:r>
              <a:rPr lang="en" sz="1200">
                <a:solidFill>
                  <a:srgbClr val="000000"/>
                </a:solidFill>
                <a:latin typeface="Albert Sans Light"/>
                <a:ea typeface="Albert Sans Light"/>
                <a:cs typeface="Albert Sans Light"/>
                <a:sym typeface="Albert Sans Light"/>
              </a:rPr>
              <a:t>Emilly Noelia Villacís Recalde</a:t>
            </a:r>
            <a:endParaRPr sz="1200">
              <a:solidFill>
                <a:srgbClr val="000000"/>
              </a:solidFill>
              <a:latin typeface="Albert Sans Light"/>
              <a:ea typeface="Albert Sans Light"/>
              <a:cs typeface="Albert Sans Light"/>
              <a:sym typeface="Albert Sans Light"/>
            </a:endParaRPr>
          </a:p>
          <a:p>
            <a:pPr indent="0" lvl="0" marL="0" rtl="0" algn="r">
              <a:spcBef>
                <a:spcPts val="0"/>
              </a:spcBef>
              <a:spcAft>
                <a:spcPts val="0"/>
              </a:spcAft>
              <a:buNone/>
            </a:pPr>
            <a:r>
              <a:rPr lang="en" sz="1200">
                <a:solidFill>
                  <a:srgbClr val="000000"/>
                </a:solidFill>
                <a:latin typeface="Albert Sans Light"/>
                <a:ea typeface="Albert Sans Light"/>
                <a:cs typeface="Albert Sans Light"/>
                <a:sym typeface="Albert Sans Light"/>
              </a:rPr>
              <a:t>Quinten Woumans</a:t>
            </a:r>
            <a:endParaRPr sz="1200">
              <a:solidFill>
                <a:srgbClr val="000000"/>
              </a:solidFill>
              <a:latin typeface="Albert Sans Light"/>
              <a:ea typeface="Albert Sans Light"/>
              <a:cs typeface="Albert Sans Light"/>
              <a:sym typeface="Albert Sans Light"/>
            </a:endParaRPr>
          </a:p>
          <a:p>
            <a:pPr indent="0" lvl="0" marL="0" rtl="0" algn="r">
              <a:spcBef>
                <a:spcPts val="0"/>
              </a:spcBef>
              <a:spcAft>
                <a:spcPts val="0"/>
              </a:spcAft>
              <a:buNone/>
            </a:pPr>
            <a:r>
              <a:rPr lang="en" sz="1200">
                <a:solidFill>
                  <a:srgbClr val="000000"/>
                </a:solidFill>
                <a:latin typeface="Albert Sans Light"/>
                <a:ea typeface="Albert Sans Light"/>
                <a:cs typeface="Albert Sans Light"/>
                <a:sym typeface="Albert Sans Light"/>
              </a:rPr>
              <a:t>Edoardo Anfelli</a:t>
            </a:r>
            <a:endParaRPr sz="1200">
              <a:solidFill>
                <a:srgbClr val="000000"/>
              </a:solidFill>
              <a:latin typeface="Albert Sans Light"/>
              <a:ea typeface="Albert Sans Light"/>
              <a:cs typeface="Albert Sans Light"/>
              <a:sym typeface="Albert Sans Light"/>
            </a:endParaRPr>
          </a:p>
          <a:p>
            <a:pPr indent="0" lvl="0" marL="0" rtl="0" algn="r">
              <a:spcBef>
                <a:spcPts val="0"/>
              </a:spcBef>
              <a:spcAft>
                <a:spcPts val="0"/>
              </a:spcAft>
              <a:buNone/>
            </a:pPr>
            <a:r>
              <a:rPr lang="en" sz="1200">
                <a:solidFill>
                  <a:srgbClr val="000000"/>
                </a:solidFill>
                <a:latin typeface="Albert Sans Light"/>
                <a:ea typeface="Albert Sans Light"/>
                <a:cs typeface="Albert Sans Light"/>
                <a:sym typeface="Albert Sans Light"/>
              </a:rPr>
              <a:t>Stokely Ross</a:t>
            </a:r>
            <a:endParaRPr sz="1200">
              <a:solidFill>
                <a:srgbClr val="000000"/>
              </a:solidFill>
              <a:latin typeface="Albert Sans Light"/>
              <a:ea typeface="Albert Sans Light"/>
              <a:cs typeface="Albert Sans Light"/>
              <a:sym typeface="Albert Sans Light"/>
            </a:endParaRPr>
          </a:p>
          <a:p>
            <a:pPr indent="0" lvl="0" marL="0" rtl="0" algn="ctr">
              <a:spcBef>
                <a:spcPts val="0"/>
              </a:spcBef>
              <a:spcAft>
                <a:spcPts val="0"/>
              </a:spcAft>
              <a:buNone/>
            </a:pPr>
            <a:r>
              <a:t/>
            </a:r>
            <a:endParaRPr/>
          </a:p>
        </p:txBody>
      </p:sp>
      <p:sp>
        <p:nvSpPr>
          <p:cNvPr id="1802" name="Google Shape;1802;p71"/>
          <p:cNvSpPr txBox="1"/>
          <p:nvPr>
            <p:ph type="ctrTitle"/>
          </p:nvPr>
        </p:nvSpPr>
        <p:spPr>
          <a:xfrm>
            <a:off x="3134050" y="966200"/>
            <a:ext cx="5170500" cy="198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300">
                <a:solidFill>
                  <a:schemeClr val="accent3"/>
                </a:solidFill>
              </a:rPr>
              <a:t>Market Timing</a:t>
            </a:r>
            <a:r>
              <a:rPr lang="en" sz="5300"/>
              <a:t> </a:t>
            </a:r>
            <a:r>
              <a:rPr lang="en" sz="4300"/>
              <a:t>Practice 9</a:t>
            </a:r>
            <a:endParaRPr sz="4300">
              <a:solidFill>
                <a:schemeClr val="accent1"/>
              </a:solidFill>
            </a:endParaRPr>
          </a:p>
        </p:txBody>
      </p:sp>
      <p:grpSp>
        <p:nvGrpSpPr>
          <p:cNvPr id="1803" name="Google Shape;1803;p71"/>
          <p:cNvGrpSpPr/>
          <p:nvPr/>
        </p:nvGrpSpPr>
        <p:grpSpPr>
          <a:xfrm>
            <a:off x="4803279" y="3867264"/>
            <a:ext cx="1788985" cy="677210"/>
            <a:chOff x="2738925" y="2956250"/>
            <a:chExt cx="1826800" cy="691525"/>
          </a:xfrm>
        </p:grpSpPr>
        <p:sp>
          <p:nvSpPr>
            <p:cNvPr id="1804" name="Google Shape;1804;p71"/>
            <p:cNvSpPr/>
            <p:nvPr/>
          </p:nvSpPr>
          <p:spPr>
            <a:xfrm>
              <a:off x="2738925" y="3388650"/>
              <a:ext cx="323725" cy="254575"/>
            </a:xfrm>
            <a:custGeom>
              <a:rect b="b" l="l" r="r" t="t"/>
              <a:pathLst>
                <a:path extrusionOk="0" h="10183" w="12949">
                  <a:moveTo>
                    <a:pt x="0" y="0"/>
                  </a:moveTo>
                  <a:lnTo>
                    <a:pt x="0" y="10183"/>
                  </a:lnTo>
                  <a:lnTo>
                    <a:pt x="12949" y="10183"/>
                  </a:lnTo>
                  <a:lnTo>
                    <a:pt x="12949"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71"/>
            <p:cNvSpPr/>
            <p:nvPr/>
          </p:nvSpPr>
          <p:spPr>
            <a:xfrm>
              <a:off x="3114300" y="2956250"/>
              <a:ext cx="323750" cy="686975"/>
            </a:xfrm>
            <a:custGeom>
              <a:rect b="b" l="l" r="r" t="t"/>
              <a:pathLst>
                <a:path extrusionOk="0" h="27479" w="12950">
                  <a:moveTo>
                    <a:pt x="1" y="1"/>
                  </a:moveTo>
                  <a:lnTo>
                    <a:pt x="1" y="27479"/>
                  </a:lnTo>
                  <a:lnTo>
                    <a:pt x="12949" y="27479"/>
                  </a:lnTo>
                  <a:lnTo>
                    <a:pt x="12949" y="1"/>
                  </a:ln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71"/>
            <p:cNvSpPr/>
            <p:nvPr/>
          </p:nvSpPr>
          <p:spPr>
            <a:xfrm>
              <a:off x="3490450" y="3260975"/>
              <a:ext cx="323750" cy="381500"/>
            </a:xfrm>
            <a:custGeom>
              <a:rect b="b" l="l" r="r" t="t"/>
              <a:pathLst>
                <a:path extrusionOk="0" h="15260" w="12950">
                  <a:moveTo>
                    <a:pt x="1" y="1"/>
                  </a:moveTo>
                  <a:lnTo>
                    <a:pt x="1" y="15259"/>
                  </a:lnTo>
                  <a:lnTo>
                    <a:pt x="12949" y="15259"/>
                  </a:lnTo>
                  <a:lnTo>
                    <a:pt x="12949" y="1"/>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71"/>
            <p:cNvSpPr/>
            <p:nvPr/>
          </p:nvSpPr>
          <p:spPr>
            <a:xfrm>
              <a:off x="3865850" y="3411425"/>
              <a:ext cx="323725" cy="231800"/>
            </a:xfrm>
            <a:custGeom>
              <a:rect b="b" l="l" r="r" t="t"/>
              <a:pathLst>
                <a:path extrusionOk="0" h="9272" w="12949">
                  <a:moveTo>
                    <a:pt x="0" y="1"/>
                  </a:moveTo>
                  <a:lnTo>
                    <a:pt x="0" y="9272"/>
                  </a:lnTo>
                  <a:lnTo>
                    <a:pt x="12949" y="9272"/>
                  </a:lnTo>
                  <a:lnTo>
                    <a:pt x="12949" y="1"/>
                  </a:ln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71"/>
            <p:cNvSpPr/>
            <p:nvPr/>
          </p:nvSpPr>
          <p:spPr>
            <a:xfrm>
              <a:off x="4240475" y="3134075"/>
              <a:ext cx="324500" cy="508400"/>
            </a:xfrm>
            <a:custGeom>
              <a:rect b="b" l="l" r="r" t="t"/>
              <a:pathLst>
                <a:path extrusionOk="0" h="20336" w="12980">
                  <a:moveTo>
                    <a:pt x="0" y="0"/>
                  </a:moveTo>
                  <a:lnTo>
                    <a:pt x="0" y="20335"/>
                  </a:lnTo>
                  <a:lnTo>
                    <a:pt x="12979" y="20335"/>
                  </a:lnTo>
                  <a:lnTo>
                    <a:pt x="12979" y="0"/>
                  </a:ln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71"/>
            <p:cNvSpPr/>
            <p:nvPr/>
          </p:nvSpPr>
          <p:spPr>
            <a:xfrm>
              <a:off x="2738925" y="3638650"/>
              <a:ext cx="1826800" cy="9125"/>
            </a:xfrm>
            <a:custGeom>
              <a:rect b="b" l="l" r="r" t="t"/>
              <a:pathLst>
                <a:path extrusionOk="0" h="365" w="73072">
                  <a:moveTo>
                    <a:pt x="0" y="0"/>
                  </a:moveTo>
                  <a:lnTo>
                    <a:pt x="0" y="365"/>
                  </a:lnTo>
                  <a:lnTo>
                    <a:pt x="73072" y="365"/>
                  </a:lnTo>
                  <a:lnTo>
                    <a:pt x="73072"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0" name="Google Shape;1810;p71"/>
          <p:cNvGrpSpPr/>
          <p:nvPr/>
        </p:nvGrpSpPr>
        <p:grpSpPr>
          <a:xfrm>
            <a:off x="4671445" y="3601155"/>
            <a:ext cx="2052658" cy="738283"/>
            <a:chOff x="3365825" y="3411425"/>
            <a:chExt cx="3866375" cy="1390625"/>
          </a:xfrm>
        </p:grpSpPr>
        <p:sp>
          <p:nvSpPr>
            <p:cNvPr id="1811" name="Google Shape;1811;p71"/>
            <p:cNvSpPr/>
            <p:nvPr/>
          </p:nvSpPr>
          <p:spPr>
            <a:xfrm>
              <a:off x="3441050" y="4726050"/>
              <a:ext cx="34225" cy="28900"/>
            </a:xfrm>
            <a:custGeom>
              <a:rect b="b" l="l" r="r" t="t"/>
              <a:pathLst>
                <a:path extrusionOk="0" h="1156" w="1369">
                  <a:moveTo>
                    <a:pt x="1065" y="0"/>
                  </a:moveTo>
                  <a:lnTo>
                    <a:pt x="1" y="456"/>
                  </a:lnTo>
                  <a:lnTo>
                    <a:pt x="305" y="1155"/>
                  </a:lnTo>
                  <a:lnTo>
                    <a:pt x="1369" y="699"/>
                  </a:lnTo>
                  <a:lnTo>
                    <a:pt x="10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71"/>
            <p:cNvSpPr/>
            <p:nvPr/>
          </p:nvSpPr>
          <p:spPr>
            <a:xfrm>
              <a:off x="3510200" y="4007200"/>
              <a:ext cx="1109475" cy="718100"/>
            </a:xfrm>
            <a:custGeom>
              <a:rect b="b" l="l" r="r" t="t"/>
              <a:pathLst>
                <a:path extrusionOk="0" h="28724" w="44379">
                  <a:moveTo>
                    <a:pt x="44227" y="0"/>
                  </a:moveTo>
                  <a:lnTo>
                    <a:pt x="42069" y="486"/>
                  </a:lnTo>
                  <a:lnTo>
                    <a:pt x="42221" y="1216"/>
                  </a:lnTo>
                  <a:lnTo>
                    <a:pt x="44379" y="730"/>
                  </a:lnTo>
                  <a:lnTo>
                    <a:pt x="44227" y="0"/>
                  </a:lnTo>
                  <a:close/>
                  <a:moveTo>
                    <a:pt x="40275" y="912"/>
                  </a:moveTo>
                  <a:lnTo>
                    <a:pt x="38117" y="1398"/>
                  </a:lnTo>
                  <a:lnTo>
                    <a:pt x="38269" y="2128"/>
                  </a:lnTo>
                  <a:lnTo>
                    <a:pt x="40427" y="1641"/>
                  </a:lnTo>
                  <a:lnTo>
                    <a:pt x="40275" y="912"/>
                  </a:lnTo>
                  <a:close/>
                  <a:moveTo>
                    <a:pt x="36293" y="1824"/>
                  </a:moveTo>
                  <a:lnTo>
                    <a:pt x="34135" y="2310"/>
                  </a:lnTo>
                  <a:lnTo>
                    <a:pt x="34287" y="3040"/>
                  </a:lnTo>
                  <a:lnTo>
                    <a:pt x="36445" y="2553"/>
                  </a:lnTo>
                  <a:lnTo>
                    <a:pt x="36293" y="1824"/>
                  </a:lnTo>
                  <a:close/>
                  <a:moveTo>
                    <a:pt x="32312" y="2736"/>
                  </a:moveTo>
                  <a:lnTo>
                    <a:pt x="30153" y="3222"/>
                  </a:lnTo>
                  <a:lnTo>
                    <a:pt x="30305" y="3951"/>
                  </a:lnTo>
                  <a:lnTo>
                    <a:pt x="32464" y="3465"/>
                  </a:lnTo>
                  <a:lnTo>
                    <a:pt x="32312" y="2736"/>
                  </a:lnTo>
                  <a:close/>
                  <a:moveTo>
                    <a:pt x="28330" y="3617"/>
                  </a:moveTo>
                  <a:lnTo>
                    <a:pt x="26901" y="3951"/>
                  </a:lnTo>
                  <a:lnTo>
                    <a:pt x="26293" y="4863"/>
                  </a:lnTo>
                  <a:lnTo>
                    <a:pt x="26962" y="5289"/>
                  </a:lnTo>
                  <a:lnTo>
                    <a:pt x="27357" y="4590"/>
                  </a:lnTo>
                  <a:lnTo>
                    <a:pt x="28482" y="4316"/>
                  </a:lnTo>
                  <a:lnTo>
                    <a:pt x="28330" y="3617"/>
                  </a:lnTo>
                  <a:close/>
                  <a:moveTo>
                    <a:pt x="25229" y="6413"/>
                  </a:moveTo>
                  <a:lnTo>
                    <a:pt x="24014" y="8268"/>
                  </a:lnTo>
                  <a:lnTo>
                    <a:pt x="24682" y="8693"/>
                  </a:lnTo>
                  <a:lnTo>
                    <a:pt x="25898" y="6839"/>
                  </a:lnTo>
                  <a:lnTo>
                    <a:pt x="25229" y="6413"/>
                  </a:lnTo>
                  <a:close/>
                  <a:moveTo>
                    <a:pt x="23010" y="9787"/>
                  </a:moveTo>
                  <a:lnTo>
                    <a:pt x="21795" y="11672"/>
                  </a:lnTo>
                  <a:lnTo>
                    <a:pt x="22433" y="12067"/>
                  </a:lnTo>
                  <a:lnTo>
                    <a:pt x="23649" y="10213"/>
                  </a:lnTo>
                  <a:lnTo>
                    <a:pt x="23010" y="9787"/>
                  </a:lnTo>
                  <a:close/>
                  <a:moveTo>
                    <a:pt x="20761" y="13222"/>
                  </a:moveTo>
                  <a:lnTo>
                    <a:pt x="19545" y="15076"/>
                  </a:lnTo>
                  <a:lnTo>
                    <a:pt x="20184" y="15502"/>
                  </a:lnTo>
                  <a:lnTo>
                    <a:pt x="21399" y="13648"/>
                  </a:lnTo>
                  <a:lnTo>
                    <a:pt x="20761" y="13222"/>
                  </a:lnTo>
                  <a:close/>
                  <a:moveTo>
                    <a:pt x="18481" y="16626"/>
                  </a:moveTo>
                  <a:lnTo>
                    <a:pt x="17266" y="18511"/>
                  </a:lnTo>
                  <a:lnTo>
                    <a:pt x="17904" y="18906"/>
                  </a:lnTo>
                  <a:lnTo>
                    <a:pt x="19120" y="17052"/>
                  </a:lnTo>
                  <a:lnTo>
                    <a:pt x="18481" y="16626"/>
                  </a:lnTo>
                  <a:close/>
                  <a:moveTo>
                    <a:pt x="16263" y="20031"/>
                  </a:moveTo>
                  <a:lnTo>
                    <a:pt x="15472" y="21247"/>
                  </a:lnTo>
                  <a:lnTo>
                    <a:pt x="14986" y="21459"/>
                  </a:lnTo>
                  <a:lnTo>
                    <a:pt x="15290" y="22158"/>
                  </a:lnTo>
                  <a:lnTo>
                    <a:pt x="15959" y="21854"/>
                  </a:lnTo>
                  <a:lnTo>
                    <a:pt x="16931" y="20426"/>
                  </a:lnTo>
                  <a:lnTo>
                    <a:pt x="16263" y="20031"/>
                  </a:lnTo>
                  <a:close/>
                  <a:moveTo>
                    <a:pt x="13284" y="22219"/>
                  </a:moveTo>
                  <a:lnTo>
                    <a:pt x="11217" y="23131"/>
                  </a:lnTo>
                  <a:lnTo>
                    <a:pt x="11521" y="23830"/>
                  </a:lnTo>
                  <a:lnTo>
                    <a:pt x="13588" y="22918"/>
                  </a:lnTo>
                  <a:lnTo>
                    <a:pt x="13284" y="22219"/>
                  </a:lnTo>
                  <a:close/>
                  <a:moveTo>
                    <a:pt x="9545" y="23861"/>
                  </a:moveTo>
                  <a:lnTo>
                    <a:pt x="7509" y="24772"/>
                  </a:lnTo>
                  <a:lnTo>
                    <a:pt x="7813" y="25441"/>
                  </a:lnTo>
                  <a:lnTo>
                    <a:pt x="9849" y="24529"/>
                  </a:lnTo>
                  <a:lnTo>
                    <a:pt x="9545" y="23861"/>
                  </a:lnTo>
                  <a:close/>
                  <a:moveTo>
                    <a:pt x="5776" y="25502"/>
                  </a:moveTo>
                  <a:lnTo>
                    <a:pt x="3740" y="26414"/>
                  </a:lnTo>
                  <a:lnTo>
                    <a:pt x="4044" y="27082"/>
                  </a:lnTo>
                  <a:lnTo>
                    <a:pt x="6080" y="26171"/>
                  </a:lnTo>
                  <a:lnTo>
                    <a:pt x="5776" y="25502"/>
                  </a:lnTo>
                  <a:close/>
                  <a:moveTo>
                    <a:pt x="2068" y="27113"/>
                  </a:moveTo>
                  <a:lnTo>
                    <a:pt x="1" y="28025"/>
                  </a:lnTo>
                  <a:lnTo>
                    <a:pt x="305" y="28724"/>
                  </a:lnTo>
                  <a:lnTo>
                    <a:pt x="2372" y="27812"/>
                  </a:lnTo>
                  <a:lnTo>
                    <a:pt x="2068" y="27113"/>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71"/>
            <p:cNvSpPr/>
            <p:nvPr/>
          </p:nvSpPr>
          <p:spPr>
            <a:xfrm>
              <a:off x="4717675" y="3584700"/>
              <a:ext cx="193050" cy="349575"/>
            </a:xfrm>
            <a:custGeom>
              <a:rect b="b" l="l" r="r" t="t"/>
              <a:pathLst>
                <a:path extrusionOk="0" h="13983" w="7722">
                  <a:moveTo>
                    <a:pt x="7022" y="0"/>
                  </a:moveTo>
                  <a:lnTo>
                    <a:pt x="5958" y="2067"/>
                  </a:lnTo>
                  <a:lnTo>
                    <a:pt x="6657" y="2432"/>
                  </a:lnTo>
                  <a:lnTo>
                    <a:pt x="7721" y="334"/>
                  </a:lnTo>
                  <a:lnTo>
                    <a:pt x="7022" y="0"/>
                  </a:lnTo>
                  <a:close/>
                  <a:moveTo>
                    <a:pt x="5046" y="3860"/>
                  </a:moveTo>
                  <a:lnTo>
                    <a:pt x="3983" y="5958"/>
                  </a:lnTo>
                  <a:lnTo>
                    <a:pt x="4682" y="6292"/>
                  </a:lnTo>
                  <a:lnTo>
                    <a:pt x="5745" y="4195"/>
                  </a:lnTo>
                  <a:lnTo>
                    <a:pt x="5046" y="3860"/>
                  </a:lnTo>
                  <a:close/>
                  <a:moveTo>
                    <a:pt x="3071" y="7690"/>
                  </a:moveTo>
                  <a:lnTo>
                    <a:pt x="2007" y="9787"/>
                  </a:lnTo>
                  <a:lnTo>
                    <a:pt x="2706" y="10122"/>
                  </a:lnTo>
                  <a:lnTo>
                    <a:pt x="3770" y="8055"/>
                  </a:lnTo>
                  <a:lnTo>
                    <a:pt x="3071" y="7690"/>
                  </a:lnTo>
                  <a:close/>
                  <a:moveTo>
                    <a:pt x="1065" y="11550"/>
                  </a:moveTo>
                  <a:lnTo>
                    <a:pt x="1" y="13617"/>
                  </a:lnTo>
                  <a:lnTo>
                    <a:pt x="700" y="13982"/>
                  </a:lnTo>
                  <a:lnTo>
                    <a:pt x="1764" y="11885"/>
                  </a:lnTo>
                  <a:lnTo>
                    <a:pt x="1065" y="1155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71"/>
            <p:cNvSpPr/>
            <p:nvPr/>
          </p:nvSpPr>
          <p:spPr>
            <a:xfrm>
              <a:off x="5012525" y="3452475"/>
              <a:ext cx="466600" cy="68400"/>
            </a:xfrm>
            <a:custGeom>
              <a:rect b="b" l="l" r="r" t="t"/>
              <a:pathLst>
                <a:path extrusionOk="0" h="2736" w="18664">
                  <a:moveTo>
                    <a:pt x="18602" y="0"/>
                  </a:moveTo>
                  <a:lnTo>
                    <a:pt x="16353" y="213"/>
                  </a:lnTo>
                  <a:lnTo>
                    <a:pt x="16444" y="973"/>
                  </a:lnTo>
                  <a:lnTo>
                    <a:pt x="18663" y="760"/>
                  </a:lnTo>
                  <a:lnTo>
                    <a:pt x="18602" y="0"/>
                  </a:lnTo>
                  <a:close/>
                  <a:moveTo>
                    <a:pt x="14529" y="456"/>
                  </a:moveTo>
                  <a:lnTo>
                    <a:pt x="12310" y="669"/>
                  </a:lnTo>
                  <a:lnTo>
                    <a:pt x="12371" y="1429"/>
                  </a:lnTo>
                  <a:lnTo>
                    <a:pt x="14621" y="1216"/>
                  </a:lnTo>
                  <a:lnTo>
                    <a:pt x="14529" y="456"/>
                  </a:lnTo>
                  <a:close/>
                  <a:moveTo>
                    <a:pt x="10426" y="882"/>
                  </a:moveTo>
                  <a:lnTo>
                    <a:pt x="8177" y="1094"/>
                  </a:lnTo>
                  <a:lnTo>
                    <a:pt x="8268" y="1854"/>
                  </a:lnTo>
                  <a:lnTo>
                    <a:pt x="10517" y="1642"/>
                  </a:lnTo>
                  <a:lnTo>
                    <a:pt x="10426" y="882"/>
                  </a:lnTo>
                  <a:close/>
                  <a:moveTo>
                    <a:pt x="6323" y="1307"/>
                  </a:moveTo>
                  <a:lnTo>
                    <a:pt x="4104" y="1550"/>
                  </a:lnTo>
                  <a:lnTo>
                    <a:pt x="4164" y="2310"/>
                  </a:lnTo>
                  <a:lnTo>
                    <a:pt x="6414" y="2067"/>
                  </a:lnTo>
                  <a:lnTo>
                    <a:pt x="6323" y="1307"/>
                  </a:lnTo>
                  <a:close/>
                  <a:moveTo>
                    <a:pt x="2219" y="1733"/>
                  </a:moveTo>
                  <a:lnTo>
                    <a:pt x="0" y="1976"/>
                  </a:lnTo>
                  <a:lnTo>
                    <a:pt x="61" y="2736"/>
                  </a:lnTo>
                  <a:lnTo>
                    <a:pt x="2310" y="2493"/>
                  </a:lnTo>
                  <a:lnTo>
                    <a:pt x="2219" y="1733"/>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71"/>
            <p:cNvSpPr/>
            <p:nvPr/>
          </p:nvSpPr>
          <p:spPr>
            <a:xfrm>
              <a:off x="5571800" y="3520850"/>
              <a:ext cx="449875" cy="869350"/>
            </a:xfrm>
            <a:custGeom>
              <a:rect b="b" l="l" r="r" t="t"/>
              <a:pathLst>
                <a:path extrusionOk="0" h="34774" w="17995">
                  <a:moveTo>
                    <a:pt x="730" y="1"/>
                  </a:moveTo>
                  <a:lnTo>
                    <a:pt x="0" y="274"/>
                  </a:lnTo>
                  <a:lnTo>
                    <a:pt x="791" y="2311"/>
                  </a:lnTo>
                  <a:lnTo>
                    <a:pt x="1520" y="2037"/>
                  </a:lnTo>
                  <a:lnTo>
                    <a:pt x="730" y="1"/>
                  </a:lnTo>
                  <a:close/>
                  <a:moveTo>
                    <a:pt x="2159" y="3800"/>
                  </a:moveTo>
                  <a:lnTo>
                    <a:pt x="1429" y="4074"/>
                  </a:lnTo>
                  <a:lnTo>
                    <a:pt x="2250" y="6110"/>
                  </a:lnTo>
                  <a:lnTo>
                    <a:pt x="2949" y="5837"/>
                  </a:lnTo>
                  <a:lnTo>
                    <a:pt x="2159" y="3800"/>
                  </a:lnTo>
                  <a:close/>
                  <a:moveTo>
                    <a:pt x="3618" y="7600"/>
                  </a:moveTo>
                  <a:lnTo>
                    <a:pt x="2888" y="7873"/>
                  </a:lnTo>
                  <a:lnTo>
                    <a:pt x="3678" y="9910"/>
                  </a:lnTo>
                  <a:lnTo>
                    <a:pt x="4408" y="9636"/>
                  </a:lnTo>
                  <a:lnTo>
                    <a:pt x="3618" y="7600"/>
                  </a:lnTo>
                  <a:close/>
                  <a:moveTo>
                    <a:pt x="5077" y="11399"/>
                  </a:moveTo>
                  <a:lnTo>
                    <a:pt x="4377" y="11673"/>
                  </a:lnTo>
                  <a:lnTo>
                    <a:pt x="5168" y="13709"/>
                  </a:lnTo>
                  <a:lnTo>
                    <a:pt x="5897" y="13436"/>
                  </a:lnTo>
                  <a:lnTo>
                    <a:pt x="5077" y="11399"/>
                  </a:lnTo>
                  <a:close/>
                  <a:moveTo>
                    <a:pt x="6536" y="15168"/>
                  </a:moveTo>
                  <a:lnTo>
                    <a:pt x="5806" y="15411"/>
                  </a:lnTo>
                  <a:lnTo>
                    <a:pt x="6596" y="17478"/>
                  </a:lnTo>
                  <a:lnTo>
                    <a:pt x="7326" y="17205"/>
                  </a:lnTo>
                  <a:lnTo>
                    <a:pt x="6536" y="15168"/>
                  </a:lnTo>
                  <a:close/>
                  <a:moveTo>
                    <a:pt x="7964" y="18846"/>
                  </a:moveTo>
                  <a:lnTo>
                    <a:pt x="7326" y="19272"/>
                  </a:lnTo>
                  <a:lnTo>
                    <a:pt x="8542" y="21126"/>
                  </a:lnTo>
                  <a:lnTo>
                    <a:pt x="9180" y="20700"/>
                  </a:lnTo>
                  <a:lnTo>
                    <a:pt x="7964" y="18846"/>
                  </a:lnTo>
                  <a:close/>
                  <a:moveTo>
                    <a:pt x="10183" y="22220"/>
                  </a:moveTo>
                  <a:lnTo>
                    <a:pt x="9514" y="22646"/>
                  </a:lnTo>
                  <a:lnTo>
                    <a:pt x="10730" y="24500"/>
                  </a:lnTo>
                  <a:lnTo>
                    <a:pt x="11399" y="24074"/>
                  </a:lnTo>
                  <a:lnTo>
                    <a:pt x="10183" y="22220"/>
                  </a:lnTo>
                  <a:close/>
                  <a:moveTo>
                    <a:pt x="12371" y="25655"/>
                  </a:moveTo>
                  <a:lnTo>
                    <a:pt x="11733" y="26050"/>
                  </a:lnTo>
                  <a:lnTo>
                    <a:pt x="12949" y="27934"/>
                  </a:lnTo>
                  <a:lnTo>
                    <a:pt x="13587" y="27509"/>
                  </a:lnTo>
                  <a:lnTo>
                    <a:pt x="12371" y="25655"/>
                  </a:lnTo>
                  <a:close/>
                  <a:moveTo>
                    <a:pt x="14590" y="29059"/>
                  </a:moveTo>
                  <a:lnTo>
                    <a:pt x="13922" y="29485"/>
                  </a:lnTo>
                  <a:lnTo>
                    <a:pt x="15168" y="31339"/>
                  </a:lnTo>
                  <a:lnTo>
                    <a:pt x="15806" y="30913"/>
                  </a:lnTo>
                  <a:lnTo>
                    <a:pt x="14590" y="29059"/>
                  </a:lnTo>
                  <a:close/>
                  <a:moveTo>
                    <a:pt x="16779" y="32494"/>
                  </a:moveTo>
                  <a:lnTo>
                    <a:pt x="16141" y="32889"/>
                  </a:lnTo>
                  <a:lnTo>
                    <a:pt x="17356" y="34773"/>
                  </a:lnTo>
                  <a:lnTo>
                    <a:pt x="17995" y="34348"/>
                  </a:lnTo>
                  <a:lnTo>
                    <a:pt x="16779" y="32494"/>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71"/>
            <p:cNvSpPr/>
            <p:nvPr/>
          </p:nvSpPr>
          <p:spPr>
            <a:xfrm>
              <a:off x="6109050" y="4086975"/>
              <a:ext cx="815375" cy="320700"/>
            </a:xfrm>
            <a:custGeom>
              <a:rect b="b" l="l" r="r" t="t"/>
              <a:pathLst>
                <a:path extrusionOk="0" h="12828" w="32615">
                  <a:moveTo>
                    <a:pt x="32524" y="1"/>
                  </a:moveTo>
                  <a:lnTo>
                    <a:pt x="30244" y="213"/>
                  </a:lnTo>
                  <a:lnTo>
                    <a:pt x="30335" y="973"/>
                  </a:lnTo>
                  <a:lnTo>
                    <a:pt x="32615" y="760"/>
                  </a:lnTo>
                  <a:lnTo>
                    <a:pt x="32524" y="1"/>
                  </a:lnTo>
                  <a:close/>
                  <a:moveTo>
                    <a:pt x="28359" y="396"/>
                  </a:moveTo>
                  <a:lnTo>
                    <a:pt x="26080" y="639"/>
                  </a:lnTo>
                  <a:lnTo>
                    <a:pt x="26141" y="1399"/>
                  </a:lnTo>
                  <a:lnTo>
                    <a:pt x="28420" y="1156"/>
                  </a:lnTo>
                  <a:lnTo>
                    <a:pt x="28359" y="396"/>
                  </a:lnTo>
                  <a:close/>
                  <a:moveTo>
                    <a:pt x="24165" y="791"/>
                  </a:moveTo>
                  <a:lnTo>
                    <a:pt x="21885" y="1034"/>
                  </a:lnTo>
                  <a:lnTo>
                    <a:pt x="21976" y="1794"/>
                  </a:lnTo>
                  <a:lnTo>
                    <a:pt x="24256" y="1551"/>
                  </a:lnTo>
                  <a:lnTo>
                    <a:pt x="24165" y="791"/>
                  </a:lnTo>
                  <a:close/>
                  <a:moveTo>
                    <a:pt x="19940" y="1216"/>
                  </a:moveTo>
                  <a:lnTo>
                    <a:pt x="17660" y="1429"/>
                  </a:lnTo>
                  <a:lnTo>
                    <a:pt x="17751" y="2189"/>
                  </a:lnTo>
                  <a:lnTo>
                    <a:pt x="20031" y="1976"/>
                  </a:lnTo>
                  <a:lnTo>
                    <a:pt x="19940" y="1216"/>
                  </a:lnTo>
                  <a:close/>
                  <a:moveTo>
                    <a:pt x="15776" y="1642"/>
                  </a:moveTo>
                  <a:lnTo>
                    <a:pt x="13496" y="1855"/>
                  </a:lnTo>
                  <a:lnTo>
                    <a:pt x="13557" y="2615"/>
                  </a:lnTo>
                  <a:lnTo>
                    <a:pt x="15867" y="2402"/>
                  </a:lnTo>
                  <a:lnTo>
                    <a:pt x="15776" y="1642"/>
                  </a:lnTo>
                  <a:close/>
                  <a:moveTo>
                    <a:pt x="11794" y="3071"/>
                  </a:moveTo>
                  <a:lnTo>
                    <a:pt x="9970" y="4469"/>
                  </a:lnTo>
                  <a:lnTo>
                    <a:pt x="10426" y="5077"/>
                  </a:lnTo>
                  <a:lnTo>
                    <a:pt x="12250" y="3678"/>
                  </a:lnTo>
                  <a:lnTo>
                    <a:pt x="11794" y="3071"/>
                  </a:lnTo>
                  <a:close/>
                  <a:moveTo>
                    <a:pt x="8481" y="5654"/>
                  </a:moveTo>
                  <a:lnTo>
                    <a:pt x="6657" y="7052"/>
                  </a:lnTo>
                  <a:lnTo>
                    <a:pt x="7113" y="7660"/>
                  </a:lnTo>
                  <a:lnTo>
                    <a:pt x="8937" y="6262"/>
                  </a:lnTo>
                  <a:lnTo>
                    <a:pt x="8481" y="5654"/>
                  </a:lnTo>
                  <a:close/>
                  <a:moveTo>
                    <a:pt x="5167" y="8238"/>
                  </a:moveTo>
                  <a:lnTo>
                    <a:pt x="3344" y="9636"/>
                  </a:lnTo>
                  <a:lnTo>
                    <a:pt x="3800" y="10244"/>
                  </a:lnTo>
                  <a:lnTo>
                    <a:pt x="5623" y="8846"/>
                  </a:lnTo>
                  <a:lnTo>
                    <a:pt x="5167" y="8238"/>
                  </a:lnTo>
                  <a:close/>
                  <a:moveTo>
                    <a:pt x="1824" y="10821"/>
                  </a:moveTo>
                  <a:lnTo>
                    <a:pt x="0" y="12220"/>
                  </a:lnTo>
                  <a:lnTo>
                    <a:pt x="456" y="12827"/>
                  </a:lnTo>
                  <a:lnTo>
                    <a:pt x="2280" y="11429"/>
                  </a:lnTo>
                  <a:lnTo>
                    <a:pt x="1824" y="1082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71"/>
            <p:cNvSpPr/>
            <p:nvPr/>
          </p:nvSpPr>
          <p:spPr>
            <a:xfrm>
              <a:off x="6970000" y="4079375"/>
              <a:ext cx="29650" cy="22075"/>
            </a:xfrm>
            <a:custGeom>
              <a:rect b="b" l="l" r="r" t="t"/>
              <a:pathLst>
                <a:path extrusionOk="0" h="883" w="1186">
                  <a:moveTo>
                    <a:pt x="1125" y="1"/>
                  </a:moveTo>
                  <a:lnTo>
                    <a:pt x="1" y="122"/>
                  </a:lnTo>
                  <a:lnTo>
                    <a:pt x="61" y="882"/>
                  </a:lnTo>
                  <a:lnTo>
                    <a:pt x="1186" y="760"/>
                  </a:lnTo>
                  <a:lnTo>
                    <a:pt x="1125"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71"/>
            <p:cNvSpPr/>
            <p:nvPr/>
          </p:nvSpPr>
          <p:spPr>
            <a:xfrm>
              <a:off x="3365825" y="4716925"/>
              <a:ext cx="85900" cy="85125"/>
            </a:xfrm>
            <a:custGeom>
              <a:rect b="b" l="l" r="r" t="t"/>
              <a:pathLst>
                <a:path extrusionOk="0" h="3405" w="3436">
                  <a:moveTo>
                    <a:pt x="1733" y="0"/>
                  </a:moveTo>
                  <a:cubicBezTo>
                    <a:pt x="761" y="0"/>
                    <a:pt x="1" y="760"/>
                    <a:pt x="1" y="1703"/>
                  </a:cubicBezTo>
                  <a:cubicBezTo>
                    <a:pt x="1" y="2645"/>
                    <a:pt x="761" y="3405"/>
                    <a:pt x="1733" y="3405"/>
                  </a:cubicBezTo>
                  <a:cubicBezTo>
                    <a:pt x="2676" y="3405"/>
                    <a:pt x="3435" y="2645"/>
                    <a:pt x="3435" y="1703"/>
                  </a:cubicBezTo>
                  <a:cubicBezTo>
                    <a:pt x="3435" y="760"/>
                    <a:pt x="2676" y="0"/>
                    <a:pt x="1733"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71"/>
            <p:cNvSpPr/>
            <p:nvPr/>
          </p:nvSpPr>
          <p:spPr>
            <a:xfrm>
              <a:off x="3855950" y="4495025"/>
              <a:ext cx="85900" cy="85900"/>
            </a:xfrm>
            <a:custGeom>
              <a:rect b="b" l="l" r="r" t="t"/>
              <a:pathLst>
                <a:path extrusionOk="0" h="3436" w="3436">
                  <a:moveTo>
                    <a:pt x="1703" y="1"/>
                  </a:moveTo>
                  <a:cubicBezTo>
                    <a:pt x="761" y="1"/>
                    <a:pt x="1" y="761"/>
                    <a:pt x="1" y="1734"/>
                  </a:cubicBezTo>
                  <a:cubicBezTo>
                    <a:pt x="1" y="2676"/>
                    <a:pt x="761" y="3436"/>
                    <a:pt x="1703" y="3436"/>
                  </a:cubicBezTo>
                  <a:cubicBezTo>
                    <a:pt x="2676" y="3436"/>
                    <a:pt x="3436" y="2676"/>
                    <a:pt x="3436" y="1734"/>
                  </a:cubicBezTo>
                  <a:cubicBezTo>
                    <a:pt x="3436" y="761"/>
                    <a:pt x="2676" y="1"/>
                    <a:pt x="170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71"/>
            <p:cNvSpPr/>
            <p:nvPr/>
          </p:nvSpPr>
          <p:spPr>
            <a:xfrm>
              <a:off x="4145475" y="4071775"/>
              <a:ext cx="85900" cy="85125"/>
            </a:xfrm>
            <a:custGeom>
              <a:rect b="b" l="l" r="r" t="t"/>
              <a:pathLst>
                <a:path extrusionOk="0" h="3405" w="3436">
                  <a:moveTo>
                    <a:pt x="1733" y="1"/>
                  </a:moveTo>
                  <a:cubicBezTo>
                    <a:pt x="791" y="1"/>
                    <a:pt x="1" y="761"/>
                    <a:pt x="1" y="1703"/>
                  </a:cubicBezTo>
                  <a:cubicBezTo>
                    <a:pt x="1" y="2645"/>
                    <a:pt x="791" y="3405"/>
                    <a:pt x="1733" y="3405"/>
                  </a:cubicBezTo>
                  <a:cubicBezTo>
                    <a:pt x="2676" y="3405"/>
                    <a:pt x="3435" y="2645"/>
                    <a:pt x="3435" y="1703"/>
                  </a:cubicBezTo>
                  <a:cubicBezTo>
                    <a:pt x="3435" y="761"/>
                    <a:pt x="2676" y="1"/>
                    <a:pt x="173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71"/>
            <p:cNvSpPr/>
            <p:nvPr/>
          </p:nvSpPr>
          <p:spPr>
            <a:xfrm>
              <a:off x="4648525" y="3955525"/>
              <a:ext cx="85125" cy="85875"/>
            </a:xfrm>
            <a:custGeom>
              <a:rect b="b" l="l" r="r" t="t"/>
              <a:pathLst>
                <a:path extrusionOk="0" h="3435" w="3405">
                  <a:moveTo>
                    <a:pt x="1703" y="0"/>
                  </a:moveTo>
                  <a:cubicBezTo>
                    <a:pt x="761" y="0"/>
                    <a:pt x="1" y="760"/>
                    <a:pt x="1" y="1702"/>
                  </a:cubicBezTo>
                  <a:cubicBezTo>
                    <a:pt x="1" y="2675"/>
                    <a:pt x="761" y="3435"/>
                    <a:pt x="1703" y="3435"/>
                  </a:cubicBezTo>
                  <a:cubicBezTo>
                    <a:pt x="2645" y="3435"/>
                    <a:pt x="3405" y="2675"/>
                    <a:pt x="3405" y="1702"/>
                  </a:cubicBezTo>
                  <a:cubicBezTo>
                    <a:pt x="3405" y="760"/>
                    <a:pt x="2645" y="0"/>
                    <a:pt x="1703"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71"/>
            <p:cNvSpPr/>
            <p:nvPr/>
          </p:nvSpPr>
          <p:spPr>
            <a:xfrm>
              <a:off x="4895500" y="3476775"/>
              <a:ext cx="85125" cy="85900"/>
            </a:xfrm>
            <a:custGeom>
              <a:rect b="b" l="l" r="r" t="t"/>
              <a:pathLst>
                <a:path extrusionOk="0" h="3436" w="3405">
                  <a:moveTo>
                    <a:pt x="1702" y="1"/>
                  </a:moveTo>
                  <a:cubicBezTo>
                    <a:pt x="760" y="1"/>
                    <a:pt x="0" y="761"/>
                    <a:pt x="0" y="1733"/>
                  </a:cubicBezTo>
                  <a:cubicBezTo>
                    <a:pt x="0" y="2676"/>
                    <a:pt x="760" y="3436"/>
                    <a:pt x="1702" y="3436"/>
                  </a:cubicBezTo>
                  <a:cubicBezTo>
                    <a:pt x="2645" y="3436"/>
                    <a:pt x="3405" y="2676"/>
                    <a:pt x="3405" y="1733"/>
                  </a:cubicBezTo>
                  <a:cubicBezTo>
                    <a:pt x="3405" y="761"/>
                    <a:pt x="2645" y="1"/>
                    <a:pt x="1702"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71"/>
            <p:cNvSpPr/>
            <p:nvPr/>
          </p:nvSpPr>
          <p:spPr>
            <a:xfrm>
              <a:off x="5511000" y="3411425"/>
              <a:ext cx="85150" cy="85900"/>
            </a:xfrm>
            <a:custGeom>
              <a:rect b="b" l="l" r="r" t="t"/>
              <a:pathLst>
                <a:path extrusionOk="0" h="3436" w="3406">
                  <a:moveTo>
                    <a:pt x="1703" y="1"/>
                  </a:moveTo>
                  <a:cubicBezTo>
                    <a:pt x="761" y="1"/>
                    <a:pt x="1" y="761"/>
                    <a:pt x="1" y="1703"/>
                  </a:cubicBezTo>
                  <a:cubicBezTo>
                    <a:pt x="1" y="2645"/>
                    <a:pt x="761" y="3436"/>
                    <a:pt x="1703" y="3436"/>
                  </a:cubicBezTo>
                  <a:cubicBezTo>
                    <a:pt x="2645" y="3436"/>
                    <a:pt x="3405" y="2645"/>
                    <a:pt x="3405" y="1703"/>
                  </a:cubicBezTo>
                  <a:cubicBezTo>
                    <a:pt x="3405" y="761"/>
                    <a:pt x="2645" y="1"/>
                    <a:pt x="170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71"/>
            <p:cNvSpPr/>
            <p:nvPr/>
          </p:nvSpPr>
          <p:spPr>
            <a:xfrm>
              <a:off x="5723775" y="3943350"/>
              <a:ext cx="85125" cy="85900"/>
            </a:xfrm>
            <a:custGeom>
              <a:rect b="b" l="l" r="r" t="t"/>
              <a:pathLst>
                <a:path extrusionOk="0" h="3436" w="3405">
                  <a:moveTo>
                    <a:pt x="1703" y="1"/>
                  </a:moveTo>
                  <a:cubicBezTo>
                    <a:pt x="760" y="1"/>
                    <a:pt x="1" y="761"/>
                    <a:pt x="1" y="1703"/>
                  </a:cubicBezTo>
                  <a:cubicBezTo>
                    <a:pt x="1" y="2645"/>
                    <a:pt x="760" y="3435"/>
                    <a:pt x="1703" y="3435"/>
                  </a:cubicBezTo>
                  <a:cubicBezTo>
                    <a:pt x="2645" y="3435"/>
                    <a:pt x="3405" y="2645"/>
                    <a:pt x="3405" y="1703"/>
                  </a:cubicBezTo>
                  <a:cubicBezTo>
                    <a:pt x="3405" y="761"/>
                    <a:pt x="2645" y="1"/>
                    <a:pt x="170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71"/>
            <p:cNvSpPr/>
            <p:nvPr/>
          </p:nvSpPr>
          <p:spPr>
            <a:xfrm>
              <a:off x="6011025" y="4392450"/>
              <a:ext cx="85875" cy="85900"/>
            </a:xfrm>
            <a:custGeom>
              <a:rect b="b" l="l" r="r" t="t"/>
              <a:pathLst>
                <a:path extrusionOk="0" h="3436" w="3435">
                  <a:moveTo>
                    <a:pt x="1733" y="1"/>
                  </a:moveTo>
                  <a:cubicBezTo>
                    <a:pt x="760" y="1"/>
                    <a:pt x="0" y="760"/>
                    <a:pt x="0" y="1733"/>
                  </a:cubicBezTo>
                  <a:cubicBezTo>
                    <a:pt x="0" y="2675"/>
                    <a:pt x="760" y="3435"/>
                    <a:pt x="1733" y="3435"/>
                  </a:cubicBezTo>
                  <a:cubicBezTo>
                    <a:pt x="2675" y="3435"/>
                    <a:pt x="3435" y="2675"/>
                    <a:pt x="3435" y="1733"/>
                  </a:cubicBezTo>
                  <a:cubicBezTo>
                    <a:pt x="3435" y="760"/>
                    <a:pt x="2675" y="1"/>
                    <a:pt x="173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71"/>
            <p:cNvSpPr/>
            <p:nvPr/>
          </p:nvSpPr>
          <p:spPr>
            <a:xfrm>
              <a:off x="6403125" y="4099900"/>
              <a:ext cx="85125" cy="85875"/>
            </a:xfrm>
            <a:custGeom>
              <a:rect b="b" l="l" r="r" t="t"/>
              <a:pathLst>
                <a:path extrusionOk="0" h="3435" w="3405">
                  <a:moveTo>
                    <a:pt x="1703" y="0"/>
                  </a:moveTo>
                  <a:cubicBezTo>
                    <a:pt x="760" y="0"/>
                    <a:pt x="0" y="760"/>
                    <a:pt x="0" y="1733"/>
                  </a:cubicBezTo>
                  <a:cubicBezTo>
                    <a:pt x="0" y="2675"/>
                    <a:pt x="760" y="3435"/>
                    <a:pt x="1703" y="3435"/>
                  </a:cubicBezTo>
                  <a:cubicBezTo>
                    <a:pt x="2645" y="3435"/>
                    <a:pt x="3405" y="2675"/>
                    <a:pt x="3405" y="1733"/>
                  </a:cubicBezTo>
                  <a:cubicBezTo>
                    <a:pt x="3405" y="760"/>
                    <a:pt x="2645" y="0"/>
                    <a:pt x="1703"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71"/>
            <p:cNvSpPr/>
            <p:nvPr/>
          </p:nvSpPr>
          <p:spPr>
            <a:xfrm>
              <a:off x="6988250" y="3996550"/>
              <a:ext cx="243950" cy="177850"/>
            </a:xfrm>
            <a:custGeom>
              <a:rect b="b" l="l" r="r" t="t"/>
              <a:pathLst>
                <a:path extrusionOk="0" h="7114" w="9758">
                  <a:moveTo>
                    <a:pt x="0" y="0"/>
                  </a:moveTo>
                  <a:lnTo>
                    <a:pt x="851" y="7113"/>
                  </a:lnTo>
                  <a:lnTo>
                    <a:pt x="9757" y="2280"/>
                  </a:lnTo>
                  <a:lnTo>
                    <a:pt x="0"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8" name="Google Shape;1828;p71"/>
          <p:cNvGrpSpPr/>
          <p:nvPr/>
        </p:nvGrpSpPr>
        <p:grpSpPr>
          <a:xfrm>
            <a:off x="990390" y="1245715"/>
            <a:ext cx="1342636" cy="1217594"/>
            <a:chOff x="2659125" y="656075"/>
            <a:chExt cx="1689275" cy="1531950"/>
          </a:xfrm>
        </p:grpSpPr>
        <p:sp>
          <p:nvSpPr>
            <p:cNvPr id="1829" name="Google Shape;1829;p71"/>
            <p:cNvSpPr/>
            <p:nvPr/>
          </p:nvSpPr>
          <p:spPr>
            <a:xfrm>
              <a:off x="4205500" y="862775"/>
              <a:ext cx="19025" cy="873900"/>
            </a:xfrm>
            <a:custGeom>
              <a:rect b="b" l="l" r="r" t="t"/>
              <a:pathLst>
                <a:path extrusionOk="0" h="34956" w="761">
                  <a:moveTo>
                    <a:pt x="1" y="0"/>
                  </a:moveTo>
                  <a:lnTo>
                    <a:pt x="1" y="34955"/>
                  </a:lnTo>
                  <a:lnTo>
                    <a:pt x="761" y="34955"/>
                  </a:lnTo>
                  <a:lnTo>
                    <a:pt x="761"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71"/>
            <p:cNvSpPr/>
            <p:nvPr/>
          </p:nvSpPr>
          <p:spPr>
            <a:xfrm>
              <a:off x="4080125" y="999925"/>
              <a:ext cx="268275" cy="433250"/>
            </a:xfrm>
            <a:custGeom>
              <a:rect b="b" l="l" r="r" t="t"/>
              <a:pathLst>
                <a:path extrusionOk="0" h="17330" w="10731">
                  <a:moveTo>
                    <a:pt x="5427" y="0"/>
                  </a:moveTo>
                  <a:cubicBezTo>
                    <a:pt x="3018" y="0"/>
                    <a:pt x="583" y="145"/>
                    <a:pt x="396" y="411"/>
                  </a:cubicBezTo>
                  <a:cubicBezTo>
                    <a:pt x="122" y="806"/>
                    <a:pt x="1" y="16521"/>
                    <a:pt x="396" y="16885"/>
                  </a:cubicBezTo>
                  <a:cubicBezTo>
                    <a:pt x="696" y="17185"/>
                    <a:pt x="2951" y="17330"/>
                    <a:pt x="5235" y="17330"/>
                  </a:cubicBezTo>
                  <a:cubicBezTo>
                    <a:pt x="7578" y="17330"/>
                    <a:pt x="9951" y="17178"/>
                    <a:pt x="10274" y="16885"/>
                  </a:cubicBezTo>
                  <a:cubicBezTo>
                    <a:pt x="10730" y="16521"/>
                    <a:pt x="10730" y="836"/>
                    <a:pt x="10274" y="411"/>
                  </a:cubicBezTo>
                  <a:cubicBezTo>
                    <a:pt x="9964" y="130"/>
                    <a:pt x="7707" y="0"/>
                    <a:pt x="5427"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71"/>
            <p:cNvSpPr/>
            <p:nvPr/>
          </p:nvSpPr>
          <p:spPr>
            <a:xfrm>
              <a:off x="3498050" y="1143925"/>
              <a:ext cx="19025" cy="823750"/>
            </a:xfrm>
            <a:custGeom>
              <a:rect b="b" l="l" r="r" t="t"/>
              <a:pathLst>
                <a:path extrusionOk="0" h="32950" w="761">
                  <a:moveTo>
                    <a:pt x="1" y="0"/>
                  </a:moveTo>
                  <a:lnTo>
                    <a:pt x="1" y="32949"/>
                  </a:lnTo>
                  <a:lnTo>
                    <a:pt x="760" y="32949"/>
                  </a:lnTo>
                  <a:lnTo>
                    <a:pt x="760"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71"/>
            <p:cNvSpPr/>
            <p:nvPr/>
          </p:nvSpPr>
          <p:spPr>
            <a:xfrm>
              <a:off x="3367350" y="1221050"/>
              <a:ext cx="278150" cy="173375"/>
            </a:xfrm>
            <a:custGeom>
              <a:rect b="b" l="l" r="r" t="t"/>
              <a:pathLst>
                <a:path extrusionOk="0" h="6935" w="11126">
                  <a:moveTo>
                    <a:pt x="5628" y="0"/>
                  </a:moveTo>
                  <a:cubicBezTo>
                    <a:pt x="3223" y="0"/>
                    <a:pt x="796" y="145"/>
                    <a:pt x="608" y="411"/>
                  </a:cubicBezTo>
                  <a:cubicBezTo>
                    <a:pt x="213" y="958"/>
                    <a:pt x="1" y="5882"/>
                    <a:pt x="608" y="6490"/>
                  </a:cubicBezTo>
                  <a:cubicBezTo>
                    <a:pt x="908" y="6790"/>
                    <a:pt x="3156" y="6935"/>
                    <a:pt x="5436" y="6935"/>
                  </a:cubicBezTo>
                  <a:cubicBezTo>
                    <a:pt x="7775" y="6935"/>
                    <a:pt x="10148" y="6783"/>
                    <a:pt x="10487" y="6490"/>
                  </a:cubicBezTo>
                  <a:cubicBezTo>
                    <a:pt x="11125" y="5973"/>
                    <a:pt x="11125" y="1019"/>
                    <a:pt x="10487" y="411"/>
                  </a:cubicBezTo>
                  <a:cubicBezTo>
                    <a:pt x="10162" y="130"/>
                    <a:pt x="7904" y="0"/>
                    <a:pt x="5628"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71"/>
            <p:cNvSpPr/>
            <p:nvPr/>
          </p:nvSpPr>
          <p:spPr>
            <a:xfrm>
              <a:off x="3143950" y="1132525"/>
              <a:ext cx="19025" cy="648200"/>
            </a:xfrm>
            <a:custGeom>
              <a:rect b="b" l="l" r="r" t="t"/>
              <a:pathLst>
                <a:path extrusionOk="0" h="25928" w="761">
                  <a:moveTo>
                    <a:pt x="0" y="1"/>
                  </a:moveTo>
                  <a:lnTo>
                    <a:pt x="0" y="25928"/>
                  </a:lnTo>
                  <a:lnTo>
                    <a:pt x="760" y="25928"/>
                  </a:lnTo>
                  <a:lnTo>
                    <a:pt x="760"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71"/>
            <p:cNvSpPr/>
            <p:nvPr/>
          </p:nvSpPr>
          <p:spPr>
            <a:xfrm>
              <a:off x="3014000" y="1316325"/>
              <a:ext cx="276625" cy="288325"/>
            </a:xfrm>
            <a:custGeom>
              <a:rect b="b" l="l" r="r" t="t"/>
              <a:pathLst>
                <a:path extrusionOk="0" h="11533" w="11065">
                  <a:moveTo>
                    <a:pt x="5534" y="0"/>
                  </a:moveTo>
                  <a:cubicBezTo>
                    <a:pt x="3159" y="0"/>
                    <a:pt x="793" y="137"/>
                    <a:pt x="608" y="399"/>
                  </a:cubicBezTo>
                  <a:cubicBezTo>
                    <a:pt x="213" y="947"/>
                    <a:pt x="1" y="10491"/>
                    <a:pt x="608" y="11099"/>
                  </a:cubicBezTo>
                  <a:cubicBezTo>
                    <a:pt x="904" y="11395"/>
                    <a:pt x="3095" y="11532"/>
                    <a:pt x="5343" y="11532"/>
                  </a:cubicBezTo>
                  <a:cubicBezTo>
                    <a:pt x="7712" y="11532"/>
                    <a:pt x="10144" y="11379"/>
                    <a:pt x="10487" y="11099"/>
                  </a:cubicBezTo>
                  <a:cubicBezTo>
                    <a:pt x="11065" y="10552"/>
                    <a:pt x="11065" y="1007"/>
                    <a:pt x="10487" y="399"/>
                  </a:cubicBezTo>
                  <a:cubicBezTo>
                    <a:pt x="10157" y="130"/>
                    <a:pt x="7842" y="0"/>
                    <a:pt x="5534"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71"/>
            <p:cNvSpPr/>
            <p:nvPr/>
          </p:nvSpPr>
          <p:spPr>
            <a:xfrm>
              <a:off x="3851400" y="656075"/>
              <a:ext cx="19025" cy="809300"/>
            </a:xfrm>
            <a:custGeom>
              <a:rect b="b" l="l" r="r" t="t"/>
              <a:pathLst>
                <a:path extrusionOk="0" h="32372" w="761">
                  <a:moveTo>
                    <a:pt x="1" y="1"/>
                  </a:moveTo>
                  <a:lnTo>
                    <a:pt x="1" y="32372"/>
                  </a:lnTo>
                  <a:lnTo>
                    <a:pt x="760" y="32372"/>
                  </a:lnTo>
                  <a:lnTo>
                    <a:pt x="760"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71"/>
            <p:cNvSpPr/>
            <p:nvPr/>
          </p:nvSpPr>
          <p:spPr>
            <a:xfrm>
              <a:off x="3721450" y="750975"/>
              <a:ext cx="277400" cy="539350"/>
            </a:xfrm>
            <a:custGeom>
              <a:rect b="b" l="l" r="r" t="t"/>
              <a:pathLst>
                <a:path extrusionOk="0" h="21574" w="11096">
                  <a:moveTo>
                    <a:pt x="5546" y="0"/>
                  </a:moveTo>
                  <a:cubicBezTo>
                    <a:pt x="3168" y="0"/>
                    <a:pt x="794" y="137"/>
                    <a:pt x="609" y="399"/>
                  </a:cubicBezTo>
                  <a:cubicBezTo>
                    <a:pt x="214" y="946"/>
                    <a:pt x="1" y="20521"/>
                    <a:pt x="609" y="21129"/>
                  </a:cubicBezTo>
                  <a:cubicBezTo>
                    <a:pt x="909" y="21429"/>
                    <a:pt x="3164" y="21574"/>
                    <a:pt x="5448" y="21574"/>
                  </a:cubicBezTo>
                  <a:cubicBezTo>
                    <a:pt x="7791" y="21574"/>
                    <a:pt x="10164" y="21421"/>
                    <a:pt x="10487" y="21129"/>
                  </a:cubicBezTo>
                  <a:cubicBezTo>
                    <a:pt x="11095" y="20551"/>
                    <a:pt x="11095" y="977"/>
                    <a:pt x="10487" y="399"/>
                  </a:cubicBezTo>
                  <a:cubicBezTo>
                    <a:pt x="10173" y="129"/>
                    <a:pt x="7857" y="0"/>
                    <a:pt x="5546"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71"/>
            <p:cNvSpPr/>
            <p:nvPr/>
          </p:nvSpPr>
          <p:spPr>
            <a:xfrm>
              <a:off x="2790600" y="1328575"/>
              <a:ext cx="19025" cy="859450"/>
            </a:xfrm>
            <a:custGeom>
              <a:rect b="b" l="l" r="r" t="t"/>
              <a:pathLst>
                <a:path extrusionOk="0" h="34378" w="761">
                  <a:moveTo>
                    <a:pt x="0" y="1"/>
                  </a:moveTo>
                  <a:lnTo>
                    <a:pt x="0" y="34378"/>
                  </a:lnTo>
                  <a:lnTo>
                    <a:pt x="760" y="34378"/>
                  </a:lnTo>
                  <a:lnTo>
                    <a:pt x="760"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71"/>
            <p:cNvSpPr/>
            <p:nvPr/>
          </p:nvSpPr>
          <p:spPr>
            <a:xfrm>
              <a:off x="2659125" y="1437900"/>
              <a:ext cx="278900" cy="514300"/>
            </a:xfrm>
            <a:custGeom>
              <a:rect b="b" l="l" r="r" t="t"/>
              <a:pathLst>
                <a:path extrusionOk="0" h="20572" w="11156">
                  <a:moveTo>
                    <a:pt x="5557" y="1"/>
                  </a:moveTo>
                  <a:cubicBezTo>
                    <a:pt x="3183" y="1"/>
                    <a:pt x="809" y="138"/>
                    <a:pt x="609" y="400"/>
                  </a:cubicBezTo>
                  <a:cubicBezTo>
                    <a:pt x="244" y="947"/>
                    <a:pt x="1" y="19519"/>
                    <a:pt x="609" y="20126"/>
                  </a:cubicBezTo>
                  <a:cubicBezTo>
                    <a:pt x="909" y="20427"/>
                    <a:pt x="3164" y="20571"/>
                    <a:pt x="5448" y="20571"/>
                  </a:cubicBezTo>
                  <a:cubicBezTo>
                    <a:pt x="7791" y="20571"/>
                    <a:pt x="10164" y="20419"/>
                    <a:pt x="10487" y="20126"/>
                  </a:cubicBezTo>
                  <a:cubicBezTo>
                    <a:pt x="11156" y="19610"/>
                    <a:pt x="11156" y="1008"/>
                    <a:pt x="10487" y="400"/>
                  </a:cubicBezTo>
                  <a:cubicBezTo>
                    <a:pt x="10173" y="130"/>
                    <a:pt x="7864" y="1"/>
                    <a:pt x="5557"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9" name="Google Shape;1839;p71"/>
          <p:cNvGrpSpPr/>
          <p:nvPr/>
        </p:nvGrpSpPr>
        <p:grpSpPr>
          <a:xfrm>
            <a:off x="-76194" y="2294177"/>
            <a:ext cx="2630229" cy="2925895"/>
            <a:chOff x="425050" y="1800700"/>
            <a:chExt cx="3073775" cy="3419300"/>
          </a:xfrm>
        </p:grpSpPr>
        <p:sp>
          <p:nvSpPr>
            <p:cNvPr id="1840" name="Google Shape;1840;p71"/>
            <p:cNvSpPr/>
            <p:nvPr/>
          </p:nvSpPr>
          <p:spPr>
            <a:xfrm>
              <a:off x="2239675" y="2273800"/>
              <a:ext cx="129200" cy="244800"/>
            </a:xfrm>
            <a:custGeom>
              <a:rect b="b" l="l" r="r" t="t"/>
              <a:pathLst>
                <a:path extrusionOk="0" h="9792" w="5168">
                  <a:moveTo>
                    <a:pt x="1125" y="368"/>
                  </a:moveTo>
                  <a:cubicBezTo>
                    <a:pt x="1490" y="368"/>
                    <a:pt x="1946" y="703"/>
                    <a:pt x="2371" y="1372"/>
                  </a:cubicBezTo>
                  <a:cubicBezTo>
                    <a:pt x="2979" y="2162"/>
                    <a:pt x="3526" y="3256"/>
                    <a:pt x="3891" y="4472"/>
                  </a:cubicBezTo>
                  <a:cubicBezTo>
                    <a:pt x="4742" y="7147"/>
                    <a:pt x="4560" y="9214"/>
                    <a:pt x="3861" y="9457"/>
                  </a:cubicBezTo>
                  <a:cubicBezTo>
                    <a:pt x="3816" y="9471"/>
                    <a:pt x="3770" y="9479"/>
                    <a:pt x="3723" y="9479"/>
                  </a:cubicBezTo>
                  <a:cubicBezTo>
                    <a:pt x="3377" y="9479"/>
                    <a:pt x="2943" y="9102"/>
                    <a:pt x="2462" y="8514"/>
                  </a:cubicBezTo>
                  <a:cubicBezTo>
                    <a:pt x="1854" y="7694"/>
                    <a:pt x="1338" y="6600"/>
                    <a:pt x="943" y="5384"/>
                  </a:cubicBezTo>
                  <a:cubicBezTo>
                    <a:pt x="517" y="4138"/>
                    <a:pt x="335" y="2922"/>
                    <a:pt x="365" y="1979"/>
                  </a:cubicBezTo>
                  <a:cubicBezTo>
                    <a:pt x="426" y="1098"/>
                    <a:pt x="639" y="520"/>
                    <a:pt x="973" y="399"/>
                  </a:cubicBezTo>
                  <a:cubicBezTo>
                    <a:pt x="1064" y="368"/>
                    <a:pt x="1095" y="368"/>
                    <a:pt x="1125" y="368"/>
                  </a:cubicBezTo>
                  <a:close/>
                  <a:moveTo>
                    <a:pt x="1150" y="0"/>
                  </a:moveTo>
                  <a:cubicBezTo>
                    <a:pt x="1068" y="0"/>
                    <a:pt x="988" y="12"/>
                    <a:pt x="912" y="34"/>
                  </a:cubicBezTo>
                  <a:cubicBezTo>
                    <a:pt x="365" y="186"/>
                    <a:pt x="61" y="855"/>
                    <a:pt x="31" y="1919"/>
                  </a:cubicBezTo>
                  <a:cubicBezTo>
                    <a:pt x="0" y="2922"/>
                    <a:pt x="183" y="4198"/>
                    <a:pt x="608" y="5475"/>
                  </a:cubicBezTo>
                  <a:cubicBezTo>
                    <a:pt x="1034" y="6752"/>
                    <a:pt x="1550" y="7907"/>
                    <a:pt x="2158" y="8697"/>
                  </a:cubicBezTo>
                  <a:cubicBezTo>
                    <a:pt x="2706" y="9426"/>
                    <a:pt x="3253" y="9791"/>
                    <a:pt x="3709" y="9791"/>
                  </a:cubicBezTo>
                  <a:cubicBezTo>
                    <a:pt x="3800" y="9791"/>
                    <a:pt x="3861" y="9791"/>
                    <a:pt x="3982" y="9761"/>
                  </a:cubicBezTo>
                  <a:cubicBezTo>
                    <a:pt x="5046" y="9457"/>
                    <a:pt x="5168" y="7086"/>
                    <a:pt x="4286" y="4320"/>
                  </a:cubicBezTo>
                  <a:cubicBezTo>
                    <a:pt x="3861" y="3043"/>
                    <a:pt x="3344" y="1888"/>
                    <a:pt x="2736" y="1098"/>
                  </a:cubicBezTo>
                  <a:cubicBezTo>
                    <a:pt x="2192" y="373"/>
                    <a:pt x="1626" y="0"/>
                    <a:pt x="1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1"/>
            <p:cNvSpPr/>
            <p:nvPr/>
          </p:nvSpPr>
          <p:spPr>
            <a:xfrm>
              <a:off x="1515500" y="2071750"/>
              <a:ext cx="845775" cy="1199925"/>
            </a:xfrm>
            <a:custGeom>
              <a:rect b="b" l="l" r="r" t="t"/>
              <a:pathLst>
                <a:path extrusionOk="0" h="47997" w="33831">
                  <a:moveTo>
                    <a:pt x="25168" y="0"/>
                  </a:moveTo>
                  <a:lnTo>
                    <a:pt x="2979" y="26384"/>
                  </a:lnTo>
                  <a:lnTo>
                    <a:pt x="730" y="33071"/>
                  </a:lnTo>
                  <a:lnTo>
                    <a:pt x="0" y="40396"/>
                  </a:lnTo>
                  <a:lnTo>
                    <a:pt x="3253" y="42372"/>
                  </a:lnTo>
                  <a:lnTo>
                    <a:pt x="9362" y="46627"/>
                  </a:lnTo>
                  <a:cubicBezTo>
                    <a:pt x="9362" y="46627"/>
                    <a:pt x="20183" y="47934"/>
                    <a:pt x="20821" y="47995"/>
                  </a:cubicBezTo>
                  <a:cubicBezTo>
                    <a:pt x="20827" y="47996"/>
                    <a:pt x="20833" y="47996"/>
                    <a:pt x="20838" y="47996"/>
                  </a:cubicBezTo>
                  <a:cubicBezTo>
                    <a:pt x="21454" y="47996"/>
                    <a:pt x="19453" y="43010"/>
                    <a:pt x="19453" y="43010"/>
                  </a:cubicBezTo>
                  <a:lnTo>
                    <a:pt x="19727" y="35928"/>
                  </a:lnTo>
                  <a:cubicBezTo>
                    <a:pt x="19727" y="35928"/>
                    <a:pt x="21870" y="36077"/>
                    <a:pt x="24231" y="36077"/>
                  </a:cubicBezTo>
                  <a:cubicBezTo>
                    <a:pt x="26395" y="36077"/>
                    <a:pt x="28741" y="35952"/>
                    <a:pt x="29788" y="35472"/>
                  </a:cubicBezTo>
                  <a:cubicBezTo>
                    <a:pt x="32432" y="34104"/>
                    <a:pt x="33101" y="32493"/>
                    <a:pt x="32128" y="22554"/>
                  </a:cubicBezTo>
                  <a:cubicBezTo>
                    <a:pt x="32037" y="21703"/>
                    <a:pt x="33831" y="21308"/>
                    <a:pt x="33587" y="19849"/>
                  </a:cubicBezTo>
                  <a:cubicBezTo>
                    <a:pt x="33344" y="18390"/>
                    <a:pt x="30517" y="14043"/>
                    <a:pt x="29940" y="11946"/>
                  </a:cubicBezTo>
                  <a:cubicBezTo>
                    <a:pt x="27903" y="4317"/>
                    <a:pt x="25168" y="0"/>
                    <a:pt x="25168"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71"/>
            <p:cNvSpPr/>
            <p:nvPr/>
          </p:nvSpPr>
          <p:spPr>
            <a:xfrm>
              <a:off x="1105150" y="1800700"/>
              <a:ext cx="1168650" cy="1118600"/>
            </a:xfrm>
            <a:custGeom>
              <a:rect b="b" l="l" r="r" t="t"/>
              <a:pathLst>
                <a:path extrusionOk="0" h="44744" w="46746">
                  <a:moveTo>
                    <a:pt x="35587" y="0"/>
                  </a:moveTo>
                  <a:cubicBezTo>
                    <a:pt x="33757" y="0"/>
                    <a:pt x="31942" y="542"/>
                    <a:pt x="30487" y="1663"/>
                  </a:cubicBezTo>
                  <a:cubicBezTo>
                    <a:pt x="29154" y="1517"/>
                    <a:pt x="27860" y="1447"/>
                    <a:pt x="26608" y="1447"/>
                  </a:cubicBezTo>
                  <a:cubicBezTo>
                    <a:pt x="13760" y="1447"/>
                    <a:pt x="5386" y="8846"/>
                    <a:pt x="5441" y="17985"/>
                  </a:cubicBezTo>
                  <a:cubicBezTo>
                    <a:pt x="0" y="25676"/>
                    <a:pt x="6201" y="34156"/>
                    <a:pt x="16870" y="44703"/>
                  </a:cubicBezTo>
                  <a:cubicBezTo>
                    <a:pt x="17558" y="44727"/>
                    <a:pt x="18247" y="44744"/>
                    <a:pt x="18933" y="44744"/>
                  </a:cubicBezTo>
                  <a:cubicBezTo>
                    <a:pt x="24433" y="44744"/>
                    <a:pt x="29808" y="43661"/>
                    <a:pt x="33861" y="36284"/>
                  </a:cubicBezTo>
                  <a:cubicBezTo>
                    <a:pt x="33861" y="36284"/>
                    <a:pt x="30548" y="30995"/>
                    <a:pt x="33983" y="27986"/>
                  </a:cubicBezTo>
                  <a:cubicBezTo>
                    <a:pt x="34768" y="27304"/>
                    <a:pt x="35492" y="27040"/>
                    <a:pt x="36143" y="27040"/>
                  </a:cubicBezTo>
                  <a:cubicBezTo>
                    <a:pt x="38364" y="27040"/>
                    <a:pt x="39728" y="30113"/>
                    <a:pt x="39728" y="30113"/>
                  </a:cubicBezTo>
                  <a:cubicBezTo>
                    <a:pt x="40184" y="30833"/>
                    <a:pt x="40650" y="31269"/>
                    <a:pt x="41139" y="31269"/>
                  </a:cubicBezTo>
                  <a:cubicBezTo>
                    <a:pt x="41496" y="31269"/>
                    <a:pt x="41865" y="31035"/>
                    <a:pt x="42251" y="30508"/>
                  </a:cubicBezTo>
                  <a:cubicBezTo>
                    <a:pt x="37296" y="20235"/>
                    <a:pt x="43071" y="13700"/>
                    <a:pt x="43071" y="13700"/>
                  </a:cubicBezTo>
                  <a:cubicBezTo>
                    <a:pt x="46745" y="4914"/>
                    <a:pt x="41099" y="0"/>
                    <a:pt x="355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71"/>
            <p:cNvSpPr/>
            <p:nvPr/>
          </p:nvSpPr>
          <p:spPr>
            <a:xfrm>
              <a:off x="1947875" y="2704725"/>
              <a:ext cx="108675" cy="49425"/>
            </a:xfrm>
            <a:custGeom>
              <a:rect b="b" l="l" r="r" t="t"/>
              <a:pathLst>
                <a:path extrusionOk="0" h="1977" w="4347">
                  <a:moveTo>
                    <a:pt x="304" y="1"/>
                  </a:moveTo>
                  <a:lnTo>
                    <a:pt x="0" y="183"/>
                  </a:lnTo>
                  <a:cubicBezTo>
                    <a:pt x="31" y="275"/>
                    <a:pt x="1155" y="1977"/>
                    <a:pt x="3769" y="1977"/>
                  </a:cubicBezTo>
                  <a:cubicBezTo>
                    <a:pt x="3952" y="1977"/>
                    <a:pt x="4134" y="1977"/>
                    <a:pt x="4347" y="1946"/>
                  </a:cubicBezTo>
                  <a:lnTo>
                    <a:pt x="4286" y="1551"/>
                  </a:lnTo>
                  <a:cubicBezTo>
                    <a:pt x="4082" y="1571"/>
                    <a:pt x="3886" y="1580"/>
                    <a:pt x="3700" y="1580"/>
                  </a:cubicBezTo>
                  <a:cubicBezTo>
                    <a:pt x="1327" y="1580"/>
                    <a:pt x="332" y="86"/>
                    <a:pt x="304"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71"/>
            <p:cNvSpPr/>
            <p:nvPr/>
          </p:nvSpPr>
          <p:spPr>
            <a:xfrm>
              <a:off x="1996500" y="2875700"/>
              <a:ext cx="16750" cy="95025"/>
            </a:xfrm>
            <a:custGeom>
              <a:rect b="b" l="l" r="r" t="t"/>
              <a:pathLst>
                <a:path extrusionOk="0" h="3801" w="670">
                  <a:moveTo>
                    <a:pt x="396" y="1"/>
                  </a:moveTo>
                  <a:lnTo>
                    <a:pt x="1" y="31"/>
                  </a:lnTo>
                  <a:lnTo>
                    <a:pt x="274" y="3800"/>
                  </a:lnTo>
                  <a:lnTo>
                    <a:pt x="669" y="3770"/>
                  </a:lnTo>
                  <a:lnTo>
                    <a:pt x="39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71"/>
            <p:cNvSpPr/>
            <p:nvPr/>
          </p:nvSpPr>
          <p:spPr>
            <a:xfrm>
              <a:off x="1958500" y="2518575"/>
              <a:ext cx="67675" cy="148950"/>
            </a:xfrm>
            <a:custGeom>
              <a:rect b="b" l="l" r="r" t="t"/>
              <a:pathLst>
                <a:path extrusionOk="0" h="5958" w="2707">
                  <a:moveTo>
                    <a:pt x="2311" y="0"/>
                  </a:moveTo>
                  <a:cubicBezTo>
                    <a:pt x="670" y="182"/>
                    <a:pt x="62" y="1398"/>
                    <a:pt x="31" y="2523"/>
                  </a:cubicBezTo>
                  <a:cubicBezTo>
                    <a:pt x="1" y="3982"/>
                    <a:pt x="1034" y="5745"/>
                    <a:pt x="2645" y="5958"/>
                  </a:cubicBezTo>
                  <a:lnTo>
                    <a:pt x="2706" y="5593"/>
                  </a:lnTo>
                  <a:cubicBezTo>
                    <a:pt x="1247" y="5350"/>
                    <a:pt x="366" y="3800"/>
                    <a:pt x="426" y="2523"/>
                  </a:cubicBezTo>
                  <a:cubicBezTo>
                    <a:pt x="457" y="1307"/>
                    <a:pt x="1186" y="486"/>
                    <a:pt x="2341" y="395"/>
                  </a:cubicBezTo>
                  <a:lnTo>
                    <a:pt x="2311"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71"/>
            <p:cNvSpPr/>
            <p:nvPr/>
          </p:nvSpPr>
          <p:spPr>
            <a:xfrm>
              <a:off x="1978275" y="2611600"/>
              <a:ext cx="89675" cy="27800"/>
            </a:xfrm>
            <a:custGeom>
              <a:rect b="b" l="l" r="r" t="t"/>
              <a:pathLst>
                <a:path extrusionOk="0" h="1112" w="3587">
                  <a:moveTo>
                    <a:pt x="1782" y="1"/>
                  </a:moveTo>
                  <a:cubicBezTo>
                    <a:pt x="1695" y="1"/>
                    <a:pt x="1608" y="6"/>
                    <a:pt x="1520" y="18"/>
                  </a:cubicBezTo>
                  <a:cubicBezTo>
                    <a:pt x="578" y="109"/>
                    <a:pt x="31" y="808"/>
                    <a:pt x="0" y="838"/>
                  </a:cubicBezTo>
                  <a:lnTo>
                    <a:pt x="304" y="1082"/>
                  </a:lnTo>
                  <a:cubicBezTo>
                    <a:pt x="304" y="1082"/>
                    <a:pt x="760" y="474"/>
                    <a:pt x="1550" y="382"/>
                  </a:cubicBezTo>
                  <a:cubicBezTo>
                    <a:pt x="1586" y="381"/>
                    <a:pt x="1622" y="380"/>
                    <a:pt x="1658" y="380"/>
                  </a:cubicBezTo>
                  <a:cubicBezTo>
                    <a:pt x="2203" y="380"/>
                    <a:pt x="2773" y="599"/>
                    <a:pt x="3344" y="1112"/>
                  </a:cubicBezTo>
                  <a:lnTo>
                    <a:pt x="3587" y="808"/>
                  </a:lnTo>
                  <a:cubicBezTo>
                    <a:pt x="2976" y="276"/>
                    <a:pt x="2388" y="1"/>
                    <a:pt x="1782"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71"/>
            <p:cNvSpPr/>
            <p:nvPr/>
          </p:nvSpPr>
          <p:spPr>
            <a:xfrm>
              <a:off x="425050" y="3371725"/>
              <a:ext cx="1477250" cy="1411750"/>
            </a:xfrm>
            <a:custGeom>
              <a:rect b="b" l="l" r="r" t="t"/>
              <a:pathLst>
                <a:path extrusionOk="0" h="56470" w="59090">
                  <a:moveTo>
                    <a:pt x="29267" y="1"/>
                  </a:moveTo>
                  <a:cubicBezTo>
                    <a:pt x="24578" y="1"/>
                    <a:pt x="20669" y="495"/>
                    <a:pt x="20669" y="495"/>
                  </a:cubicBezTo>
                  <a:cubicBezTo>
                    <a:pt x="20669" y="495"/>
                    <a:pt x="0" y="42896"/>
                    <a:pt x="9545" y="52623"/>
                  </a:cubicBezTo>
                  <a:cubicBezTo>
                    <a:pt x="12282" y="55412"/>
                    <a:pt x="16286" y="56469"/>
                    <a:pt x="20944" y="56469"/>
                  </a:cubicBezTo>
                  <a:cubicBezTo>
                    <a:pt x="32529" y="56469"/>
                    <a:pt x="48158" y="49931"/>
                    <a:pt x="58390" y="47243"/>
                  </a:cubicBezTo>
                  <a:cubicBezTo>
                    <a:pt x="59090" y="44021"/>
                    <a:pt x="57691" y="36483"/>
                    <a:pt x="56628" y="34143"/>
                  </a:cubicBezTo>
                  <a:cubicBezTo>
                    <a:pt x="54406" y="34093"/>
                    <a:pt x="52120" y="34065"/>
                    <a:pt x="49799" y="34065"/>
                  </a:cubicBezTo>
                  <a:cubicBezTo>
                    <a:pt x="43643" y="34065"/>
                    <a:pt x="37240" y="34256"/>
                    <a:pt x="31126" y="34720"/>
                  </a:cubicBezTo>
                  <a:cubicBezTo>
                    <a:pt x="37296" y="25328"/>
                    <a:pt x="44013" y="13929"/>
                    <a:pt x="45016" y="7577"/>
                  </a:cubicBezTo>
                  <a:cubicBezTo>
                    <a:pt x="46021" y="1231"/>
                    <a:pt x="36671" y="1"/>
                    <a:pt x="29267"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71"/>
            <p:cNvSpPr/>
            <p:nvPr/>
          </p:nvSpPr>
          <p:spPr>
            <a:xfrm>
              <a:off x="3042125" y="2760875"/>
              <a:ext cx="456700" cy="734175"/>
            </a:xfrm>
            <a:custGeom>
              <a:rect b="b" l="l" r="r" t="t"/>
              <a:pathLst>
                <a:path extrusionOk="0" h="29367" w="18268">
                  <a:moveTo>
                    <a:pt x="11557" y="1"/>
                  </a:moveTo>
                  <a:cubicBezTo>
                    <a:pt x="10946" y="1"/>
                    <a:pt x="10297" y="395"/>
                    <a:pt x="9909" y="1342"/>
                  </a:cubicBezTo>
                  <a:lnTo>
                    <a:pt x="4104" y="15780"/>
                  </a:lnTo>
                  <a:lnTo>
                    <a:pt x="3800" y="13378"/>
                  </a:lnTo>
                  <a:cubicBezTo>
                    <a:pt x="3800" y="13378"/>
                    <a:pt x="4377" y="12011"/>
                    <a:pt x="4863" y="10369"/>
                  </a:cubicBezTo>
                  <a:cubicBezTo>
                    <a:pt x="5350" y="8728"/>
                    <a:pt x="3769" y="8029"/>
                    <a:pt x="3769" y="8029"/>
                  </a:cubicBezTo>
                  <a:cubicBezTo>
                    <a:pt x="3769" y="8029"/>
                    <a:pt x="942" y="11615"/>
                    <a:pt x="578" y="12345"/>
                  </a:cubicBezTo>
                  <a:cubicBezTo>
                    <a:pt x="183" y="13074"/>
                    <a:pt x="0" y="17603"/>
                    <a:pt x="183" y="18880"/>
                  </a:cubicBezTo>
                  <a:cubicBezTo>
                    <a:pt x="395" y="20187"/>
                    <a:pt x="3526" y="27330"/>
                    <a:pt x="3526" y="27330"/>
                  </a:cubicBezTo>
                  <a:lnTo>
                    <a:pt x="13465" y="29366"/>
                  </a:lnTo>
                  <a:cubicBezTo>
                    <a:pt x="13465" y="29366"/>
                    <a:pt x="16140" y="24959"/>
                    <a:pt x="17204" y="21646"/>
                  </a:cubicBezTo>
                  <a:cubicBezTo>
                    <a:pt x="18268" y="18394"/>
                    <a:pt x="17964" y="16175"/>
                    <a:pt x="17964" y="16175"/>
                  </a:cubicBezTo>
                  <a:cubicBezTo>
                    <a:pt x="17884" y="14540"/>
                    <a:pt x="17307" y="13827"/>
                    <a:pt x="16276" y="13827"/>
                  </a:cubicBezTo>
                  <a:cubicBezTo>
                    <a:pt x="16137" y="13827"/>
                    <a:pt x="15991" y="13839"/>
                    <a:pt x="15836" y="13865"/>
                  </a:cubicBezTo>
                  <a:cubicBezTo>
                    <a:pt x="16151" y="11463"/>
                    <a:pt x="15497" y="10325"/>
                    <a:pt x="13875" y="10325"/>
                  </a:cubicBezTo>
                  <a:cubicBezTo>
                    <a:pt x="13773" y="10325"/>
                    <a:pt x="13667" y="10330"/>
                    <a:pt x="13557" y="10339"/>
                  </a:cubicBezTo>
                  <a:cubicBezTo>
                    <a:pt x="13683" y="8540"/>
                    <a:pt x="13472" y="7649"/>
                    <a:pt x="12095" y="7649"/>
                  </a:cubicBezTo>
                  <a:cubicBezTo>
                    <a:pt x="11820" y="7649"/>
                    <a:pt x="11499" y="7684"/>
                    <a:pt x="11125" y="7755"/>
                  </a:cubicBezTo>
                  <a:lnTo>
                    <a:pt x="12918" y="2557"/>
                  </a:lnTo>
                  <a:cubicBezTo>
                    <a:pt x="13488" y="1095"/>
                    <a:pt x="12574" y="1"/>
                    <a:pt x="11557"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1"/>
            <p:cNvSpPr/>
            <p:nvPr/>
          </p:nvSpPr>
          <p:spPr>
            <a:xfrm>
              <a:off x="3114300" y="3153075"/>
              <a:ext cx="35750" cy="71450"/>
            </a:xfrm>
            <a:custGeom>
              <a:rect b="b" l="l" r="r" t="t"/>
              <a:pathLst>
                <a:path extrusionOk="0" h="2858" w="1430">
                  <a:moveTo>
                    <a:pt x="1065" y="0"/>
                  </a:moveTo>
                  <a:lnTo>
                    <a:pt x="1" y="2706"/>
                  </a:lnTo>
                  <a:lnTo>
                    <a:pt x="365" y="2858"/>
                  </a:lnTo>
                  <a:lnTo>
                    <a:pt x="1429" y="122"/>
                  </a:lnTo>
                  <a:lnTo>
                    <a:pt x="10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71"/>
            <p:cNvSpPr/>
            <p:nvPr/>
          </p:nvSpPr>
          <p:spPr>
            <a:xfrm>
              <a:off x="3268575" y="2952450"/>
              <a:ext cx="56250" cy="139850"/>
            </a:xfrm>
            <a:custGeom>
              <a:rect b="b" l="l" r="r" t="t"/>
              <a:pathLst>
                <a:path extrusionOk="0" h="5594" w="2250">
                  <a:moveTo>
                    <a:pt x="1885" y="1"/>
                  </a:moveTo>
                  <a:lnTo>
                    <a:pt x="0" y="5472"/>
                  </a:lnTo>
                  <a:lnTo>
                    <a:pt x="365" y="5594"/>
                  </a:lnTo>
                  <a:lnTo>
                    <a:pt x="2249" y="123"/>
                  </a:lnTo>
                  <a:lnTo>
                    <a:pt x="1885"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71"/>
            <p:cNvSpPr/>
            <p:nvPr/>
          </p:nvSpPr>
          <p:spPr>
            <a:xfrm>
              <a:off x="3352150" y="3017050"/>
              <a:ext cx="33450" cy="98800"/>
            </a:xfrm>
            <a:custGeom>
              <a:rect b="b" l="l" r="r" t="t"/>
              <a:pathLst>
                <a:path extrusionOk="0" h="3952" w="1338">
                  <a:moveTo>
                    <a:pt x="973" y="1"/>
                  </a:moveTo>
                  <a:lnTo>
                    <a:pt x="1" y="3830"/>
                  </a:lnTo>
                  <a:lnTo>
                    <a:pt x="365" y="3952"/>
                  </a:lnTo>
                  <a:lnTo>
                    <a:pt x="1338" y="92"/>
                  </a:lnTo>
                  <a:lnTo>
                    <a:pt x="973"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71"/>
            <p:cNvSpPr/>
            <p:nvPr/>
          </p:nvSpPr>
          <p:spPr>
            <a:xfrm>
              <a:off x="3426625" y="3105950"/>
              <a:ext cx="15975" cy="38025"/>
            </a:xfrm>
            <a:custGeom>
              <a:rect b="b" l="l" r="r" t="t"/>
              <a:pathLst>
                <a:path extrusionOk="0" h="1521" w="639">
                  <a:moveTo>
                    <a:pt x="274" y="1"/>
                  </a:moveTo>
                  <a:lnTo>
                    <a:pt x="0" y="1460"/>
                  </a:lnTo>
                  <a:lnTo>
                    <a:pt x="396" y="1521"/>
                  </a:lnTo>
                  <a:lnTo>
                    <a:pt x="639" y="62"/>
                  </a:lnTo>
                  <a:lnTo>
                    <a:pt x="27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71"/>
            <p:cNvSpPr/>
            <p:nvPr/>
          </p:nvSpPr>
          <p:spPr>
            <a:xfrm>
              <a:off x="3061875" y="3374950"/>
              <a:ext cx="352625" cy="174050"/>
            </a:xfrm>
            <a:custGeom>
              <a:rect b="b" l="l" r="r" t="t"/>
              <a:pathLst>
                <a:path extrusionOk="0" h="6962" w="14105">
                  <a:moveTo>
                    <a:pt x="2954" y="1"/>
                  </a:moveTo>
                  <a:cubicBezTo>
                    <a:pt x="2299" y="1"/>
                    <a:pt x="1778" y="58"/>
                    <a:pt x="1459" y="183"/>
                  </a:cubicBezTo>
                  <a:cubicBezTo>
                    <a:pt x="852" y="852"/>
                    <a:pt x="0" y="4165"/>
                    <a:pt x="0" y="4165"/>
                  </a:cubicBezTo>
                  <a:lnTo>
                    <a:pt x="13618" y="6961"/>
                  </a:lnTo>
                  <a:cubicBezTo>
                    <a:pt x="13618" y="6961"/>
                    <a:pt x="14104" y="3284"/>
                    <a:pt x="13800" y="2767"/>
                  </a:cubicBezTo>
                  <a:cubicBezTo>
                    <a:pt x="12365" y="1332"/>
                    <a:pt x="6112" y="1"/>
                    <a:pt x="295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71"/>
            <p:cNvSpPr/>
            <p:nvPr/>
          </p:nvSpPr>
          <p:spPr>
            <a:xfrm>
              <a:off x="819425" y="3052875"/>
              <a:ext cx="1815425" cy="2167125"/>
            </a:xfrm>
            <a:custGeom>
              <a:rect b="b" l="l" r="r" t="t"/>
              <a:pathLst>
                <a:path extrusionOk="0" h="86685" w="72617">
                  <a:moveTo>
                    <a:pt x="30163" y="0"/>
                  </a:moveTo>
                  <a:cubicBezTo>
                    <a:pt x="29419" y="0"/>
                    <a:pt x="28665" y="9"/>
                    <a:pt x="27904" y="27"/>
                  </a:cubicBezTo>
                  <a:cubicBezTo>
                    <a:pt x="27904" y="27"/>
                    <a:pt x="9849" y="3796"/>
                    <a:pt x="4894" y="13249"/>
                  </a:cubicBezTo>
                  <a:cubicBezTo>
                    <a:pt x="1" y="22732"/>
                    <a:pt x="11551" y="86684"/>
                    <a:pt x="11551" y="86684"/>
                  </a:cubicBezTo>
                  <a:lnTo>
                    <a:pt x="70184" y="86684"/>
                  </a:lnTo>
                  <a:cubicBezTo>
                    <a:pt x="70184" y="86684"/>
                    <a:pt x="66172" y="60119"/>
                    <a:pt x="66871" y="53492"/>
                  </a:cubicBezTo>
                  <a:cubicBezTo>
                    <a:pt x="68573" y="36896"/>
                    <a:pt x="72616" y="17048"/>
                    <a:pt x="68148" y="12702"/>
                  </a:cubicBezTo>
                  <a:cubicBezTo>
                    <a:pt x="61886" y="6653"/>
                    <a:pt x="47175" y="1303"/>
                    <a:pt x="47175" y="1303"/>
                  </a:cubicBezTo>
                  <a:cubicBezTo>
                    <a:pt x="47175" y="1303"/>
                    <a:pt x="39461" y="0"/>
                    <a:pt x="30163"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71"/>
            <p:cNvSpPr/>
            <p:nvPr/>
          </p:nvSpPr>
          <p:spPr>
            <a:xfrm>
              <a:off x="912900" y="3783775"/>
              <a:ext cx="127675" cy="1000050"/>
            </a:xfrm>
            <a:custGeom>
              <a:rect b="b" l="l" r="r" t="t"/>
              <a:pathLst>
                <a:path extrusionOk="0" h="40002" w="5107">
                  <a:moveTo>
                    <a:pt x="365" y="1"/>
                  </a:moveTo>
                  <a:lnTo>
                    <a:pt x="0" y="31"/>
                  </a:lnTo>
                  <a:cubicBezTo>
                    <a:pt x="669" y="12189"/>
                    <a:pt x="2949" y="28512"/>
                    <a:pt x="4742" y="40001"/>
                  </a:cubicBezTo>
                  <a:lnTo>
                    <a:pt x="5107" y="39940"/>
                  </a:lnTo>
                  <a:cubicBezTo>
                    <a:pt x="3344" y="28421"/>
                    <a:pt x="1064" y="12159"/>
                    <a:pt x="36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71"/>
            <p:cNvSpPr/>
            <p:nvPr/>
          </p:nvSpPr>
          <p:spPr>
            <a:xfrm>
              <a:off x="2267775" y="3348200"/>
              <a:ext cx="1147475" cy="1454500"/>
            </a:xfrm>
            <a:custGeom>
              <a:rect b="b" l="l" r="r" t="t"/>
              <a:pathLst>
                <a:path extrusionOk="0" h="58180" w="45899">
                  <a:moveTo>
                    <a:pt x="8087" y="1"/>
                  </a:moveTo>
                  <a:cubicBezTo>
                    <a:pt x="1066" y="1"/>
                    <a:pt x="1" y="31102"/>
                    <a:pt x="1" y="31102"/>
                  </a:cubicBezTo>
                  <a:cubicBezTo>
                    <a:pt x="1" y="31102"/>
                    <a:pt x="20411" y="58180"/>
                    <a:pt x="32647" y="58180"/>
                  </a:cubicBezTo>
                  <a:cubicBezTo>
                    <a:pt x="32966" y="58180"/>
                    <a:pt x="33280" y="58161"/>
                    <a:pt x="33588" y="58123"/>
                  </a:cubicBezTo>
                  <a:cubicBezTo>
                    <a:pt x="45716" y="56664"/>
                    <a:pt x="45199" y="22165"/>
                    <a:pt x="45898" y="6755"/>
                  </a:cubicBezTo>
                  <a:cubicBezTo>
                    <a:pt x="42941" y="5089"/>
                    <a:pt x="35453" y="3885"/>
                    <a:pt x="32302" y="3885"/>
                  </a:cubicBezTo>
                  <a:cubicBezTo>
                    <a:pt x="32117" y="3885"/>
                    <a:pt x="31948" y="3889"/>
                    <a:pt x="31795" y="3898"/>
                  </a:cubicBezTo>
                  <a:cubicBezTo>
                    <a:pt x="29728" y="9703"/>
                    <a:pt x="27631" y="16026"/>
                    <a:pt x="25837" y="22378"/>
                  </a:cubicBezTo>
                  <a:cubicBezTo>
                    <a:pt x="20670" y="13442"/>
                    <a:pt x="14834" y="4506"/>
                    <a:pt x="10244" y="889"/>
                  </a:cubicBezTo>
                  <a:cubicBezTo>
                    <a:pt x="9469" y="279"/>
                    <a:pt x="8752" y="1"/>
                    <a:pt x="8087"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71"/>
            <p:cNvSpPr/>
            <p:nvPr/>
          </p:nvSpPr>
          <p:spPr>
            <a:xfrm>
              <a:off x="2306550" y="4171325"/>
              <a:ext cx="188475" cy="221150"/>
            </a:xfrm>
            <a:custGeom>
              <a:rect b="b" l="l" r="r" t="t"/>
              <a:pathLst>
                <a:path extrusionOk="0" h="8846" w="7539">
                  <a:moveTo>
                    <a:pt x="274" y="0"/>
                  </a:moveTo>
                  <a:lnTo>
                    <a:pt x="0" y="244"/>
                  </a:lnTo>
                  <a:lnTo>
                    <a:pt x="7265" y="8846"/>
                  </a:lnTo>
                  <a:lnTo>
                    <a:pt x="7538" y="8602"/>
                  </a:lnTo>
                  <a:lnTo>
                    <a:pt x="27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71"/>
            <p:cNvSpPr/>
            <p:nvPr/>
          </p:nvSpPr>
          <p:spPr>
            <a:xfrm>
              <a:off x="2908375" y="3903850"/>
              <a:ext cx="189250" cy="316900"/>
            </a:xfrm>
            <a:custGeom>
              <a:rect b="b" l="l" r="r" t="t"/>
              <a:pathLst>
                <a:path extrusionOk="0" h="12676" w="7570">
                  <a:moveTo>
                    <a:pt x="335" y="0"/>
                  </a:moveTo>
                  <a:lnTo>
                    <a:pt x="1" y="183"/>
                  </a:lnTo>
                  <a:lnTo>
                    <a:pt x="7235" y="12675"/>
                  </a:lnTo>
                  <a:lnTo>
                    <a:pt x="7569" y="12493"/>
                  </a:lnTo>
                  <a:lnTo>
                    <a:pt x="33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71"/>
            <p:cNvSpPr/>
            <p:nvPr/>
          </p:nvSpPr>
          <p:spPr>
            <a:xfrm>
              <a:off x="1475975" y="2960250"/>
              <a:ext cx="565375" cy="152350"/>
            </a:xfrm>
            <a:custGeom>
              <a:rect b="b" l="l" r="r" t="t"/>
              <a:pathLst>
                <a:path extrusionOk="0" h="6094" w="22615">
                  <a:moveTo>
                    <a:pt x="6265" y="0"/>
                  </a:moveTo>
                  <a:cubicBezTo>
                    <a:pt x="4584" y="0"/>
                    <a:pt x="3151" y="132"/>
                    <a:pt x="2007" y="418"/>
                  </a:cubicBezTo>
                  <a:lnTo>
                    <a:pt x="1" y="4157"/>
                  </a:lnTo>
                  <a:cubicBezTo>
                    <a:pt x="2876" y="5524"/>
                    <a:pt x="7400" y="6094"/>
                    <a:pt x="13072" y="6094"/>
                  </a:cubicBezTo>
                  <a:cubicBezTo>
                    <a:pt x="15975" y="6094"/>
                    <a:pt x="19178" y="5944"/>
                    <a:pt x="22615" y="5677"/>
                  </a:cubicBezTo>
                  <a:lnTo>
                    <a:pt x="21278" y="1817"/>
                  </a:lnTo>
                  <a:cubicBezTo>
                    <a:pt x="15287" y="695"/>
                    <a:pt x="10122" y="0"/>
                    <a:pt x="6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71"/>
            <p:cNvSpPr/>
            <p:nvPr/>
          </p:nvSpPr>
          <p:spPr>
            <a:xfrm>
              <a:off x="2071725" y="2371900"/>
              <a:ext cx="269025" cy="131500"/>
            </a:xfrm>
            <a:custGeom>
              <a:rect b="b" l="l" r="r" t="t"/>
              <a:pathLst>
                <a:path extrusionOk="0" h="5260" w="10761">
                  <a:moveTo>
                    <a:pt x="10609" y="1"/>
                  </a:moveTo>
                  <a:lnTo>
                    <a:pt x="1" y="4925"/>
                  </a:lnTo>
                  <a:lnTo>
                    <a:pt x="153" y="5259"/>
                  </a:lnTo>
                  <a:lnTo>
                    <a:pt x="10761" y="365"/>
                  </a:lnTo>
                  <a:lnTo>
                    <a:pt x="1060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71"/>
            <p:cNvSpPr/>
            <p:nvPr/>
          </p:nvSpPr>
          <p:spPr>
            <a:xfrm>
              <a:off x="3369625" y="3454000"/>
              <a:ext cx="26625" cy="26600"/>
            </a:xfrm>
            <a:custGeom>
              <a:rect b="b" l="l" r="r" t="t"/>
              <a:pathLst>
                <a:path extrusionOk="0" h="1064" w="1065">
                  <a:moveTo>
                    <a:pt x="548" y="0"/>
                  </a:moveTo>
                  <a:cubicBezTo>
                    <a:pt x="244" y="0"/>
                    <a:pt x="1" y="243"/>
                    <a:pt x="1" y="547"/>
                  </a:cubicBezTo>
                  <a:cubicBezTo>
                    <a:pt x="1" y="821"/>
                    <a:pt x="244" y="1064"/>
                    <a:pt x="548" y="1064"/>
                  </a:cubicBezTo>
                  <a:cubicBezTo>
                    <a:pt x="821" y="1064"/>
                    <a:pt x="1065" y="821"/>
                    <a:pt x="1065" y="547"/>
                  </a:cubicBezTo>
                  <a:cubicBezTo>
                    <a:pt x="1065" y="243"/>
                    <a:pt x="821" y="0"/>
                    <a:pt x="548" y="0"/>
                  </a:cubicBez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7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Takeaways</a:t>
            </a:r>
            <a:endParaRPr/>
          </a:p>
        </p:txBody>
      </p:sp>
      <p:sp>
        <p:nvSpPr>
          <p:cNvPr id="1867" name="Google Shape;1867;p72"/>
          <p:cNvSpPr txBox="1"/>
          <p:nvPr>
            <p:ph idx="1" type="body"/>
          </p:nvPr>
        </p:nvSpPr>
        <p:spPr>
          <a:xfrm>
            <a:off x="720000" y="1307100"/>
            <a:ext cx="4110300" cy="2529300"/>
          </a:xfrm>
          <a:prstGeom prst="rect">
            <a:avLst/>
          </a:prstGeom>
          <a:effectLst>
            <a:outerShdw blurRad="57150" rotWithShape="0" algn="bl" dir="5400000" dist="19050">
              <a:schemeClr val="accent3">
                <a:alpha val="50000"/>
              </a:schemeClr>
            </a:outerShdw>
          </a:effectLst>
        </p:spPr>
        <p:txBody>
          <a:bodyPr anchorCtr="0" anchor="t" bIns="91425" lIns="91425" spcFirstLastPara="1" rIns="91425" wrap="square" tIns="91425">
            <a:noAutofit/>
          </a:bodyPr>
          <a:lstStyle/>
          <a:p>
            <a:pPr indent="-215900" lvl="0" marL="241300" rtl="0" algn="l">
              <a:lnSpc>
                <a:spcPct val="150000"/>
              </a:lnSpc>
              <a:spcBef>
                <a:spcPts val="0"/>
              </a:spcBef>
              <a:spcAft>
                <a:spcPts val="0"/>
              </a:spcAft>
              <a:buSzPts val="1400"/>
              <a:buFont typeface="Anaheim"/>
              <a:buChar char="●"/>
            </a:pPr>
            <a:r>
              <a:rPr lang="en"/>
              <a:t>Both, the risk parity and the equally weighted portfolio, outperform the first 100 days of the period in the remaining 150 days</a:t>
            </a:r>
            <a:r>
              <a:rPr lang="en"/>
              <a:t>.</a:t>
            </a:r>
            <a:endParaRPr/>
          </a:p>
          <a:p>
            <a:pPr indent="-215900" lvl="0" marL="241300" rtl="0" algn="l">
              <a:spcBef>
                <a:spcPts val="0"/>
              </a:spcBef>
              <a:spcAft>
                <a:spcPts val="0"/>
              </a:spcAft>
              <a:buSzPts val="1400"/>
              <a:buChar char="●"/>
            </a:pPr>
            <a:r>
              <a:rPr lang="en"/>
              <a:t>The benchmark passive approach provided stable returns with lower volatility, outperforming most active strategies</a:t>
            </a:r>
            <a:endParaRPr/>
          </a:p>
          <a:p>
            <a:pPr indent="-209550" lvl="0" marL="241300" rtl="0" algn="l">
              <a:spcBef>
                <a:spcPts val="0"/>
              </a:spcBef>
              <a:spcAft>
                <a:spcPts val="0"/>
              </a:spcAft>
              <a:buSzPts val="1300"/>
              <a:buFont typeface="EB Garamond"/>
              <a:buChar char="●"/>
            </a:pPr>
            <a:r>
              <a:rPr lang="en"/>
              <a:t>The RSI strategy, with its momentum-based focus, managed to capture returns without large drawdowns and was the most successful among active strategies</a:t>
            </a:r>
            <a:endParaRPr/>
          </a:p>
          <a:p>
            <a:pPr indent="-209550" lvl="0" marL="241300" rtl="0" algn="l">
              <a:spcBef>
                <a:spcPts val="0"/>
              </a:spcBef>
              <a:spcAft>
                <a:spcPts val="0"/>
              </a:spcAft>
              <a:buSzPts val="1300"/>
              <a:buFont typeface="EB Garamond"/>
              <a:buChar char="●"/>
            </a:pPr>
            <a:r>
              <a:rPr lang="en"/>
              <a:t>The presence of transaction costs punished more volatility-sensitive strategies.</a:t>
            </a:r>
            <a:endParaRPr/>
          </a:p>
          <a:p>
            <a:pPr indent="0" lvl="0" marL="241300" rtl="0" algn="l">
              <a:lnSpc>
                <a:spcPct val="150000"/>
              </a:lnSpc>
              <a:spcBef>
                <a:spcPts val="0"/>
              </a:spcBef>
              <a:spcAft>
                <a:spcPts val="0"/>
              </a:spcAft>
              <a:buNone/>
            </a:pPr>
            <a:r>
              <a:t/>
            </a:r>
            <a:endParaRPr/>
          </a:p>
          <a:p>
            <a:pPr indent="0" lvl="0" marL="0" rtl="0" algn="l">
              <a:lnSpc>
                <a:spcPct val="150000"/>
              </a:lnSpc>
              <a:spcBef>
                <a:spcPts val="1000"/>
              </a:spcBef>
              <a:spcAft>
                <a:spcPts val="0"/>
              </a:spcAft>
              <a:buClr>
                <a:srgbClr val="273D40"/>
              </a:buClr>
              <a:buSzPts val="600"/>
              <a:buFont typeface="Arial"/>
              <a:buNone/>
            </a:pPr>
            <a:r>
              <a:t/>
            </a:r>
            <a:endParaRPr/>
          </a:p>
        </p:txBody>
      </p:sp>
      <p:grpSp>
        <p:nvGrpSpPr>
          <p:cNvPr id="1868" name="Google Shape;1868;p72"/>
          <p:cNvGrpSpPr/>
          <p:nvPr/>
        </p:nvGrpSpPr>
        <p:grpSpPr>
          <a:xfrm>
            <a:off x="5092093" y="1547220"/>
            <a:ext cx="3987764" cy="3596422"/>
            <a:chOff x="1709725" y="806425"/>
            <a:chExt cx="4490725" cy="4050025"/>
          </a:xfrm>
        </p:grpSpPr>
        <p:sp>
          <p:nvSpPr>
            <p:cNvPr id="1869" name="Google Shape;1869;p72"/>
            <p:cNvSpPr/>
            <p:nvPr/>
          </p:nvSpPr>
          <p:spPr>
            <a:xfrm>
              <a:off x="4361625" y="2114425"/>
              <a:ext cx="1211725" cy="1048400"/>
            </a:xfrm>
            <a:custGeom>
              <a:rect b="b" l="l" r="r" t="t"/>
              <a:pathLst>
                <a:path extrusionOk="0" h="41936" w="48469">
                  <a:moveTo>
                    <a:pt x="24871" y="1"/>
                  </a:moveTo>
                  <a:cubicBezTo>
                    <a:pt x="15692" y="1"/>
                    <a:pt x="6668" y="4720"/>
                    <a:pt x="3770" y="14512"/>
                  </a:cubicBezTo>
                  <a:cubicBezTo>
                    <a:pt x="0" y="27488"/>
                    <a:pt x="9207" y="41298"/>
                    <a:pt x="22350" y="41898"/>
                  </a:cubicBezTo>
                  <a:cubicBezTo>
                    <a:pt x="22840" y="41923"/>
                    <a:pt x="23334" y="41936"/>
                    <a:pt x="23831" y="41936"/>
                  </a:cubicBezTo>
                  <a:cubicBezTo>
                    <a:pt x="30630" y="41936"/>
                    <a:pt x="37894" y="39573"/>
                    <a:pt x="42464" y="34226"/>
                  </a:cubicBezTo>
                  <a:cubicBezTo>
                    <a:pt x="47367" y="28656"/>
                    <a:pt x="48468" y="20450"/>
                    <a:pt x="46100" y="13545"/>
                  </a:cubicBezTo>
                  <a:cubicBezTo>
                    <a:pt x="44732" y="9542"/>
                    <a:pt x="42197" y="6039"/>
                    <a:pt x="38461" y="3771"/>
                  </a:cubicBezTo>
                  <a:cubicBezTo>
                    <a:pt x="34447" y="1274"/>
                    <a:pt x="29638" y="1"/>
                    <a:pt x="24871"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72"/>
            <p:cNvSpPr/>
            <p:nvPr/>
          </p:nvSpPr>
          <p:spPr>
            <a:xfrm>
              <a:off x="4946200" y="2113425"/>
              <a:ext cx="158475" cy="50250"/>
            </a:xfrm>
            <a:custGeom>
              <a:rect b="b" l="l" r="r" t="t"/>
              <a:pathLst>
                <a:path extrusionOk="0" h="2010" w="6339">
                  <a:moveTo>
                    <a:pt x="1584" y="0"/>
                  </a:moveTo>
                  <a:cubicBezTo>
                    <a:pt x="1344" y="0"/>
                    <a:pt x="1105" y="3"/>
                    <a:pt x="868" y="8"/>
                  </a:cubicBezTo>
                  <a:cubicBezTo>
                    <a:pt x="368" y="8"/>
                    <a:pt x="1" y="409"/>
                    <a:pt x="34" y="876"/>
                  </a:cubicBezTo>
                  <a:cubicBezTo>
                    <a:pt x="34" y="1355"/>
                    <a:pt x="432" y="1712"/>
                    <a:pt x="846" y="1712"/>
                  </a:cubicBezTo>
                  <a:cubicBezTo>
                    <a:pt x="865" y="1712"/>
                    <a:pt x="883" y="1711"/>
                    <a:pt x="901" y="1710"/>
                  </a:cubicBezTo>
                  <a:cubicBezTo>
                    <a:pt x="1128" y="1704"/>
                    <a:pt x="1355" y="1702"/>
                    <a:pt x="1582" y="1702"/>
                  </a:cubicBezTo>
                  <a:cubicBezTo>
                    <a:pt x="2823" y="1702"/>
                    <a:pt x="4064" y="1784"/>
                    <a:pt x="5304" y="2010"/>
                  </a:cubicBezTo>
                  <a:lnTo>
                    <a:pt x="5404" y="2010"/>
                  </a:lnTo>
                  <a:cubicBezTo>
                    <a:pt x="5838" y="2010"/>
                    <a:pt x="6205" y="1710"/>
                    <a:pt x="6305" y="1243"/>
                  </a:cubicBezTo>
                  <a:cubicBezTo>
                    <a:pt x="6338" y="842"/>
                    <a:pt x="6005" y="375"/>
                    <a:pt x="5538" y="309"/>
                  </a:cubicBezTo>
                  <a:cubicBezTo>
                    <a:pt x="4241" y="83"/>
                    <a:pt x="2896" y="0"/>
                    <a:pt x="1584" y="0"/>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72"/>
            <p:cNvSpPr/>
            <p:nvPr/>
          </p:nvSpPr>
          <p:spPr>
            <a:xfrm>
              <a:off x="5192200" y="2157200"/>
              <a:ext cx="374475" cy="762025"/>
            </a:xfrm>
            <a:custGeom>
              <a:rect b="b" l="l" r="r" t="t"/>
              <a:pathLst>
                <a:path extrusionOk="0" h="30481" w="14979">
                  <a:moveTo>
                    <a:pt x="972" y="1"/>
                  </a:moveTo>
                  <a:cubicBezTo>
                    <a:pt x="618" y="1"/>
                    <a:pt x="295" y="202"/>
                    <a:pt x="168" y="559"/>
                  </a:cubicBezTo>
                  <a:cubicBezTo>
                    <a:pt x="1" y="993"/>
                    <a:pt x="201" y="1493"/>
                    <a:pt x="668" y="1660"/>
                  </a:cubicBezTo>
                  <a:cubicBezTo>
                    <a:pt x="1969" y="2160"/>
                    <a:pt x="3170" y="2794"/>
                    <a:pt x="4304" y="3494"/>
                  </a:cubicBezTo>
                  <a:cubicBezTo>
                    <a:pt x="7506" y="5496"/>
                    <a:pt x="9908" y="8598"/>
                    <a:pt x="11242" y="12468"/>
                  </a:cubicBezTo>
                  <a:cubicBezTo>
                    <a:pt x="13177" y="17971"/>
                    <a:pt x="12543" y="24343"/>
                    <a:pt x="9675" y="29146"/>
                  </a:cubicBezTo>
                  <a:cubicBezTo>
                    <a:pt x="9408" y="29580"/>
                    <a:pt x="9541" y="30114"/>
                    <a:pt x="9975" y="30347"/>
                  </a:cubicBezTo>
                  <a:cubicBezTo>
                    <a:pt x="10075" y="30447"/>
                    <a:pt x="10242" y="30480"/>
                    <a:pt x="10408" y="30480"/>
                  </a:cubicBezTo>
                  <a:cubicBezTo>
                    <a:pt x="10709" y="30480"/>
                    <a:pt x="11009" y="30314"/>
                    <a:pt x="11176" y="30080"/>
                  </a:cubicBezTo>
                  <a:cubicBezTo>
                    <a:pt x="14345" y="24743"/>
                    <a:pt x="14978" y="17938"/>
                    <a:pt x="12877" y="11834"/>
                  </a:cubicBezTo>
                  <a:cubicBezTo>
                    <a:pt x="11409" y="7597"/>
                    <a:pt x="8741" y="4162"/>
                    <a:pt x="5205" y="1993"/>
                  </a:cubicBezTo>
                  <a:cubicBezTo>
                    <a:pt x="4004" y="1260"/>
                    <a:pt x="2670" y="592"/>
                    <a:pt x="1302" y="59"/>
                  </a:cubicBezTo>
                  <a:cubicBezTo>
                    <a:pt x="1192" y="20"/>
                    <a:pt x="1081" y="1"/>
                    <a:pt x="972" y="1"/>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72"/>
            <p:cNvSpPr/>
            <p:nvPr/>
          </p:nvSpPr>
          <p:spPr>
            <a:xfrm>
              <a:off x="4512550" y="2240025"/>
              <a:ext cx="921525" cy="799100"/>
            </a:xfrm>
            <a:custGeom>
              <a:rect b="b" l="l" r="r" t="t"/>
              <a:pathLst>
                <a:path extrusionOk="0" h="31964" w="36861">
                  <a:moveTo>
                    <a:pt x="18932" y="1"/>
                  </a:moveTo>
                  <a:cubicBezTo>
                    <a:pt x="11931" y="1"/>
                    <a:pt x="5046" y="3592"/>
                    <a:pt x="2870" y="11023"/>
                  </a:cubicBezTo>
                  <a:cubicBezTo>
                    <a:pt x="1" y="20930"/>
                    <a:pt x="7006" y="31404"/>
                    <a:pt x="17013" y="31938"/>
                  </a:cubicBezTo>
                  <a:cubicBezTo>
                    <a:pt x="17371" y="31955"/>
                    <a:pt x="17731" y="31964"/>
                    <a:pt x="18093" y="31964"/>
                  </a:cubicBezTo>
                  <a:cubicBezTo>
                    <a:pt x="23297" y="31964"/>
                    <a:pt x="28833" y="30154"/>
                    <a:pt x="32357" y="26100"/>
                  </a:cubicBezTo>
                  <a:cubicBezTo>
                    <a:pt x="36027" y="21797"/>
                    <a:pt x="36861" y="15526"/>
                    <a:pt x="35059" y="10322"/>
                  </a:cubicBezTo>
                  <a:cubicBezTo>
                    <a:pt x="34025" y="7287"/>
                    <a:pt x="32057" y="4618"/>
                    <a:pt x="29255" y="2850"/>
                  </a:cubicBezTo>
                  <a:cubicBezTo>
                    <a:pt x="26207" y="962"/>
                    <a:pt x="22554" y="1"/>
                    <a:pt x="18932" y="1"/>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72"/>
            <p:cNvSpPr/>
            <p:nvPr/>
          </p:nvSpPr>
          <p:spPr>
            <a:xfrm>
              <a:off x="4983725" y="1941000"/>
              <a:ext cx="10025" cy="82575"/>
            </a:xfrm>
            <a:custGeom>
              <a:rect b="b" l="l" r="r" t="t"/>
              <a:pathLst>
                <a:path extrusionOk="0" h="3303" w="401">
                  <a:moveTo>
                    <a:pt x="1" y="0"/>
                  </a:moveTo>
                  <a:lnTo>
                    <a:pt x="1" y="3303"/>
                  </a:lnTo>
                  <a:lnTo>
                    <a:pt x="401" y="3303"/>
                  </a:lnTo>
                  <a:lnTo>
                    <a:pt x="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72"/>
            <p:cNvSpPr/>
            <p:nvPr/>
          </p:nvSpPr>
          <p:spPr>
            <a:xfrm>
              <a:off x="4928700" y="1981850"/>
              <a:ext cx="10025" cy="82600"/>
            </a:xfrm>
            <a:custGeom>
              <a:rect b="b" l="l" r="r" t="t"/>
              <a:pathLst>
                <a:path extrusionOk="0" h="3304" w="401">
                  <a:moveTo>
                    <a:pt x="0" y="1"/>
                  </a:moveTo>
                  <a:lnTo>
                    <a:pt x="0" y="3303"/>
                  </a:lnTo>
                  <a:lnTo>
                    <a:pt x="400" y="3303"/>
                  </a:lnTo>
                  <a:lnTo>
                    <a:pt x="4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72"/>
            <p:cNvSpPr/>
            <p:nvPr/>
          </p:nvSpPr>
          <p:spPr>
            <a:xfrm>
              <a:off x="5037925" y="1994375"/>
              <a:ext cx="10050" cy="58400"/>
            </a:xfrm>
            <a:custGeom>
              <a:rect b="b" l="l" r="r" t="t"/>
              <a:pathLst>
                <a:path extrusionOk="0" h="2336" w="402">
                  <a:moveTo>
                    <a:pt x="1" y="0"/>
                  </a:moveTo>
                  <a:lnTo>
                    <a:pt x="1" y="2335"/>
                  </a:lnTo>
                  <a:lnTo>
                    <a:pt x="401" y="2335"/>
                  </a:lnTo>
                  <a:lnTo>
                    <a:pt x="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72"/>
            <p:cNvSpPr/>
            <p:nvPr/>
          </p:nvSpPr>
          <p:spPr>
            <a:xfrm>
              <a:off x="4820275" y="2356300"/>
              <a:ext cx="376125" cy="557075"/>
            </a:xfrm>
            <a:custGeom>
              <a:rect b="b" l="l" r="r" t="t"/>
              <a:pathLst>
                <a:path extrusionOk="0" h="22283" w="15045">
                  <a:moveTo>
                    <a:pt x="7366" y="4858"/>
                  </a:moveTo>
                  <a:cubicBezTo>
                    <a:pt x="7927" y="4858"/>
                    <a:pt x="8390" y="4895"/>
                    <a:pt x="8740" y="4971"/>
                  </a:cubicBezTo>
                  <a:cubicBezTo>
                    <a:pt x="9207" y="5037"/>
                    <a:pt x="9574" y="5271"/>
                    <a:pt x="9941" y="5604"/>
                  </a:cubicBezTo>
                  <a:cubicBezTo>
                    <a:pt x="10275" y="5938"/>
                    <a:pt x="10441" y="6438"/>
                    <a:pt x="10441" y="7139"/>
                  </a:cubicBezTo>
                  <a:cubicBezTo>
                    <a:pt x="10441" y="7806"/>
                    <a:pt x="10208" y="8373"/>
                    <a:pt x="9708" y="8840"/>
                  </a:cubicBezTo>
                  <a:cubicBezTo>
                    <a:pt x="9207" y="9307"/>
                    <a:pt x="8507" y="9540"/>
                    <a:pt x="7573" y="9540"/>
                  </a:cubicBezTo>
                  <a:lnTo>
                    <a:pt x="5371" y="9540"/>
                  </a:lnTo>
                  <a:lnTo>
                    <a:pt x="5371" y="4870"/>
                  </a:lnTo>
                  <a:lnTo>
                    <a:pt x="6772" y="4870"/>
                  </a:lnTo>
                  <a:cubicBezTo>
                    <a:pt x="6981" y="4862"/>
                    <a:pt x="7179" y="4858"/>
                    <a:pt x="7366" y="4858"/>
                  </a:cubicBezTo>
                  <a:close/>
                  <a:moveTo>
                    <a:pt x="7773" y="12509"/>
                  </a:moveTo>
                  <a:cubicBezTo>
                    <a:pt x="8907" y="12509"/>
                    <a:pt x="9741" y="12709"/>
                    <a:pt x="10241" y="13143"/>
                  </a:cubicBezTo>
                  <a:cubicBezTo>
                    <a:pt x="10742" y="13543"/>
                    <a:pt x="11009" y="14210"/>
                    <a:pt x="11009" y="15178"/>
                  </a:cubicBezTo>
                  <a:cubicBezTo>
                    <a:pt x="11009" y="16112"/>
                    <a:pt x="10675" y="16712"/>
                    <a:pt x="10041" y="17113"/>
                  </a:cubicBezTo>
                  <a:cubicBezTo>
                    <a:pt x="9407" y="17479"/>
                    <a:pt x="8507" y="17646"/>
                    <a:pt x="7239" y="17646"/>
                  </a:cubicBezTo>
                  <a:lnTo>
                    <a:pt x="5371" y="17646"/>
                  </a:lnTo>
                  <a:lnTo>
                    <a:pt x="5371" y="12509"/>
                  </a:lnTo>
                  <a:close/>
                  <a:moveTo>
                    <a:pt x="6372" y="0"/>
                  </a:moveTo>
                  <a:lnTo>
                    <a:pt x="3570" y="200"/>
                  </a:lnTo>
                  <a:lnTo>
                    <a:pt x="3403" y="1868"/>
                  </a:lnTo>
                  <a:lnTo>
                    <a:pt x="234" y="1868"/>
                  </a:lnTo>
                  <a:lnTo>
                    <a:pt x="1" y="4137"/>
                  </a:lnTo>
                  <a:cubicBezTo>
                    <a:pt x="234" y="4470"/>
                    <a:pt x="735" y="4804"/>
                    <a:pt x="1502" y="5037"/>
                  </a:cubicBezTo>
                  <a:lnTo>
                    <a:pt x="1502" y="17446"/>
                  </a:lnTo>
                  <a:cubicBezTo>
                    <a:pt x="735" y="17713"/>
                    <a:pt x="234" y="18013"/>
                    <a:pt x="1" y="18313"/>
                  </a:cubicBezTo>
                  <a:lnTo>
                    <a:pt x="234" y="20548"/>
                  </a:lnTo>
                  <a:lnTo>
                    <a:pt x="3403" y="20548"/>
                  </a:lnTo>
                  <a:lnTo>
                    <a:pt x="3537" y="22049"/>
                  </a:lnTo>
                  <a:lnTo>
                    <a:pt x="6339" y="22283"/>
                  </a:lnTo>
                  <a:lnTo>
                    <a:pt x="6405" y="20548"/>
                  </a:lnTo>
                  <a:lnTo>
                    <a:pt x="7873" y="20548"/>
                  </a:lnTo>
                  <a:lnTo>
                    <a:pt x="8006" y="22049"/>
                  </a:lnTo>
                  <a:lnTo>
                    <a:pt x="10775" y="22283"/>
                  </a:lnTo>
                  <a:lnTo>
                    <a:pt x="10875" y="20148"/>
                  </a:lnTo>
                  <a:cubicBezTo>
                    <a:pt x="11842" y="19881"/>
                    <a:pt x="12610" y="19548"/>
                    <a:pt x="13243" y="19114"/>
                  </a:cubicBezTo>
                  <a:cubicBezTo>
                    <a:pt x="14411" y="18213"/>
                    <a:pt x="15045" y="16879"/>
                    <a:pt x="15045" y="15044"/>
                  </a:cubicBezTo>
                  <a:cubicBezTo>
                    <a:pt x="15045" y="12809"/>
                    <a:pt x="14211" y="11208"/>
                    <a:pt x="12543" y="10374"/>
                  </a:cubicBezTo>
                  <a:cubicBezTo>
                    <a:pt x="13877" y="9307"/>
                    <a:pt x="14511" y="8139"/>
                    <a:pt x="14511" y="6872"/>
                  </a:cubicBezTo>
                  <a:cubicBezTo>
                    <a:pt x="14511" y="5271"/>
                    <a:pt x="14044" y="4003"/>
                    <a:pt x="13110" y="3203"/>
                  </a:cubicBezTo>
                  <a:cubicBezTo>
                    <a:pt x="12710" y="2836"/>
                    <a:pt x="12009" y="2535"/>
                    <a:pt x="11042" y="2302"/>
                  </a:cubicBezTo>
                  <a:cubicBezTo>
                    <a:pt x="11009" y="2302"/>
                    <a:pt x="10942" y="2269"/>
                    <a:pt x="10908" y="2269"/>
                  </a:cubicBezTo>
                  <a:lnTo>
                    <a:pt x="10842" y="0"/>
                  </a:lnTo>
                  <a:lnTo>
                    <a:pt x="8040" y="200"/>
                  </a:lnTo>
                  <a:lnTo>
                    <a:pt x="7873" y="1935"/>
                  </a:lnTo>
                  <a:cubicBezTo>
                    <a:pt x="7406" y="1935"/>
                    <a:pt x="6939" y="1868"/>
                    <a:pt x="6439" y="1868"/>
                  </a:cubicBezTo>
                  <a:lnTo>
                    <a:pt x="6372" y="0"/>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72"/>
            <p:cNvSpPr/>
            <p:nvPr/>
          </p:nvSpPr>
          <p:spPr>
            <a:xfrm>
              <a:off x="4541750" y="2240375"/>
              <a:ext cx="868150" cy="803100"/>
            </a:xfrm>
            <a:custGeom>
              <a:rect b="b" l="l" r="r" t="t"/>
              <a:pathLst>
                <a:path extrusionOk="0" h="32124" w="34726">
                  <a:moveTo>
                    <a:pt x="14077" y="1"/>
                  </a:moveTo>
                  <a:cubicBezTo>
                    <a:pt x="7739" y="1168"/>
                    <a:pt x="3136" y="5138"/>
                    <a:pt x="1468" y="10908"/>
                  </a:cubicBezTo>
                  <a:cubicBezTo>
                    <a:pt x="0" y="15845"/>
                    <a:pt x="901" y="21149"/>
                    <a:pt x="3970" y="25419"/>
                  </a:cubicBezTo>
                  <a:cubicBezTo>
                    <a:pt x="6805" y="29422"/>
                    <a:pt x="11075" y="31823"/>
                    <a:pt x="15745" y="32090"/>
                  </a:cubicBezTo>
                  <a:cubicBezTo>
                    <a:pt x="16179" y="32124"/>
                    <a:pt x="16546" y="32124"/>
                    <a:pt x="16912" y="32124"/>
                  </a:cubicBezTo>
                  <a:cubicBezTo>
                    <a:pt x="22717" y="32124"/>
                    <a:pt x="28020" y="29955"/>
                    <a:pt x="31323" y="26153"/>
                  </a:cubicBezTo>
                  <a:cubicBezTo>
                    <a:pt x="33024" y="24151"/>
                    <a:pt x="34225" y="21649"/>
                    <a:pt x="34725" y="18881"/>
                  </a:cubicBezTo>
                  <a:lnTo>
                    <a:pt x="34325" y="18814"/>
                  </a:lnTo>
                  <a:cubicBezTo>
                    <a:pt x="33825" y="21483"/>
                    <a:pt x="32657" y="23951"/>
                    <a:pt x="30989" y="25853"/>
                  </a:cubicBezTo>
                  <a:cubicBezTo>
                    <a:pt x="27780" y="29565"/>
                    <a:pt x="22522" y="31646"/>
                    <a:pt x="16840" y="31646"/>
                  </a:cubicBezTo>
                  <a:cubicBezTo>
                    <a:pt x="16499" y="31646"/>
                    <a:pt x="16156" y="31638"/>
                    <a:pt x="15812" y="31623"/>
                  </a:cubicBezTo>
                  <a:cubicBezTo>
                    <a:pt x="11242" y="31390"/>
                    <a:pt x="7039" y="29021"/>
                    <a:pt x="4303" y="25152"/>
                  </a:cubicBezTo>
                  <a:cubicBezTo>
                    <a:pt x="1335" y="20982"/>
                    <a:pt x="467" y="15845"/>
                    <a:pt x="1868" y="11009"/>
                  </a:cubicBezTo>
                  <a:cubicBezTo>
                    <a:pt x="3503" y="5438"/>
                    <a:pt x="8006" y="1568"/>
                    <a:pt x="14177" y="434"/>
                  </a:cubicBezTo>
                  <a:lnTo>
                    <a:pt x="14077"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72"/>
            <p:cNvSpPr/>
            <p:nvPr/>
          </p:nvSpPr>
          <p:spPr>
            <a:xfrm>
              <a:off x="4434175" y="2927550"/>
              <a:ext cx="45875" cy="41775"/>
            </a:xfrm>
            <a:custGeom>
              <a:rect b="b" l="l" r="r" t="t"/>
              <a:pathLst>
                <a:path extrusionOk="0" h="1671" w="1835">
                  <a:moveTo>
                    <a:pt x="901" y="0"/>
                  </a:moveTo>
                  <a:cubicBezTo>
                    <a:pt x="768" y="0"/>
                    <a:pt x="634" y="534"/>
                    <a:pt x="634" y="534"/>
                  </a:cubicBezTo>
                  <a:cubicBezTo>
                    <a:pt x="634" y="534"/>
                    <a:pt x="67" y="534"/>
                    <a:pt x="34" y="634"/>
                  </a:cubicBezTo>
                  <a:cubicBezTo>
                    <a:pt x="0" y="701"/>
                    <a:pt x="467" y="1067"/>
                    <a:pt x="467" y="1067"/>
                  </a:cubicBezTo>
                  <a:cubicBezTo>
                    <a:pt x="467" y="1067"/>
                    <a:pt x="301" y="1635"/>
                    <a:pt x="367" y="1668"/>
                  </a:cubicBezTo>
                  <a:cubicBezTo>
                    <a:pt x="372" y="1669"/>
                    <a:pt x="378" y="1670"/>
                    <a:pt x="384" y="1670"/>
                  </a:cubicBezTo>
                  <a:cubicBezTo>
                    <a:pt x="508" y="1670"/>
                    <a:pt x="901" y="1368"/>
                    <a:pt x="901" y="1368"/>
                  </a:cubicBezTo>
                  <a:cubicBezTo>
                    <a:pt x="901" y="1368"/>
                    <a:pt x="1355" y="1670"/>
                    <a:pt x="1456" y="1670"/>
                  </a:cubicBezTo>
                  <a:cubicBezTo>
                    <a:pt x="1461" y="1670"/>
                    <a:pt x="1465" y="1669"/>
                    <a:pt x="1468" y="1668"/>
                  </a:cubicBezTo>
                  <a:cubicBezTo>
                    <a:pt x="1535" y="1668"/>
                    <a:pt x="1335" y="1067"/>
                    <a:pt x="1335" y="1067"/>
                  </a:cubicBezTo>
                  <a:cubicBezTo>
                    <a:pt x="1335" y="1067"/>
                    <a:pt x="1835" y="734"/>
                    <a:pt x="1802" y="667"/>
                  </a:cubicBezTo>
                  <a:cubicBezTo>
                    <a:pt x="1802" y="567"/>
                    <a:pt x="1168" y="567"/>
                    <a:pt x="1168" y="567"/>
                  </a:cubicBezTo>
                  <a:cubicBezTo>
                    <a:pt x="1168" y="567"/>
                    <a:pt x="1034" y="0"/>
                    <a:pt x="9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72"/>
            <p:cNvSpPr/>
            <p:nvPr/>
          </p:nvSpPr>
          <p:spPr>
            <a:xfrm>
              <a:off x="5151350" y="2993425"/>
              <a:ext cx="198500" cy="191825"/>
            </a:xfrm>
            <a:custGeom>
              <a:rect b="b" l="l" r="r" t="t"/>
              <a:pathLst>
                <a:path extrusionOk="0" h="7673" w="7940">
                  <a:moveTo>
                    <a:pt x="3370" y="0"/>
                  </a:moveTo>
                  <a:lnTo>
                    <a:pt x="2469" y="3369"/>
                  </a:lnTo>
                  <a:lnTo>
                    <a:pt x="0" y="4303"/>
                  </a:lnTo>
                  <a:lnTo>
                    <a:pt x="2469" y="5204"/>
                  </a:lnTo>
                  <a:lnTo>
                    <a:pt x="3370" y="7672"/>
                  </a:lnTo>
                  <a:lnTo>
                    <a:pt x="4304" y="5204"/>
                  </a:lnTo>
                  <a:lnTo>
                    <a:pt x="7939" y="4303"/>
                  </a:lnTo>
                  <a:lnTo>
                    <a:pt x="4304" y="3369"/>
                  </a:lnTo>
                  <a:lnTo>
                    <a:pt x="337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72"/>
            <p:cNvSpPr/>
            <p:nvPr/>
          </p:nvSpPr>
          <p:spPr>
            <a:xfrm>
              <a:off x="5268925" y="2182000"/>
              <a:ext cx="160975" cy="155975"/>
            </a:xfrm>
            <a:custGeom>
              <a:rect b="b" l="l" r="r" t="t"/>
              <a:pathLst>
                <a:path extrusionOk="0" h="6239" w="6439">
                  <a:moveTo>
                    <a:pt x="2769" y="1"/>
                  </a:moveTo>
                  <a:lnTo>
                    <a:pt x="2002" y="2769"/>
                  </a:lnTo>
                  <a:lnTo>
                    <a:pt x="1" y="3470"/>
                  </a:lnTo>
                  <a:lnTo>
                    <a:pt x="2002" y="4237"/>
                  </a:lnTo>
                  <a:lnTo>
                    <a:pt x="2769" y="6238"/>
                  </a:lnTo>
                  <a:lnTo>
                    <a:pt x="3470" y="4237"/>
                  </a:lnTo>
                  <a:lnTo>
                    <a:pt x="6439" y="3470"/>
                  </a:lnTo>
                  <a:lnTo>
                    <a:pt x="3470" y="2769"/>
                  </a:lnTo>
                  <a:lnTo>
                    <a:pt x="276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72"/>
            <p:cNvSpPr/>
            <p:nvPr/>
          </p:nvSpPr>
          <p:spPr>
            <a:xfrm>
              <a:off x="5042950" y="3191050"/>
              <a:ext cx="96750" cy="93425"/>
            </a:xfrm>
            <a:custGeom>
              <a:rect b="b" l="l" r="r" t="t"/>
              <a:pathLst>
                <a:path extrusionOk="0" h="3737" w="3870">
                  <a:moveTo>
                    <a:pt x="1635" y="1"/>
                  </a:moveTo>
                  <a:lnTo>
                    <a:pt x="1201" y="1635"/>
                  </a:lnTo>
                  <a:lnTo>
                    <a:pt x="0" y="2102"/>
                  </a:lnTo>
                  <a:lnTo>
                    <a:pt x="1201" y="2503"/>
                  </a:lnTo>
                  <a:lnTo>
                    <a:pt x="1635" y="3737"/>
                  </a:lnTo>
                  <a:lnTo>
                    <a:pt x="2102" y="2503"/>
                  </a:lnTo>
                  <a:lnTo>
                    <a:pt x="3869" y="2102"/>
                  </a:lnTo>
                  <a:lnTo>
                    <a:pt x="2102" y="1635"/>
                  </a:lnTo>
                  <a:lnTo>
                    <a:pt x="16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72"/>
            <p:cNvSpPr/>
            <p:nvPr/>
          </p:nvSpPr>
          <p:spPr>
            <a:xfrm>
              <a:off x="2724625" y="806425"/>
              <a:ext cx="2181575" cy="4050025"/>
            </a:xfrm>
            <a:custGeom>
              <a:rect b="b" l="l" r="r" t="t"/>
              <a:pathLst>
                <a:path extrusionOk="0" h="162001" w="87263">
                  <a:moveTo>
                    <a:pt x="43631" y="1"/>
                  </a:moveTo>
                  <a:cubicBezTo>
                    <a:pt x="31381" y="1"/>
                    <a:pt x="19130" y="418"/>
                    <a:pt x="6872" y="1252"/>
                  </a:cubicBezTo>
                  <a:cubicBezTo>
                    <a:pt x="2502" y="1585"/>
                    <a:pt x="0" y="4321"/>
                    <a:pt x="0" y="8123"/>
                  </a:cubicBezTo>
                  <a:lnTo>
                    <a:pt x="0" y="155095"/>
                  </a:lnTo>
                  <a:cubicBezTo>
                    <a:pt x="0" y="158898"/>
                    <a:pt x="3102" y="162000"/>
                    <a:pt x="6872" y="162000"/>
                  </a:cubicBezTo>
                  <a:lnTo>
                    <a:pt x="80391" y="162000"/>
                  </a:lnTo>
                  <a:cubicBezTo>
                    <a:pt x="84194" y="162000"/>
                    <a:pt x="87262" y="158898"/>
                    <a:pt x="87262" y="155095"/>
                  </a:cubicBezTo>
                  <a:lnTo>
                    <a:pt x="87262" y="8123"/>
                  </a:lnTo>
                  <a:cubicBezTo>
                    <a:pt x="87262" y="4087"/>
                    <a:pt x="85595" y="1619"/>
                    <a:pt x="80391" y="1252"/>
                  </a:cubicBezTo>
                  <a:cubicBezTo>
                    <a:pt x="68132" y="418"/>
                    <a:pt x="55882" y="1"/>
                    <a:pt x="43631"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2"/>
            <p:cNvSpPr/>
            <p:nvPr/>
          </p:nvSpPr>
          <p:spPr>
            <a:xfrm>
              <a:off x="2803850" y="1212975"/>
              <a:ext cx="2022300" cy="3265700"/>
            </a:xfrm>
            <a:custGeom>
              <a:rect b="b" l="l" r="r" t="t"/>
              <a:pathLst>
                <a:path extrusionOk="0" h="130628" w="80892">
                  <a:moveTo>
                    <a:pt x="0" y="1"/>
                  </a:moveTo>
                  <a:lnTo>
                    <a:pt x="0" y="130627"/>
                  </a:lnTo>
                  <a:lnTo>
                    <a:pt x="80891" y="130627"/>
                  </a:lnTo>
                  <a:lnTo>
                    <a:pt x="8089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2"/>
            <p:cNvSpPr/>
            <p:nvPr/>
          </p:nvSpPr>
          <p:spPr>
            <a:xfrm>
              <a:off x="2799675" y="1212975"/>
              <a:ext cx="10025" cy="3265700"/>
            </a:xfrm>
            <a:custGeom>
              <a:rect b="b" l="l" r="r" t="t"/>
              <a:pathLst>
                <a:path extrusionOk="0" h="130628" w="401">
                  <a:moveTo>
                    <a:pt x="0" y="1"/>
                  </a:moveTo>
                  <a:lnTo>
                    <a:pt x="0" y="130627"/>
                  </a:lnTo>
                  <a:lnTo>
                    <a:pt x="401" y="130627"/>
                  </a:lnTo>
                  <a:lnTo>
                    <a:pt x="401"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72"/>
            <p:cNvSpPr/>
            <p:nvPr/>
          </p:nvSpPr>
          <p:spPr>
            <a:xfrm>
              <a:off x="2686250" y="1318875"/>
              <a:ext cx="36725" cy="276075"/>
            </a:xfrm>
            <a:custGeom>
              <a:rect b="b" l="l" r="r" t="t"/>
              <a:pathLst>
                <a:path extrusionOk="0" h="11043" w="1469">
                  <a:moveTo>
                    <a:pt x="1" y="1"/>
                  </a:moveTo>
                  <a:lnTo>
                    <a:pt x="1" y="11042"/>
                  </a:lnTo>
                  <a:lnTo>
                    <a:pt x="1468" y="11042"/>
                  </a:lnTo>
                  <a:lnTo>
                    <a:pt x="1468" y="1"/>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72"/>
            <p:cNvSpPr/>
            <p:nvPr/>
          </p:nvSpPr>
          <p:spPr>
            <a:xfrm>
              <a:off x="2686250" y="1676650"/>
              <a:ext cx="36725" cy="276050"/>
            </a:xfrm>
            <a:custGeom>
              <a:rect b="b" l="l" r="r" t="t"/>
              <a:pathLst>
                <a:path extrusionOk="0" h="11042" w="1469">
                  <a:moveTo>
                    <a:pt x="1" y="0"/>
                  </a:moveTo>
                  <a:lnTo>
                    <a:pt x="1" y="11041"/>
                  </a:lnTo>
                  <a:lnTo>
                    <a:pt x="1468" y="11041"/>
                  </a:lnTo>
                  <a:lnTo>
                    <a:pt x="1468"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72"/>
            <p:cNvSpPr/>
            <p:nvPr/>
          </p:nvSpPr>
          <p:spPr>
            <a:xfrm>
              <a:off x="2718775" y="1318875"/>
              <a:ext cx="10025" cy="276075"/>
            </a:xfrm>
            <a:custGeom>
              <a:rect b="b" l="l" r="r" t="t"/>
              <a:pathLst>
                <a:path extrusionOk="0" h="11043" w="401">
                  <a:moveTo>
                    <a:pt x="1" y="1"/>
                  </a:moveTo>
                  <a:lnTo>
                    <a:pt x="1" y="11042"/>
                  </a:lnTo>
                  <a:lnTo>
                    <a:pt x="401" y="11042"/>
                  </a:lnTo>
                  <a:lnTo>
                    <a:pt x="401"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72"/>
            <p:cNvSpPr/>
            <p:nvPr/>
          </p:nvSpPr>
          <p:spPr>
            <a:xfrm>
              <a:off x="2718775" y="1676650"/>
              <a:ext cx="10025" cy="276050"/>
            </a:xfrm>
            <a:custGeom>
              <a:rect b="b" l="l" r="r" t="t"/>
              <a:pathLst>
                <a:path extrusionOk="0" h="11042" w="401">
                  <a:moveTo>
                    <a:pt x="1" y="0"/>
                  </a:moveTo>
                  <a:lnTo>
                    <a:pt x="1" y="11041"/>
                  </a:lnTo>
                  <a:lnTo>
                    <a:pt x="401" y="11041"/>
                  </a:lnTo>
                  <a:lnTo>
                    <a:pt x="401"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72"/>
            <p:cNvSpPr/>
            <p:nvPr/>
          </p:nvSpPr>
          <p:spPr>
            <a:xfrm>
              <a:off x="3624425" y="991150"/>
              <a:ext cx="381125" cy="64250"/>
            </a:xfrm>
            <a:custGeom>
              <a:rect b="b" l="l" r="r" t="t"/>
              <a:pathLst>
                <a:path extrusionOk="0" h="2570" w="15245">
                  <a:moveTo>
                    <a:pt x="13977" y="434"/>
                  </a:moveTo>
                  <a:cubicBezTo>
                    <a:pt x="14478" y="434"/>
                    <a:pt x="14844" y="834"/>
                    <a:pt x="14844" y="1301"/>
                  </a:cubicBezTo>
                  <a:cubicBezTo>
                    <a:pt x="14844" y="1802"/>
                    <a:pt x="14411" y="2202"/>
                    <a:pt x="13977" y="2202"/>
                  </a:cubicBezTo>
                  <a:lnTo>
                    <a:pt x="1301" y="2202"/>
                  </a:lnTo>
                  <a:cubicBezTo>
                    <a:pt x="801" y="2202"/>
                    <a:pt x="401" y="1802"/>
                    <a:pt x="401" y="1301"/>
                  </a:cubicBezTo>
                  <a:cubicBezTo>
                    <a:pt x="401" y="834"/>
                    <a:pt x="834" y="434"/>
                    <a:pt x="1301" y="434"/>
                  </a:cubicBezTo>
                  <a:close/>
                  <a:moveTo>
                    <a:pt x="1301" y="1"/>
                  </a:moveTo>
                  <a:cubicBezTo>
                    <a:pt x="568" y="1"/>
                    <a:pt x="1" y="568"/>
                    <a:pt x="1" y="1268"/>
                  </a:cubicBezTo>
                  <a:cubicBezTo>
                    <a:pt x="1" y="2002"/>
                    <a:pt x="568" y="2569"/>
                    <a:pt x="1301" y="2569"/>
                  </a:cubicBezTo>
                  <a:lnTo>
                    <a:pt x="13977" y="2569"/>
                  </a:lnTo>
                  <a:cubicBezTo>
                    <a:pt x="14678" y="2569"/>
                    <a:pt x="15245" y="2002"/>
                    <a:pt x="15245" y="1268"/>
                  </a:cubicBezTo>
                  <a:cubicBezTo>
                    <a:pt x="15245" y="568"/>
                    <a:pt x="14678" y="1"/>
                    <a:pt x="13977"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72"/>
            <p:cNvSpPr/>
            <p:nvPr/>
          </p:nvSpPr>
          <p:spPr>
            <a:xfrm>
              <a:off x="3707825" y="4556200"/>
              <a:ext cx="216000" cy="215175"/>
            </a:xfrm>
            <a:custGeom>
              <a:rect b="b" l="l" r="r" t="t"/>
              <a:pathLst>
                <a:path extrusionOk="0" h="8607" w="8640">
                  <a:moveTo>
                    <a:pt x="6472" y="368"/>
                  </a:moveTo>
                  <a:cubicBezTo>
                    <a:pt x="7406" y="368"/>
                    <a:pt x="8206" y="1168"/>
                    <a:pt x="8206" y="2102"/>
                  </a:cubicBezTo>
                  <a:lnTo>
                    <a:pt x="8206" y="6405"/>
                  </a:lnTo>
                  <a:cubicBezTo>
                    <a:pt x="8206" y="7373"/>
                    <a:pt x="7406" y="8173"/>
                    <a:pt x="6472" y="8173"/>
                  </a:cubicBezTo>
                  <a:lnTo>
                    <a:pt x="2168" y="8173"/>
                  </a:lnTo>
                  <a:cubicBezTo>
                    <a:pt x="1201" y="8173"/>
                    <a:pt x="401" y="7373"/>
                    <a:pt x="401" y="6405"/>
                  </a:cubicBezTo>
                  <a:lnTo>
                    <a:pt x="401" y="2102"/>
                  </a:lnTo>
                  <a:cubicBezTo>
                    <a:pt x="401" y="1168"/>
                    <a:pt x="1201" y="368"/>
                    <a:pt x="2168" y="368"/>
                  </a:cubicBezTo>
                  <a:close/>
                  <a:moveTo>
                    <a:pt x="2168" y="1"/>
                  </a:moveTo>
                  <a:cubicBezTo>
                    <a:pt x="968" y="1"/>
                    <a:pt x="0" y="935"/>
                    <a:pt x="0" y="2169"/>
                  </a:cubicBezTo>
                  <a:lnTo>
                    <a:pt x="0" y="6439"/>
                  </a:lnTo>
                  <a:cubicBezTo>
                    <a:pt x="0" y="7673"/>
                    <a:pt x="968" y="8607"/>
                    <a:pt x="2168" y="8607"/>
                  </a:cubicBezTo>
                  <a:lnTo>
                    <a:pt x="6472" y="8607"/>
                  </a:lnTo>
                  <a:cubicBezTo>
                    <a:pt x="7672" y="8607"/>
                    <a:pt x="8640" y="7673"/>
                    <a:pt x="8640" y="6439"/>
                  </a:cubicBezTo>
                  <a:lnTo>
                    <a:pt x="8640" y="2169"/>
                  </a:lnTo>
                  <a:cubicBezTo>
                    <a:pt x="8640" y="935"/>
                    <a:pt x="7672" y="1"/>
                    <a:pt x="6472"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72"/>
            <p:cNvSpPr/>
            <p:nvPr/>
          </p:nvSpPr>
          <p:spPr>
            <a:xfrm>
              <a:off x="4987900" y="3483775"/>
              <a:ext cx="1212550" cy="1049200"/>
            </a:xfrm>
            <a:custGeom>
              <a:rect b="b" l="l" r="r" t="t"/>
              <a:pathLst>
                <a:path extrusionOk="0" h="41968" w="48502">
                  <a:moveTo>
                    <a:pt x="24889" y="0"/>
                  </a:moveTo>
                  <a:cubicBezTo>
                    <a:pt x="15701" y="0"/>
                    <a:pt x="6680" y="4728"/>
                    <a:pt x="3803" y="14544"/>
                  </a:cubicBezTo>
                  <a:cubicBezTo>
                    <a:pt x="0" y="27487"/>
                    <a:pt x="9207" y="41297"/>
                    <a:pt x="22350" y="41930"/>
                  </a:cubicBezTo>
                  <a:cubicBezTo>
                    <a:pt x="22835" y="41955"/>
                    <a:pt x="23324" y="41967"/>
                    <a:pt x="23815" y="41967"/>
                  </a:cubicBezTo>
                  <a:cubicBezTo>
                    <a:pt x="30619" y="41967"/>
                    <a:pt x="37893" y="39578"/>
                    <a:pt x="42498" y="34258"/>
                  </a:cubicBezTo>
                  <a:cubicBezTo>
                    <a:pt x="47401" y="28654"/>
                    <a:pt x="48502" y="20448"/>
                    <a:pt x="46100" y="13577"/>
                  </a:cubicBezTo>
                  <a:cubicBezTo>
                    <a:pt x="44732" y="9574"/>
                    <a:pt x="42197" y="6071"/>
                    <a:pt x="38495" y="3770"/>
                  </a:cubicBezTo>
                  <a:cubicBezTo>
                    <a:pt x="34472" y="1274"/>
                    <a:pt x="29658" y="0"/>
                    <a:pt x="24889"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72"/>
            <p:cNvSpPr/>
            <p:nvPr/>
          </p:nvSpPr>
          <p:spPr>
            <a:xfrm>
              <a:off x="5572475" y="3482725"/>
              <a:ext cx="158475" cy="50275"/>
            </a:xfrm>
            <a:custGeom>
              <a:rect b="b" l="l" r="r" t="t"/>
              <a:pathLst>
                <a:path extrusionOk="0" h="2011" w="6339">
                  <a:moveTo>
                    <a:pt x="1596" y="1"/>
                  </a:moveTo>
                  <a:cubicBezTo>
                    <a:pt x="1353" y="1"/>
                    <a:pt x="1111" y="4"/>
                    <a:pt x="868" y="9"/>
                  </a:cubicBezTo>
                  <a:cubicBezTo>
                    <a:pt x="368" y="9"/>
                    <a:pt x="1" y="443"/>
                    <a:pt x="34" y="910"/>
                  </a:cubicBezTo>
                  <a:cubicBezTo>
                    <a:pt x="34" y="1389"/>
                    <a:pt x="432" y="1746"/>
                    <a:pt x="876" y="1746"/>
                  </a:cubicBezTo>
                  <a:cubicBezTo>
                    <a:pt x="895" y="1746"/>
                    <a:pt x="915" y="1745"/>
                    <a:pt x="935" y="1743"/>
                  </a:cubicBezTo>
                  <a:cubicBezTo>
                    <a:pt x="1228" y="1730"/>
                    <a:pt x="1522" y="1723"/>
                    <a:pt x="1817" y="1723"/>
                  </a:cubicBezTo>
                  <a:cubicBezTo>
                    <a:pt x="2969" y="1723"/>
                    <a:pt x="4137" y="1825"/>
                    <a:pt x="5305" y="2010"/>
                  </a:cubicBezTo>
                  <a:lnTo>
                    <a:pt x="5438" y="2010"/>
                  </a:lnTo>
                  <a:cubicBezTo>
                    <a:pt x="5838" y="2010"/>
                    <a:pt x="6205" y="1743"/>
                    <a:pt x="6305" y="1276"/>
                  </a:cubicBezTo>
                  <a:cubicBezTo>
                    <a:pt x="6339" y="843"/>
                    <a:pt x="6038" y="409"/>
                    <a:pt x="5538" y="309"/>
                  </a:cubicBezTo>
                  <a:cubicBezTo>
                    <a:pt x="4241" y="84"/>
                    <a:pt x="2920" y="1"/>
                    <a:pt x="1596" y="1"/>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72"/>
            <p:cNvSpPr/>
            <p:nvPr/>
          </p:nvSpPr>
          <p:spPr>
            <a:xfrm>
              <a:off x="5818500" y="3526525"/>
              <a:ext cx="375275" cy="762000"/>
            </a:xfrm>
            <a:custGeom>
              <a:rect b="b" l="l" r="r" t="t"/>
              <a:pathLst>
                <a:path extrusionOk="0" h="30480" w="15011">
                  <a:moveTo>
                    <a:pt x="971" y="0"/>
                  </a:moveTo>
                  <a:cubicBezTo>
                    <a:pt x="618" y="0"/>
                    <a:pt x="295" y="201"/>
                    <a:pt x="167" y="559"/>
                  </a:cubicBezTo>
                  <a:cubicBezTo>
                    <a:pt x="0" y="1026"/>
                    <a:pt x="200" y="1526"/>
                    <a:pt x="667" y="1693"/>
                  </a:cubicBezTo>
                  <a:cubicBezTo>
                    <a:pt x="1968" y="2193"/>
                    <a:pt x="3169" y="2793"/>
                    <a:pt x="4303" y="3527"/>
                  </a:cubicBezTo>
                  <a:cubicBezTo>
                    <a:pt x="7506" y="5529"/>
                    <a:pt x="9941" y="8598"/>
                    <a:pt x="11275" y="12467"/>
                  </a:cubicBezTo>
                  <a:cubicBezTo>
                    <a:pt x="13176" y="17971"/>
                    <a:pt x="12543" y="24376"/>
                    <a:pt x="9674" y="29146"/>
                  </a:cubicBezTo>
                  <a:cubicBezTo>
                    <a:pt x="9440" y="29579"/>
                    <a:pt x="9540" y="30113"/>
                    <a:pt x="9974" y="30380"/>
                  </a:cubicBezTo>
                  <a:cubicBezTo>
                    <a:pt x="10107" y="30447"/>
                    <a:pt x="10274" y="30480"/>
                    <a:pt x="10441" y="30480"/>
                  </a:cubicBezTo>
                  <a:cubicBezTo>
                    <a:pt x="10708" y="30480"/>
                    <a:pt x="11008" y="30313"/>
                    <a:pt x="11175" y="30080"/>
                  </a:cubicBezTo>
                  <a:cubicBezTo>
                    <a:pt x="14344" y="24743"/>
                    <a:pt x="15011" y="17938"/>
                    <a:pt x="12876" y="11867"/>
                  </a:cubicBezTo>
                  <a:cubicBezTo>
                    <a:pt x="11442" y="7597"/>
                    <a:pt x="8773" y="4194"/>
                    <a:pt x="5204" y="2026"/>
                  </a:cubicBezTo>
                  <a:cubicBezTo>
                    <a:pt x="4003" y="1259"/>
                    <a:pt x="2669" y="592"/>
                    <a:pt x="1301" y="58"/>
                  </a:cubicBezTo>
                  <a:cubicBezTo>
                    <a:pt x="1191" y="19"/>
                    <a:pt x="1080" y="0"/>
                    <a:pt x="971" y="0"/>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72"/>
            <p:cNvSpPr/>
            <p:nvPr/>
          </p:nvSpPr>
          <p:spPr>
            <a:xfrm>
              <a:off x="5138850" y="3610000"/>
              <a:ext cx="922350" cy="798600"/>
            </a:xfrm>
            <a:custGeom>
              <a:rect b="b" l="l" r="r" t="t"/>
              <a:pathLst>
                <a:path extrusionOk="0" h="31944" w="36894">
                  <a:moveTo>
                    <a:pt x="18919" y="0"/>
                  </a:moveTo>
                  <a:cubicBezTo>
                    <a:pt x="11916" y="0"/>
                    <a:pt x="5043" y="3585"/>
                    <a:pt x="2869" y="11029"/>
                  </a:cubicBezTo>
                  <a:cubicBezTo>
                    <a:pt x="0" y="20903"/>
                    <a:pt x="7005" y="31411"/>
                    <a:pt x="17012" y="31911"/>
                  </a:cubicBezTo>
                  <a:cubicBezTo>
                    <a:pt x="17403" y="31932"/>
                    <a:pt x="17796" y="31943"/>
                    <a:pt x="18191" y="31943"/>
                  </a:cubicBezTo>
                  <a:cubicBezTo>
                    <a:pt x="23370" y="31943"/>
                    <a:pt x="28885" y="30102"/>
                    <a:pt x="32357" y="26074"/>
                  </a:cubicBezTo>
                  <a:cubicBezTo>
                    <a:pt x="36059" y="21837"/>
                    <a:pt x="36893" y="15533"/>
                    <a:pt x="35059" y="10329"/>
                  </a:cubicBezTo>
                  <a:cubicBezTo>
                    <a:pt x="34024" y="7260"/>
                    <a:pt x="32056" y="4592"/>
                    <a:pt x="29288" y="2857"/>
                  </a:cubicBezTo>
                  <a:cubicBezTo>
                    <a:pt x="26222" y="965"/>
                    <a:pt x="22553" y="0"/>
                    <a:pt x="1891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72"/>
            <p:cNvSpPr/>
            <p:nvPr/>
          </p:nvSpPr>
          <p:spPr>
            <a:xfrm>
              <a:off x="5610850" y="3311150"/>
              <a:ext cx="10850" cy="82575"/>
            </a:xfrm>
            <a:custGeom>
              <a:rect b="b" l="l" r="r" t="t"/>
              <a:pathLst>
                <a:path extrusionOk="0" h="3303" w="434">
                  <a:moveTo>
                    <a:pt x="0" y="0"/>
                  </a:moveTo>
                  <a:lnTo>
                    <a:pt x="0" y="3303"/>
                  </a:lnTo>
                  <a:lnTo>
                    <a:pt x="434" y="3303"/>
                  </a:lnTo>
                  <a:lnTo>
                    <a:pt x="4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72"/>
            <p:cNvSpPr/>
            <p:nvPr/>
          </p:nvSpPr>
          <p:spPr>
            <a:xfrm>
              <a:off x="5554975" y="3352850"/>
              <a:ext cx="10025" cy="82575"/>
            </a:xfrm>
            <a:custGeom>
              <a:rect b="b" l="l" r="r" t="t"/>
              <a:pathLst>
                <a:path extrusionOk="0" h="3303" w="401">
                  <a:moveTo>
                    <a:pt x="0" y="0"/>
                  </a:moveTo>
                  <a:lnTo>
                    <a:pt x="0" y="3303"/>
                  </a:lnTo>
                  <a:lnTo>
                    <a:pt x="401" y="3303"/>
                  </a:lnTo>
                  <a:lnTo>
                    <a:pt x="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72"/>
            <p:cNvSpPr/>
            <p:nvPr/>
          </p:nvSpPr>
          <p:spPr>
            <a:xfrm>
              <a:off x="5665050" y="3364525"/>
              <a:ext cx="10875" cy="58400"/>
            </a:xfrm>
            <a:custGeom>
              <a:rect b="b" l="l" r="r" t="t"/>
              <a:pathLst>
                <a:path extrusionOk="0" h="2336" w="435">
                  <a:moveTo>
                    <a:pt x="0" y="0"/>
                  </a:moveTo>
                  <a:lnTo>
                    <a:pt x="0" y="2335"/>
                  </a:lnTo>
                  <a:lnTo>
                    <a:pt x="434" y="2335"/>
                  </a:lnTo>
                  <a:lnTo>
                    <a:pt x="4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72"/>
            <p:cNvSpPr/>
            <p:nvPr/>
          </p:nvSpPr>
          <p:spPr>
            <a:xfrm>
              <a:off x="5447400" y="3726450"/>
              <a:ext cx="376125" cy="556250"/>
            </a:xfrm>
            <a:custGeom>
              <a:rect b="b" l="l" r="r" t="t"/>
              <a:pathLst>
                <a:path extrusionOk="0" h="22250" w="15045">
                  <a:moveTo>
                    <a:pt x="7406" y="4857"/>
                  </a:moveTo>
                  <a:cubicBezTo>
                    <a:pt x="7964" y="4857"/>
                    <a:pt x="8389" y="4888"/>
                    <a:pt x="8706" y="4937"/>
                  </a:cubicBezTo>
                  <a:cubicBezTo>
                    <a:pt x="9173" y="5037"/>
                    <a:pt x="9540" y="5237"/>
                    <a:pt x="9941" y="5571"/>
                  </a:cubicBezTo>
                  <a:cubicBezTo>
                    <a:pt x="10274" y="5904"/>
                    <a:pt x="10441" y="6405"/>
                    <a:pt x="10441" y="7105"/>
                  </a:cubicBezTo>
                  <a:cubicBezTo>
                    <a:pt x="10441" y="7772"/>
                    <a:pt x="10174" y="8373"/>
                    <a:pt x="9674" y="8840"/>
                  </a:cubicBezTo>
                  <a:cubicBezTo>
                    <a:pt x="9173" y="9274"/>
                    <a:pt x="8473" y="9540"/>
                    <a:pt x="7539" y="9540"/>
                  </a:cubicBezTo>
                  <a:lnTo>
                    <a:pt x="5337" y="9540"/>
                  </a:lnTo>
                  <a:lnTo>
                    <a:pt x="5337" y="4870"/>
                  </a:lnTo>
                  <a:lnTo>
                    <a:pt x="6738" y="4870"/>
                  </a:lnTo>
                  <a:cubicBezTo>
                    <a:pt x="6980" y="4861"/>
                    <a:pt x="7202" y="4857"/>
                    <a:pt x="7406" y="4857"/>
                  </a:cubicBezTo>
                  <a:close/>
                  <a:moveTo>
                    <a:pt x="7772" y="12509"/>
                  </a:moveTo>
                  <a:cubicBezTo>
                    <a:pt x="8873" y="12509"/>
                    <a:pt x="9707" y="12709"/>
                    <a:pt x="10208" y="13110"/>
                  </a:cubicBezTo>
                  <a:cubicBezTo>
                    <a:pt x="10708" y="13543"/>
                    <a:pt x="10975" y="14210"/>
                    <a:pt x="10975" y="15178"/>
                  </a:cubicBezTo>
                  <a:cubicBezTo>
                    <a:pt x="10975" y="16078"/>
                    <a:pt x="10641" y="16712"/>
                    <a:pt x="10007" y="17079"/>
                  </a:cubicBezTo>
                  <a:cubicBezTo>
                    <a:pt x="9374" y="17446"/>
                    <a:pt x="8473" y="17613"/>
                    <a:pt x="7205" y="17613"/>
                  </a:cubicBezTo>
                  <a:lnTo>
                    <a:pt x="5337" y="17613"/>
                  </a:lnTo>
                  <a:lnTo>
                    <a:pt x="5337" y="12509"/>
                  </a:lnTo>
                  <a:close/>
                  <a:moveTo>
                    <a:pt x="6338" y="0"/>
                  </a:moveTo>
                  <a:lnTo>
                    <a:pt x="3536" y="200"/>
                  </a:lnTo>
                  <a:lnTo>
                    <a:pt x="3369" y="1868"/>
                  </a:lnTo>
                  <a:lnTo>
                    <a:pt x="267" y="1868"/>
                  </a:lnTo>
                  <a:lnTo>
                    <a:pt x="0" y="4103"/>
                  </a:lnTo>
                  <a:cubicBezTo>
                    <a:pt x="267" y="4437"/>
                    <a:pt x="767" y="4770"/>
                    <a:pt x="1501" y="5037"/>
                  </a:cubicBezTo>
                  <a:lnTo>
                    <a:pt x="1501" y="17413"/>
                  </a:lnTo>
                  <a:cubicBezTo>
                    <a:pt x="767" y="17713"/>
                    <a:pt x="267" y="17980"/>
                    <a:pt x="0" y="18280"/>
                  </a:cubicBezTo>
                  <a:lnTo>
                    <a:pt x="267" y="20548"/>
                  </a:lnTo>
                  <a:lnTo>
                    <a:pt x="3436" y="20548"/>
                  </a:lnTo>
                  <a:lnTo>
                    <a:pt x="3536" y="22049"/>
                  </a:lnTo>
                  <a:lnTo>
                    <a:pt x="6338" y="22249"/>
                  </a:lnTo>
                  <a:lnTo>
                    <a:pt x="6438" y="20548"/>
                  </a:lnTo>
                  <a:lnTo>
                    <a:pt x="7873" y="20548"/>
                  </a:lnTo>
                  <a:lnTo>
                    <a:pt x="8006" y="22049"/>
                  </a:lnTo>
                  <a:lnTo>
                    <a:pt x="10808" y="22249"/>
                  </a:lnTo>
                  <a:lnTo>
                    <a:pt x="10875" y="20115"/>
                  </a:lnTo>
                  <a:cubicBezTo>
                    <a:pt x="11842" y="19881"/>
                    <a:pt x="12643" y="19548"/>
                    <a:pt x="13276" y="19081"/>
                  </a:cubicBezTo>
                  <a:cubicBezTo>
                    <a:pt x="14444" y="18213"/>
                    <a:pt x="15044" y="16879"/>
                    <a:pt x="15044" y="15044"/>
                  </a:cubicBezTo>
                  <a:cubicBezTo>
                    <a:pt x="15044" y="12776"/>
                    <a:pt x="14177" y="11208"/>
                    <a:pt x="12509" y="10374"/>
                  </a:cubicBezTo>
                  <a:cubicBezTo>
                    <a:pt x="13843" y="9274"/>
                    <a:pt x="14477" y="8106"/>
                    <a:pt x="14477" y="6872"/>
                  </a:cubicBezTo>
                  <a:cubicBezTo>
                    <a:pt x="14477" y="5237"/>
                    <a:pt x="14010" y="4003"/>
                    <a:pt x="13076" y="3203"/>
                  </a:cubicBezTo>
                  <a:cubicBezTo>
                    <a:pt x="12676" y="2836"/>
                    <a:pt x="11975" y="2535"/>
                    <a:pt x="11008" y="2269"/>
                  </a:cubicBezTo>
                  <a:cubicBezTo>
                    <a:pt x="10975" y="2269"/>
                    <a:pt x="10941" y="2235"/>
                    <a:pt x="10875" y="2235"/>
                  </a:cubicBezTo>
                  <a:lnTo>
                    <a:pt x="10808" y="0"/>
                  </a:lnTo>
                  <a:lnTo>
                    <a:pt x="8006" y="200"/>
                  </a:lnTo>
                  <a:lnTo>
                    <a:pt x="7839" y="1902"/>
                  </a:lnTo>
                  <a:cubicBezTo>
                    <a:pt x="7372" y="1902"/>
                    <a:pt x="6939" y="1868"/>
                    <a:pt x="6438" y="1868"/>
                  </a:cubicBezTo>
                  <a:lnTo>
                    <a:pt x="6338" y="0"/>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72"/>
            <p:cNvSpPr/>
            <p:nvPr/>
          </p:nvSpPr>
          <p:spPr>
            <a:xfrm>
              <a:off x="5168850" y="3611350"/>
              <a:ext cx="869000" cy="803100"/>
            </a:xfrm>
            <a:custGeom>
              <a:rect b="b" l="l" r="r" t="t"/>
              <a:pathLst>
                <a:path extrusionOk="0" h="32124" w="34760">
                  <a:moveTo>
                    <a:pt x="14111" y="1"/>
                  </a:moveTo>
                  <a:cubicBezTo>
                    <a:pt x="7773" y="1168"/>
                    <a:pt x="3137" y="5138"/>
                    <a:pt x="1469" y="10875"/>
                  </a:cubicBezTo>
                  <a:cubicBezTo>
                    <a:pt x="1" y="15846"/>
                    <a:pt x="935" y="21149"/>
                    <a:pt x="3970" y="25386"/>
                  </a:cubicBezTo>
                  <a:cubicBezTo>
                    <a:pt x="6806" y="29389"/>
                    <a:pt x="11109" y="31824"/>
                    <a:pt x="15779" y="32057"/>
                  </a:cubicBezTo>
                  <a:cubicBezTo>
                    <a:pt x="16179" y="32124"/>
                    <a:pt x="16579" y="32124"/>
                    <a:pt x="16946" y="32124"/>
                  </a:cubicBezTo>
                  <a:cubicBezTo>
                    <a:pt x="22684" y="32124"/>
                    <a:pt x="28021" y="29889"/>
                    <a:pt x="31323" y="26153"/>
                  </a:cubicBezTo>
                  <a:cubicBezTo>
                    <a:pt x="33025" y="24152"/>
                    <a:pt x="34259" y="21650"/>
                    <a:pt x="34759" y="18881"/>
                  </a:cubicBezTo>
                  <a:lnTo>
                    <a:pt x="34326" y="18814"/>
                  </a:lnTo>
                  <a:cubicBezTo>
                    <a:pt x="33825" y="21483"/>
                    <a:pt x="32658" y="23918"/>
                    <a:pt x="30990" y="25853"/>
                  </a:cubicBezTo>
                  <a:cubicBezTo>
                    <a:pt x="27830" y="29513"/>
                    <a:pt x="22617" y="31618"/>
                    <a:pt x="16946" y="31618"/>
                  </a:cubicBezTo>
                  <a:cubicBezTo>
                    <a:pt x="16570" y="31618"/>
                    <a:pt x="16192" y="31609"/>
                    <a:pt x="15812" y="31590"/>
                  </a:cubicBezTo>
                  <a:cubicBezTo>
                    <a:pt x="11276" y="31390"/>
                    <a:pt x="7073" y="29022"/>
                    <a:pt x="4304" y="25152"/>
                  </a:cubicBezTo>
                  <a:cubicBezTo>
                    <a:pt x="1335" y="20983"/>
                    <a:pt x="468" y="15846"/>
                    <a:pt x="1902" y="11009"/>
                  </a:cubicBezTo>
                  <a:cubicBezTo>
                    <a:pt x="3503" y="5438"/>
                    <a:pt x="8007" y="1535"/>
                    <a:pt x="14178" y="401"/>
                  </a:cubicBezTo>
                  <a:lnTo>
                    <a:pt x="1411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72"/>
            <p:cNvSpPr/>
            <p:nvPr/>
          </p:nvSpPr>
          <p:spPr>
            <a:xfrm>
              <a:off x="5923575" y="3553825"/>
              <a:ext cx="198500" cy="191825"/>
            </a:xfrm>
            <a:custGeom>
              <a:rect b="b" l="l" r="r" t="t"/>
              <a:pathLst>
                <a:path extrusionOk="0" h="7673" w="7940">
                  <a:moveTo>
                    <a:pt x="3336" y="0"/>
                  </a:moveTo>
                  <a:lnTo>
                    <a:pt x="2469" y="3403"/>
                  </a:lnTo>
                  <a:lnTo>
                    <a:pt x="0" y="4303"/>
                  </a:lnTo>
                  <a:lnTo>
                    <a:pt x="2469" y="5171"/>
                  </a:lnTo>
                  <a:lnTo>
                    <a:pt x="3336" y="7672"/>
                  </a:lnTo>
                  <a:lnTo>
                    <a:pt x="4270" y="5171"/>
                  </a:lnTo>
                  <a:lnTo>
                    <a:pt x="7939" y="4303"/>
                  </a:lnTo>
                  <a:lnTo>
                    <a:pt x="4270" y="3403"/>
                  </a:lnTo>
                  <a:lnTo>
                    <a:pt x="33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72"/>
            <p:cNvSpPr/>
            <p:nvPr/>
          </p:nvSpPr>
          <p:spPr>
            <a:xfrm>
              <a:off x="5183875" y="4346050"/>
              <a:ext cx="155975" cy="150125"/>
            </a:xfrm>
            <a:custGeom>
              <a:rect b="b" l="l" r="r" t="t"/>
              <a:pathLst>
                <a:path extrusionOk="0" h="6005" w="6239">
                  <a:moveTo>
                    <a:pt x="2669" y="1"/>
                  </a:moveTo>
                  <a:lnTo>
                    <a:pt x="1968" y="2669"/>
                  </a:lnTo>
                  <a:lnTo>
                    <a:pt x="0" y="3403"/>
                  </a:lnTo>
                  <a:lnTo>
                    <a:pt x="1968" y="4104"/>
                  </a:lnTo>
                  <a:lnTo>
                    <a:pt x="2669" y="6005"/>
                  </a:lnTo>
                  <a:lnTo>
                    <a:pt x="3369" y="4104"/>
                  </a:lnTo>
                  <a:lnTo>
                    <a:pt x="6238" y="3403"/>
                  </a:lnTo>
                  <a:lnTo>
                    <a:pt x="3369" y="2669"/>
                  </a:lnTo>
                  <a:lnTo>
                    <a:pt x="266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72"/>
            <p:cNvSpPr/>
            <p:nvPr/>
          </p:nvSpPr>
          <p:spPr>
            <a:xfrm>
              <a:off x="5014575" y="4197625"/>
              <a:ext cx="94275" cy="90075"/>
            </a:xfrm>
            <a:custGeom>
              <a:rect b="b" l="l" r="r" t="t"/>
              <a:pathLst>
                <a:path extrusionOk="0" h="3603" w="3771">
                  <a:moveTo>
                    <a:pt x="1602" y="0"/>
                  </a:moveTo>
                  <a:lnTo>
                    <a:pt x="1168" y="1568"/>
                  </a:lnTo>
                  <a:lnTo>
                    <a:pt x="1" y="2035"/>
                  </a:lnTo>
                  <a:lnTo>
                    <a:pt x="1168" y="2435"/>
                  </a:lnTo>
                  <a:lnTo>
                    <a:pt x="1602" y="3603"/>
                  </a:lnTo>
                  <a:lnTo>
                    <a:pt x="2069" y="2435"/>
                  </a:lnTo>
                  <a:lnTo>
                    <a:pt x="3770" y="2035"/>
                  </a:lnTo>
                  <a:lnTo>
                    <a:pt x="2069" y="1568"/>
                  </a:lnTo>
                  <a:lnTo>
                    <a:pt x="160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72"/>
            <p:cNvSpPr/>
            <p:nvPr/>
          </p:nvSpPr>
          <p:spPr>
            <a:xfrm>
              <a:off x="1709725" y="4624375"/>
              <a:ext cx="1059125" cy="231175"/>
            </a:xfrm>
            <a:custGeom>
              <a:rect b="b" l="l" r="r" t="t"/>
              <a:pathLst>
                <a:path extrusionOk="0" h="9247" w="42365">
                  <a:moveTo>
                    <a:pt x="21407" y="1"/>
                  </a:moveTo>
                  <a:cubicBezTo>
                    <a:pt x="12034" y="1"/>
                    <a:pt x="2569" y="159"/>
                    <a:pt x="1402" y="476"/>
                  </a:cubicBezTo>
                  <a:cubicBezTo>
                    <a:pt x="1" y="709"/>
                    <a:pt x="67" y="8315"/>
                    <a:pt x="1402"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72"/>
            <p:cNvSpPr/>
            <p:nvPr/>
          </p:nvSpPr>
          <p:spPr>
            <a:xfrm>
              <a:off x="17889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2"/>
            <p:cNvSpPr/>
            <p:nvPr/>
          </p:nvSpPr>
          <p:spPr>
            <a:xfrm>
              <a:off x="184732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2"/>
            <p:cNvSpPr/>
            <p:nvPr/>
          </p:nvSpPr>
          <p:spPr>
            <a:xfrm>
              <a:off x="19065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72"/>
            <p:cNvSpPr/>
            <p:nvPr/>
          </p:nvSpPr>
          <p:spPr>
            <a:xfrm>
              <a:off x="196575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2"/>
            <p:cNvSpPr/>
            <p:nvPr/>
          </p:nvSpPr>
          <p:spPr>
            <a:xfrm>
              <a:off x="202495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72"/>
            <p:cNvSpPr/>
            <p:nvPr/>
          </p:nvSpPr>
          <p:spPr>
            <a:xfrm>
              <a:off x="2083325"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72"/>
            <p:cNvSpPr/>
            <p:nvPr/>
          </p:nvSpPr>
          <p:spPr>
            <a:xfrm>
              <a:off x="214337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72"/>
            <p:cNvSpPr/>
            <p:nvPr/>
          </p:nvSpPr>
          <p:spPr>
            <a:xfrm>
              <a:off x="2202575" y="4669625"/>
              <a:ext cx="10025" cy="141775"/>
            </a:xfrm>
            <a:custGeom>
              <a:rect b="b" l="l" r="r" t="t"/>
              <a:pathLst>
                <a:path extrusionOk="0" h="5671" w="401">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72"/>
            <p:cNvSpPr/>
            <p:nvPr/>
          </p:nvSpPr>
          <p:spPr>
            <a:xfrm>
              <a:off x="2261775"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72"/>
            <p:cNvSpPr/>
            <p:nvPr/>
          </p:nvSpPr>
          <p:spPr>
            <a:xfrm>
              <a:off x="232100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72"/>
            <p:cNvSpPr/>
            <p:nvPr/>
          </p:nvSpPr>
          <p:spPr>
            <a:xfrm>
              <a:off x="237937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72"/>
            <p:cNvSpPr/>
            <p:nvPr/>
          </p:nvSpPr>
          <p:spPr>
            <a:xfrm>
              <a:off x="2439425" y="4669625"/>
              <a:ext cx="10025" cy="141775"/>
            </a:xfrm>
            <a:custGeom>
              <a:rect b="b" l="l" r="r" t="t"/>
              <a:pathLst>
                <a:path extrusionOk="0" h="5671" w="401">
                  <a:moveTo>
                    <a:pt x="0" y="0"/>
                  </a:moveTo>
                  <a:lnTo>
                    <a:pt x="0" y="5671"/>
                  </a:lnTo>
                  <a:lnTo>
                    <a:pt x="400" y="5671"/>
                  </a:lnTo>
                  <a:lnTo>
                    <a:pt x="400"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72"/>
            <p:cNvSpPr/>
            <p:nvPr/>
          </p:nvSpPr>
          <p:spPr>
            <a:xfrm>
              <a:off x="249862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72"/>
            <p:cNvSpPr/>
            <p:nvPr/>
          </p:nvSpPr>
          <p:spPr>
            <a:xfrm>
              <a:off x="25578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72"/>
            <p:cNvSpPr/>
            <p:nvPr/>
          </p:nvSpPr>
          <p:spPr>
            <a:xfrm>
              <a:off x="261620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72"/>
            <p:cNvSpPr/>
            <p:nvPr/>
          </p:nvSpPr>
          <p:spPr>
            <a:xfrm>
              <a:off x="267542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72"/>
            <p:cNvSpPr/>
            <p:nvPr/>
          </p:nvSpPr>
          <p:spPr>
            <a:xfrm>
              <a:off x="2769650" y="4624375"/>
              <a:ext cx="1059125" cy="231175"/>
            </a:xfrm>
            <a:custGeom>
              <a:rect b="b" l="l" r="r" t="t"/>
              <a:pathLst>
                <a:path extrusionOk="0" h="9247" w="42365">
                  <a:moveTo>
                    <a:pt x="21407" y="1"/>
                  </a:moveTo>
                  <a:cubicBezTo>
                    <a:pt x="12034" y="1"/>
                    <a:pt x="2569" y="159"/>
                    <a:pt x="1401" y="476"/>
                  </a:cubicBezTo>
                  <a:cubicBezTo>
                    <a:pt x="0" y="709"/>
                    <a:pt x="67" y="8315"/>
                    <a:pt x="1401"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72"/>
            <p:cNvSpPr/>
            <p:nvPr/>
          </p:nvSpPr>
          <p:spPr>
            <a:xfrm>
              <a:off x="2848875"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2"/>
            <p:cNvSpPr/>
            <p:nvPr/>
          </p:nvSpPr>
          <p:spPr>
            <a:xfrm>
              <a:off x="29072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72"/>
            <p:cNvSpPr/>
            <p:nvPr/>
          </p:nvSpPr>
          <p:spPr>
            <a:xfrm>
              <a:off x="2966450"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72"/>
            <p:cNvSpPr/>
            <p:nvPr/>
          </p:nvSpPr>
          <p:spPr>
            <a:xfrm>
              <a:off x="302567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72"/>
            <p:cNvSpPr/>
            <p:nvPr/>
          </p:nvSpPr>
          <p:spPr>
            <a:xfrm>
              <a:off x="3085700"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72"/>
            <p:cNvSpPr/>
            <p:nvPr/>
          </p:nvSpPr>
          <p:spPr>
            <a:xfrm>
              <a:off x="3143250" y="4669625"/>
              <a:ext cx="10875" cy="141775"/>
            </a:xfrm>
            <a:custGeom>
              <a:rect b="b" l="l" r="r" t="t"/>
              <a:pathLst>
                <a:path extrusionOk="0" h="5671" w="435">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72"/>
            <p:cNvSpPr/>
            <p:nvPr/>
          </p:nvSpPr>
          <p:spPr>
            <a:xfrm>
              <a:off x="3203300" y="4669625"/>
              <a:ext cx="10025" cy="141775"/>
            </a:xfrm>
            <a:custGeom>
              <a:rect b="b" l="l" r="r" t="t"/>
              <a:pathLst>
                <a:path extrusionOk="0" h="5671" w="401">
                  <a:moveTo>
                    <a:pt x="0" y="0"/>
                  </a:moveTo>
                  <a:lnTo>
                    <a:pt x="0" y="5671"/>
                  </a:lnTo>
                  <a:lnTo>
                    <a:pt x="400" y="5671"/>
                  </a:lnTo>
                  <a:lnTo>
                    <a:pt x="400"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72"/>
            <p:cNvSpPr/>
            <p:nvPr/>
          </p:nvSpPr>
          <p:spPr>
            <a:xfrm>
              <a:off x="3262500"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72"/>
            <p:cNvSpPr/>
            <p:nvPr/>
          </p:nvSpPr>
          <p:spPr>
            <a:xfrm>
              <a:off x="3321700"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72"/>
            <p:cNvSpPr/>
            <p:nvPr/>
          </p:nvSpPr>
          <p:spPr>
            <a:xfrm>
              <a:off x="3380075" y="4669625"/>
              <a:ext cx="10875" cy="141775"/>
            </a:xfrm>
            <a:custGeom>
              <a:rect b="b" l="l" r="r" t="t"/>
              <a:pathLst>
                <a:path extrusionOk="0" h="5671" w="435">
                  <a:moveTo>
                    <a:pt x="1" y="0"/>
                  </a:moveTo>
                  <a:lnTo>
                    <a:pt x="1" y="5671"/>
                  </a:lnTo>
                  <a:lnTo>
                    <a:pt x="435" y="5671"/>
                  </a:lnTo>
                  <a:lnTo>
                    <a:pt x="435"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72"/>
            <p:cNvSpPr/>
            <p:nvPr/>
          </p:nvSpPr>
          <p:spPr>
            <a:xfrm>
              <a:off x="3440125" y="4669625"/>
              <a:ext cx="10025" cy="141775"/>
            </a:xfrm>
            <a:custGeom>
              <a:rect b="b" l="l" r="r" t="t"/>
              <a:pathLst>
                <a:path extrusionOk="0" h="5671" w="401">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72"/>
            <p:cNvSpPr/>
            <p:nvPr/>
          </p:nvSpPr>
          <p:spPr>
            <a:xfrm>
              <a:off x="3499325" y="4669625"/>
              <a:ext cx="10050" cy="141775"/>
            </a:xfrm>
            <a:custGeom>
              <a:rect b="b" l="l" r="r" t="t"/>
              <a:pathLst>
                <a:path extrusionOk="0" h="5671" w="402">
                  <a:moveTo>
                    <a:pt x="1" y="0"/>
                  </a:moveTo>
                  <a:lnTo>
                    <a:pt x="1"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72"/>
            <p:cNvSpPr/>
            <p:nvPr/>
          </p:nvSpPr>
          <p:spPr>
            <a:xfrm>
              <a:off x="3558550" y="4669625"/>
              <a:ext cx="10025" cy="141775"/>
            </a:xfrm>
            <a:custGeom>
              <a:rect b="b" l="l" r="r" t="t"/>
              <a:pathLst>
                <a:path extrusionOk="0" h="5671" w="401">
                  <a:moveTo>
                    <a:pt x="0" y="0"/>
                  </a:moveTo>
                  <a:lnTo>
                    <a:pt x="0" y="5671"/>
                  </a:lnTo>
                  <a:lnTo>
                    <a:pt x="401" y="5671"/>
                  </a:lnTo>
                  <a:lnTo>
                    <a:pt x="40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72"/>
            <p:cNvSpPr/>
            <p:nvPr/>
          </p:nvSpPr>
          <p:spPr>
            <a:xfrm>
              <a:off x="3616925"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72"/>
            <p:cNvSpPr/>
            <p:nvPr/>
          </p:nvSpPr>
          <p:spPr>
            <a:xfrm>
              <a:off x="3676125" y="4669625"/>
              <a:ext cx="10875" cy="141775"/>
            </a:xfrm>
            <a:custGeom>
              <a:rect b="b" l="l" r="r" t="t"/>
              <a:pathLst>
                <a:path extrusionOk="0" h="5671" w="435">
                  <a:moveTo>
                    <a:pt x="1" y="0"/>
                  </a:moveTo>
                  <a:lnTo>
                    <a:pt x="1"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72"/>
            <p:cNvSpPr/>
            <p:nvPr/>
          </p:nvSpPr>
          <p:spPr>
            <a:xfrm>
              <a:off x="3735350" y="4669625"/>
              <a:ext cx="10850" cy="141775"/>
            </a:xfrm>
            <a:custGeom>
              <a:rect b="b" l="l" r="r" t="t"/>
              <a:pathLst>
                <a:path extrusionOk="0" h="5671" w="434">
                  <a:moveTo>
                    <a:pt x="0" y="0"/>
                  </a:moveTo>
                  <a:lnTo>
                    <a:pt x="0" y="5671"/>
                  </a:lnTo>
                  <a:lnTo>
                    <a:pt x="434" y="5671"/>
                  </a:lnTo>
                  <a:lnTo>
                    <a:pt x="434"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72"/>
            <p:cNvSpPr/>
            <p:nvPr/>
          </p:nvSpPr>
          <p:spPr>
            <a:xfrm>
              <a:off x="2294300" y="4408400"/>
              <a:ext cx="1058300" cy="231175"/>
            </a:xfrm>
            <a:custGeom>
              <a:rect b="b" l="l" r="r" t="t"/>
              <a:pathLst>
                <a:path extrusionOk="0" h="9247" w="42332">
                  <a:moveTo>
                    <a:pt x="21408" y="0"/>
                  </a:moveTo>
                  <a:cubicBezTo>
                    <a:pt x="12034" y="0"/>
                    <a:pt x="2569" y="159"/>
                    <a:pt x="1402" y="475"/>
                  </a:cubicBezTo>
                  <a:cubicBezTo>
                    <a:pt x="1" y="742"/>
                    <a:pt x="68" y="8314"/>
                    <a:pt x="1402" y="8781"/>
                  </a:cubicBezTo>
                  <a:cubicBezTo>
                    <a:pt x="2258" y="9108"/>
                    <a:pt x="10517" y="9246"/>
                    <a:pt x="19265" y="9246"/>
                  </a:cubicBezTo>
                  <a:cubicBezTo>
                    <a:pt x="29264" y="9246"/>
                    <a:pt x="39903" y="9066"/>
                    <a:pt x="40863" y="8781"/>
                  </a:cubicBezTo>
                  <a:cubicBezTo>
                    <a:pt x="42331" y="8481"/>
                    <a:pt x="41897" y="942"/>
                    <a:pt x="40863" y="475"/>
                  </a:cubicBezTo>
                  <a:cubicBezTo>
                    <a:pt x="40063" y="159"/>
                    <a:pt x="30781" y="0"/>
                    <a:pt x="21408"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72"/>
            <p:cNvSpPr/>
            <p:nvPr/>
          </p:nvSpPr>
          <p:spPr>
            <a:xfrm>
              <a:off x="237270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72"/>
            <p:cNvSpPr/>
            <p:nvPr/>
          </p:nvSpPr>
          <p:spPr>
            <a:xfrm>
              <a:off x="2431900"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72"/>
            <p:cNvSpPr/>
            <p:nvPr/>
          </p:nvSpPr>
          <p:spPr>
            <a:xfrm>
              <a:off x="2491125"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72"/>
            <p:cNvSpPr/>
            <p:nvPr/>
          </p:nvSpPr>
          <p:spPr>
            <a:xfrm>
              <a:off x="2549500" y="4453625"/>
              <a:ext cx="10025" cy="141800"/>
            </a:xfrm>
            <a:custGeom>
              <a:rect b="b" l="l" r="r" t="t"/>
              <a:pathLst>
                <a:path extrusionOk="0" h="5672" w="401">
                  <a:moveTo>
                    <a:pt x="0" y="1"/>
                  </a:moveTo>
                  <a:lnTo>
                    <a:pt x="0" y="5671"/>
                  </a:lnTo>
                  <a:lnTo>
                    <a:pt x="400" y="5671"/>
                  </a:lnTo>
                  <a:lnTo>
                    <a:pt x="400"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72"/>
            <p:cNvSpPr/>
            <p:nvPr/>
          </p:nvSpPr>
          <p:spPr>
            <a:xfrm>
              <a:off x="2608700" y="4453625"/>
              <a:ext cx="10875" cy="141800"/>
            </a:xfrm>
            <a:custGeom>
              <a:rect b="b" l="l" r="r" t="t"/>
              <a:pathLst>
                <a:path extrusionOk="0" h="5672" w="435">
                  <a:moveTo>
                    <a:pt x="1" y="1"/>
                  </a:moveTo>
                  <a:lnTo>
                    <a:pt x="1"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72"/>
            <p:cNvSpPr/>
            <p:nvPr/>
          </p:nvSpPr>
          <p:spPr>
            <a:xfrm>
              <a:off x="266875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72"/>
            <p:cNvSpPr/>
            <p:nvPr/>
          </p:nvSpPr>
          <p:spPr>
            <a:xfrm>
              <a:off x="2727950" y="4453625"/>
              <a:ext cx="10025" cy="141800"/>
            </a:xfrm>
            <a:custGeom>
              <a:rect b="b" l="l" r="r" t="t"/>
              <a:pathLst>
                <a:path extrusionOk="0" h="5672" w="401">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72"/>
            <p:cNvSpPr/>
            <p:nvPr/>
          </p:nvSpPr>
          <p:spPr>
            <a:xfrm>
              <a:off x="2786325" y="4453625"/>
              <a:ext cx="10025" cy="141800"/>
            </a:xfrm>
            <a:custGeom>
              <a:rect b="b" l="l" r="r" t="t"/>
              <a:pathLst>
                <a:path extrusionOk="0" h="5672" w="401">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72"/>
            <p:cNvSpPr/>
            <p:nvPr/>
          </p:nvSpPr>
          <p:spPr>
            <a:xfrm>
              <a:off x="2845525" y="4453625"/>
              <a:ext cx="10875" cy="141800"/>
            </a:xfrm>
            <a:custGeom>
              <a:rect b="b" l="l" r="r" t="t"/>
              <a:pathLst>
                <a:path extrusionOk="0" h="5672" w="435">
                  <a:moveTo>
                    <a:pt x="1" y="1"/>
                  </a:moveTo>
                  <a:lnTo>
                    <a:pt x="1" y="5671"/>
                  </a:lnTo>
                  <a:lnTo>
                    <a:pt x="435" y="5671"/>
                  </a:lnTo>
                  <a:lnTo>
                    <a:pt x="435"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72"/>
            <p:cNvSpPr/>
            <p:nvPr/>
          </p:nvSpPr>
          <p:spPr>
            <a:xfrm>
              <a:off x="2904750"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72"/>
            <p:cNvSpPr/>
            <p:nvPr/>
          </p:nvSpPr>
          <p:spPr>
            <a:xfrm>
              <a:off x="2963950" y="4453625"/>
              <a:ext cx="10875" cy="141800"/>
            </a:xfrm>
            <a:custGeom>
              <a:rect b="b" l="l" r="r" t="t"/>
              <a:pathLst>
                <a:path extrusionOk="0" h="5672" w="435">
                  <a:moveTo>
                    <a:pt x="1" y="1"/>
                  </a:moveTo>
                  <a:lnTo>
                    <a:pt x="1"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72"/>
            <p:cNvSpPr/>
            <p:nvPr/>
          </p:nvSpPr>
          <p:spPr>
            <a:xfrm>
              <a:off x="3024000"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72"/>
            <p:cNvSpPr/>
            <p:nvPr/>
          </p:nvSpPr>
          <p:spPr>
            <a:xfrm>
              <a:off x="3082375" y="4453625"/>
              <a:ext cx="10025" cy="141800"/>
            </a:xfrm>
            <a:custGeom>
              <a:rect b="b" l="l" r="r" t="t"/>
              <a:pathLst>
                <a:path extrusionOk="0" h="5672" w="401">
                  <a:moveTo>
                    <a:pt x="0" y="1"/>
                  </a:moveTo>
                  <a:lnTo>
                    <a:pt x="0"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72"/>
            <p:cNvSpPr/>
            <p:nvPr/>
          </p:nvSpPr>
          <p:spPr>
            <a:xfrm>
              <a:off x="3141575"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72"/>
            <p:cNvSpPr/>
            <p:nvPr/>
          </p:nvSpPr>
          <p:spPr>
            <a:xfrm>
              <a:off x="3200800" y="4453625"/>
              <a:ext cx="10850" cy="141800"/>
            </a:xfrm>
            <a:custGeom>
              <a:rect b="b" l="l" r="r" t="t"/>
              <a:pathLst>
                <a:path extrusionOk="0" h="5672" w="434">
                  <a:moveTo>
                    <a:pt x="0" y="1"/>
                  </a:moveTo>
                  <a:lnTo>
                    <a:pt x="0" y="5671"/>
                  </a:lnTo>
                  <a:lnTo>
                    <a:pt x="434" y="5671"/>
                  </a:lnTo>
                  <a:lnTo>
                    <a:pt x="434"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72"/>
            <p:cNvSpPr/>
            <p:nvPr/>
          </p:nvSpPr>
          <p:spPr>
            <a:xfrm>
              <a:off x="3260825" y="4453625"/>
              <a:ext cx="10050" cy="141800"/>
            </a:xfrm>
            <a:custGeom>
              <a:rect b="b" l="l" r="r" t="t"/>
              <a:pathLst>
                <a:path extrusionOk="0" h="5672" w="402">
                  <a:moveTo>
                    <a:pt x="1" y="1"/>
                  </a:moveTo>
                  <a:lnTo>
                    <a:pt x="1" y="5671"/>
                  </a:lnTo>
                  <a:lnTo>
                    <a:pt x="401" y="5671"/>
                  </a:lnTo>
                  <a:lnTo>
                    <a:pt x="401"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72"/>
            <p:cNvSpPr/>
            <p:nvPr/>
          </p:nvSpPr>
          <p:spPr>
            <a:xfrm>
              <a:off x="2324325" y="4619575"/>
              <a:ext cx="412825" cy="24225"/>
            </a:xfrm>
            <a:custGeom>
              <a:rect b="b" l="l" r="r" t="t"/>
              <a:pathLst>
                <a:path extrusionOk="0" h="969" w="16513">
                  <a:moveTo>
                    <a:pt x="1" y="1"/>
                  </a:moveTo>
                  <a:lnTo>
                    <a:pt x="1" y="401"/>
                  </a:lnTo>
                  <a:cubicBezTo>
                    <a:pt x="168" y="401"/>
                    <a:pt x="14544" y="701"/>
                    <a:pt x="15345" y="735"/>
                  </a:cubicBezTo>
                  <a:cubicBezTo>
                    <a:pt x="16012" y="801"/>
                    <a:pt x="16279" y="968"/>
                    <a:pt x="16279" y="968"/>
                  </a:cubicBezTo>
                  <a:lnTo>
                    <a:pt x="16513" y="635"/>
                  </a:lnTo>
                  <a:cubicBezTo>
                    <a:pt x="16479" y="568"/>
                    <a:pt x="16179" y="368"/>
                    <a:pt x="15345" y="334"/>
                  </a:cubicBezTo>
                  <a:cubicBezTo>
                    <a:pt x="14544" y="301"/>
                    <a:pt x="601" y="1"/>
                    <a:pt x="1" y="1"/>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72"/>
            <p:cNvSpPr/>
            <p:nvPr/>
          </p:nvSpPr>
          <p:spPr>
            <a:xfrm>
              <a:off x="2793825" y="4619575"/>
              <a:ext cx="529575" cy="24225"/>
            </a:xfrm>
            <a:custGeom>
              <a:rect b="b" l="l" r="r" t="t"/>
              <a:pathLst>
                <a:path extrusionOk="0" h="969" w="21183">
                  <a:moveTo>
                    <a:pt x="21183" y="1"/>
                  </a:moveTo>
                  <a:cubicBezTo>
                    <a:pt x="6439" y="1"/>
                    <a:pt x="1368" y="334"/>
                    <a:pt x="1168" y="334"/>
                  </a:cubicBezTo>
                  <a:cubicBezTo>
                    <a:pt x="334" y="368"/>
                    <a:pt x="34" y="568"/>
                    <a:pt x="1" y="635"/>
                  </a:cubicBezTo>
                  <a:lnTo>
                    <a:pt x="234" y="968"/>
                  </a:lnTo>
                  <a:cubicBezTo>
                    <a:pt x="234" y="968"/>
                    <a:pt x="434" y="801"/>
                    <a:pt x="1202" y="735"/>
                  </a:cubicBezTo>
                  <a:cubicBezTo>
                    <a:pt x="1402" y="735"/>
                    <a:pt x="6505" y="401"/>
                    <a:pt x="21183" y="401"/>
                  </a:cubicBezTo>
                  <a:lnTo>
                    <a:pt x="21183"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72"/>
            <p:cNvSpPr/>
            <p:nvPr/>
          </p:nvSpPr>
          <p:spPr>
            <a:xfrm>
              <a:off x="2168375" y="4391925"/>
              <a:ext cx="197675" cy="191000"/>
            </a:xfrm>
            <a:custGeom>
              <a:rect b="b" l="l" r="r" t="t"/>
              <a:pathLst>
                <a:path extrusionOk="0" h="7640" w="7907">
                  <a:moveTo>
                    <a:pt x="3370" y="0"/>
                  </a:moveTo>
                  <a:lnTo>
                    <a:pt x="2436" y="3403"/>
                  </a:lnTo>
                  <a:lnTo>
                    <a:pt x="1" y="4303"/>
                  </a:lnTo>
                  <a:lnTo>
                    <a:pt x="2436" y="5171"/>
                  </a:lnTo>
                  <a:lnTo>
                    <a:pt x="3370" y="7639"/>
                  </a:lnTo>
                  <a:lnTo>
                    <a:pt x="4237" y="5171"/>
                  </a:lnTo>
                  <a:lnTo>
                    <a:pt x="7907" y="4303"/>
                  </a:lnTo>
                  <a:lnTo>
                    <a:pt x="4237" y="3403"/>
                  </a:lnTo>
                  <a:lnTo>
                    <a:pt x="337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72"/>
            <p:cNvSpPr/>
            <p:nvPr/>
          </p:nvSpPr>
          <p:spPr>
            <a:xfrm>
              <a:off x="3732825" y="4581225"/>
              <a:ext cx="129300" cy="123450"/>
            </a:xfrm>
            <a:custGeom>
              <a:rect b="b" l="l" r="r" t="t"/>
              <a:pathLst>
                <a:path extrusionOk="0" h="4938" w="5172">
                  <a:moveTo>
                    <a:pt x="2203" y="0"/>
                  </a:moveTo>
                  <a:lnTo>
                    <a:pt x="1569" y="2169"/>
                  </a:lnTo>
                  <a:lnTo>
                    <a:pt x="1" y="2736"/>
                  </a:lnTo>
                  <a:lnTo>
                    <a:pt x="1569" y="3336"/>
                  </a:lnTo>
                  <a:lnTo>
                    <a:pt x="2203" y="4937"/>
                  </a:lnTo>
                  <a:lnTo>
                    <a:pt x="2803" y="3336"/>
                  </a:lnTo>
                  <a:lnTo>
                    <a:pt x="5171" y="2736"/>
                  </a:lnTo>
                  <a:lnTo>
                    <a:pt x="2803" y="2169"/>
                  </a:lnTo>
                  <a:lnTo>
                    <a:pt x="220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72"/>
            <p:cNvSpPr/>
            <p:nvPr/>
          </p:nvSpPr>
          <p:spPr>
            <a:xfrm>
              <a:off x="2074975" y="4577050"/>
              <a:ext cx="91775" cy="88425"/>
            </a:xfrm>
            <a:custGeom>
              <a:rect b="b" l="l" r="r" t="t"/>
              <a:pathLst>
                <a:path extrusionOk="0" h="3537" w="3671">
                  <a:moveTo>
                    <a:pt x="1569" y="1"/>
                  </a:moveTo>
                  <a:lnTo>
                    <a:pt x="1135" y="1535"/>
                  </a:lnTo>
                  <a:lnTo>
                    <a:pt x="1" y="1935"/>
                  </a:lnTo>
                  <a:lnTo>
                    <a:pt x="1135" y="2402"/>
                  </a:lnTo>
                  <a:lnTo>
                    <a:pt x="1569" y="3536"/>
                  </a:lnTo>
                  <a:lnTo>
                    <a:pt x="1969" y="2402"/>
                  </a:lnTo>
                  <a:lnTo>
                    <a:pt x="3670" y="1935"/>
                  </a:lnTo>
                  <a:lnTo>
                    <a:pt x="1969" y="1535"/>
                  </a:lnTo>
                  <a:lnTo>
                    <a:pt x="156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72"/>
            <p:cNvSpPr/>
            <p:nvPr/>
          </p:nvSpPr>
          <p:spPr>
            <a:xfrm>
              <a:off x="2923100" y="2111125"/>
              <a:ext cx="1785450" cy="594600"/>
            </a:xfrm>
            <a:custGeom>
              <a:rect b="b" l="l" r="r" t="t"/>
              <a:pathLst>
                <a:path extrusionOk="0" h="23784" w="71418">
                  <a:moveTo>
                    <a:pt x="71118" y="0"/>
                  </a:moveTo>
                  <a:lnTo>
                    <a:pt x="63012" y="8173"/>
                  </a:lnTo>
                  <a:lnTo>
                    <a:pt x="60710" y="14611"/>
                  </a:lnTo>
                  <a:lnTo>
                    <a:pt x="53905" y="16279"/>
                  </a:lnTo>
                  <a:lnTo>
                    <a:pt x="46967" y="3603"/>
                  </a:lnTo>
                  <a:lnTo>
                    <a:pt x="39028" y="11675"/>
                  </a:lnTo>
                  <a:lnTo>
                    <a:pt x="22550" y="11675"/>
                  </a:lnTo>
                  <a:lnTo>
                    <a:pt x="20014" y="19014"/>
                  </a:lnTo>
                  <a:lnTo>
                    <a:pt x="7506" y="16279"/>
                  </a:lnTo>
                  <a:lnTo>
                    <a:pt x="0" y="23450"/>
                  </a:lnTo>
                  <a:lnTo>
                    <a:pt x="267" y="23784"/>
                  </a:lnTo>
                  <a:lnTo>
                    <a:pt x="7606" y="16746"/>
                  </a:lnTo>
                  <a:lnTo>
                    <a:pt x="20248" y="19481"/>
                  </a:lnTo>
                  <a:lnTo>
                    <a:pt x="22850" y="12109"/>
                  </a:lnTo>
                  <a:lnTo>
                    <a:pt x="39195" y="12109"/>
                  </a:lnTo>
                  <a:lnTo>
                    <a:pt x="46900" y="4303"/>
                  </a:lnTo>
                  <a:lnTo>
                    <a:pt x="53638" y="16779"/>
                  </a:lnTo>
                  <a:lnTo>
                    <a:pt x="60977" y="14944"/>
                  </a:lnTo>
                  <a:lnTo>
                    <a:pt x="63312" y="8473"/>
                  </a:lnTo>
                  <a:lnTo>
                    <a:pt x="71418" y="301"/>
                  </a:lnTo>
                  <a:lnTo>
                    <a:pt x="71118"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72"/>
            <p:cNvSpPr/>
            <p:nvPr/>
          </p:nvSpPr>
          <p:spPr>
            <a:xfrm>
              <a:off x="4647650" y="2108625"/>
              <a:ext cx="65900" cy="64225"/>
            </a:xfrm>
            <a:custGeom>
              <a:rect b="b" l="l" r="r" t="t"/>
              <a:pathLst>
                <a:path extrusionOk="0" h="2569" w="2636">
                  <a:moveTo>
                    <a:pt x="1" y="0"/>
                  </a:moveTo>
                  <a:lnTo>
                    <a:pt x="1" y="401"/>
                  </a:lnTo>
                  <a:lnTo>
                    <a:pt x="2236" y="401"/>
                  </a:lnTo>
                  <a:lnTo>
                    <a:pt x="2236" y="2569"/>
                  </a:lnTo>
                  <a:lnTo>
                    <a:pt x="2636" y="2569"/>
                  </a:lnTo>
                  <a:lnTo>
                    <a:pt x="263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72"/>
            <p:cNvSpPr/>
            <p:nvPr/>
          </p:nvSpPr>
          <p:spPr>
            <a:xfrm>
              <a:off x="3011500" y="4012275"/>
              <a:ext cx="700525" cy="231175"/>
            </a:xfrm>
            <a:custGeom>
              <a:rect b="b" l="l" r="r" t="t"/>
              <a:pathLst>
                <a:path extrusionOk="0" h="9247" w="28021">
                  <a:moveTo>
                    <a:pt x="14231" y="0"/>
                  </a:moveTo>
                  <a:cubicBezTo>
                    <a:pt x="8273" y="0"/>
                    <a:pt x="2252" y="159"/>
                    <a:pt x="1501" y="476"/>
                  </a:cubicBezTo>
                  <a:cubicBezTo>
                    <a:pt x="0" y="1110"/>
                    <a:pt x="167" y="7981"/>
                    <a:pt x="1501" y="8782"/>
                  </a:cubicBezTo>
                  <a:cubicBezTo>
                    <a:pt x="2046" y="9109"/>
                    <a:pt x="7291" y="9247"/>
                    <a:pt x="12849" y="9247"/>
                  </a:cubicBezTo>
                  <a:cubicBezTo>
                    <a:pt x="19201" y="9247"/>
                    <a:pt x="25963" y="9066"/>
                    <a:pt x="26586" y="8782"/>
                  </a:cubicBezTo>
                  <a:cubicBezTo>
                    <a:pt x="28020" y="8115"/>
                    <a:pt x="27887" y="1276"/>
                    <a:pt x="26586" y="476"/>
                  </a:cubicBezTo>
                  <a:cubicBezTo>
                    <a:pt x="26085" y="159"/>
                    <a:pt x="20189" y="0"/>
                    <a:pt x="14231"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72"/>
            <p:cNvSpPr/>
            <p:nvPr/>
          </p:nvSpPr>
          <p:spPr>
            <a:xfrm>
              <a:off x="3222475" y="4077525"/>
              <a:ext cx="68400" cy="95925"/>
            </a:xfrm>
            <a:custGeom>
              <a:rect b="b" l="l" r="r" t="t"/>
              <a:pathLst>
                <a:path extrusionOk="0" h="3837" w="2736">
                  <a:moveTo>
                    <a:pt x="1301" y="434"/>
                  </a:moveTo>
                  <a:cubicBezTo>
                    <a:pt x="1535" y="434"/>
                    <a:pt x="1735" y="501"/>
                    <a:pt x="1868" y="568"/>
                  </a:cubicBezTo>
                  <a:cubicBezTo>
                    <a:pt x="1968" y="668"/>
                    <a:pt x="2035" y="835"/>
                    <a:pt x="2035" y="1001"/>
                  </a:cubicBezTo>
                  <a:cubicBezTo>
                    <a:pt x="2035" y="1201"/>
                    <a:pt x="1968" y="1368"/>
                    <a:pt x="1868" y="1435"/>
                  </a:cubicBezTo>
                  <a:cubicBezTo>
                    <a:pt x="1735" y="1535"/>
                    <a:pt x="1535" y="1602"/>
                    <a:pt x="1301" y="1602"/>
                  </a:cubicBezTo>
                  <a:lnTo>
                    <a:pt x="534" y="1602"/>
                  </a:lnTo>
                  <a:lnTo>
                    <a:pt x="534" y="434"/>
                  </a:lnTo>
                  <a:close/>
                  <a:moveTo>
                    <a:pt x="1368" y="2002"/>
                  </a:moveTo>
                  <a:cubicBezTo>
                    <a:pt x="1635" y="2002"/>
                    <a:pt x="1835" y="2069"/>
                    <a:pt x="1968" y="2169"/>
                  </a:cubicBezTo>
                  <a:cubicBezTo>
                    <a:pt x="2102" y="2302"/>
                    <a:pt x="2169" y="2469"/>
                    <a:pt x="2169" y="2703"/>
                  </a:cubicBezTo>
                  <a:cubicBezTo>
                    <a:pt x="2169" y="2936"/>
                    <a:pt x="2102" y="3103"/>
                    <a:pt x="1968" y="3236"/>
                  </a:cubicBezTo>
                  <a:cubicBezTo>
                    <a:pt x="1835" y="3336"/>
                    <a:pt x="1635" y="3403"/>
                    <a:pt x="1368" y="3403"/>
                  </a:cubicBezTo>
                  <a:lnTo>
                    <a:pt x="534" y="3403"/>
                  </a:lnTo>
                  <a:lnTo>
                    <a:pt x="534" y="2002"/>
                  </a:lnTo>
                  <a:close/>
                  <a:moveTo>
                    <a:pt x="0" y="1"/>
                  </a:moveTo>
                  <a:lnTo>
                    <a:pt x="0" y="3837"/>
                  </a:lnTo>
                  <a:lnTo>
                    <a:pt x="1401" y="3837"/>
                  </a:lnTo>
                  <a:cubicBezTo>
                    <a:pt x="1802" y="3837"/>
                    <a:pt x="2135" y="3737"/>
                    <a:pt x="2369" y="3536"/>
                  </a:cubicBezTo>
                  <a:cubicBezTo>
                    <a:pt x="2602" y="3370"/>
                    <a:pt x="2736" y="3103"/>
                    <a:pt x="2736" y="2769"/>
                  </a:cubicBezTo>
                  <a:cubicBezTo>
                    <a:pt x="2736" y="2502"/>
                    <a:pt x="2669" y="2302"/>
                    <a:pt x="2502" y="2102"/>
                  </a:cubicBezTo>
                  <a:cubicBezTo>
                    <a:pt x="2369" y="1935"/>
                    <a:pt x="2169" y="1835"/>
                    <a:pt x="1935" y="1769"/>
                  </a:cubicBezTo>
                  <a:cubicBezTo>
                    <a:pt x="2135" y="1735"/>
                    <a:pt x="2302" y="1668"/>
                    <a:pt x="2402" y="1502"/>
                  </a:cubicBezTo>
                  <a:cubicBezTo>
                    <a:pt x="2502" y="1368"/>
                    <a:pt x="2569" y="1201"/>
                    <a:pt x="2569" y="968"/>
                  </a:cubicBezTo>
                  <a:cubicBezTo>
                    <a:pt x="2569" y="668"/>
                    <a:pt x="2469" y="434"/>
                    <a:pt x="2235" y="267"/>
                  </a:cubicBezTo>
                  <a:cubicBezTo>
                    <a:pt x="2035" y="101"/>
                    <a:pt x="1735" y="1"/>
                    <a:pt x="1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72"/>
            <p:cNvSpPr/>
            <p:nvPr/>
          </p:nvSpPr>
          <p:spPr>
            <a:xfrm>
              <a:off x="3310875" y="4077525"/>
              <a:ext cx="73400" cy="97600"/>
            </a:xfrm>
            <a:custGeom>
              <a:rect b="b" l="l" r="r" t="t"/>
              <a:pathLst>
                <a:path extrusionOk="0" h="3904" w="2936">
                  <a:moveTo>
                    <a:pt x="0" y="1"/>
                  </a:moveTo>
                  <a:lnTo>
                    <a:pt x="0" y="2402"/>
                  </a:lnTo>
                  <a:cubicBezTo>
                    <a:pt x="0" y="2903"/>
                    <a:pt x="134" y="3270"/>
                    <a:pt x="367" y="3536"/>
                  </a:cubicBezTo>
                  <a:cubicBezTo>
                    <a:pt x="634" y="3770"/>
                    <a:pt x="1001" y="3903"/>
                    <a:pt x="1468" y="3903"/>
                  </a:cubicBezTo>
                  <a:cubicBezTo>
                    <a:pt x="1968" y="3903"/>
                    <a:pt x="2335" y="3770"/>
                    <a:pt x="2569" y="3536"/>
                  </a:cubicBezTo>
                  <a:cubicBezTo>
                    <a:pt x="2802" y="3270"/>
                    <a:pt x="2936" y="2903"/>
                    <a:pt x="2936" y="2402"/>
                  </a:cubicBezTo>
                  <a:lnTo>
                    <a:pt x="2936" y="1"/>
                  </a:lnTo>
                  <a:lnTo>
                    <a:pt x="2402" y="1"/>
                  </a:lnTo>
                  <a:lnTo>
                    <a:pt x="2402" y="2336"/>
                  </a:lnTo>
                  <a:cubicBezTo>
                    <a:pt x="2402" y="2736"/>
                    <a:pt x="2335" y="3036"/>
                    <a:pt x="2202" y="3203"/>
                  </a:cubicBezTo>
                  <a:cubicBezTo>
                    <a:pt x="2035" y="3403"/>
                    <a:pt x="1802" y="3470"/>
                    <a:pt x="1468" y="3470"/>
                  </a:cubicBezTo>
                  <a:cubicBezTo>
                    <a:pt x="1134" y="3470"/>
                    <a:pt x="901" y="3403"/>
                    <a:pt x="767" y="3203"/>
                  </a:cubicBezTo>
                  <a:cubicBezTo>
                    <a:pt x="601" y="3036"/>
                    <a:pt x="534" y="2736"/>
                    <a:pt x="534" y="2336"/>
                  </a:cubicBezTo>
                  <a:lnTo>
                    <a:pt x="5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72"/>
            <p:cNvSpPr/>
            <p:nvPr/>
          </p:nvSpPr>
          <p:spPr>
            <a:xfrm>
              <a:off x="3395100" y="4077525"/>
              <a:ext cx="80900" cy="95925"/>
            </a:xfrm>
            <a:custGeom>
              <a:rect b="b" l="l" r="r" t="t"/>
              <a:pathLst>
                <a:path extrusionOk="0" h="3837" w="3236">
                  <a:moveTo>
                    <a:pt x="0" y="1"/>
                  </a:moveTo>
                  <a:lnTo>
                    <a:pt x="1368" y="2002"/>
                  </a:lnTo>
                  <a:lnTo>
                    <a:pt x="1368" y="3837"/>
                  </a:lnTo>
                  <a:lnTo>
                    <a:pt x="1868" y="3837"/>
                  </a:lnTo>
                  <a:lnTo>
                    <a:pt x="1868" y="2002"/>
                  </a:lnTo>
                  <a:lnTo>
                    <a:pt x="3236" y="1"/>
                  </a:lnTo>
                  <a:lnTo>
                    <a:pt x="2669" y="1"/>
                  </a:lnTo>
                  <a:lnTo>
                    <a:pt x="1635" y="1568"/>
                  </a:lnTo>
                  <a:lnTo>
                    <a:pt x="56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72"/>
            <p:cNvSpPr/>
            <p:nvPr/>
          </p:nvSpPr>
          <p:spPr>
            <a:xfrm>
              <a:off x="3917975" y="4012275"/>
              <a:ext cx="700525" cy="231175"/>
            </a:xfrm>
            <a:custGeom>
              <a:rect b="b" l="l" r="r" t="t"/>
              <a:pathLst>
                <a:path extrusionOk="0" h="9247" w="28021">
                  <a:moveTo>
                    <a:pt x="14248" y="0"/>
                  </a:moveTo>
                  <a:cubicBezTo>
                    <a:pt x="8281" y="0"/>
                    <a:pt x="2252" y="159"/>
                    <a:pt x="1501" y="476"/>
                  </a:cubicBezTo>
                  <a:cubicBezTo>
                    <a:pt x="0" y="1110"/>
                    <a:pt x="167" y="7981"/>
                    <a:pt x="1501" y="8782"/>
                  </a:cubicBezTo>
                  <a:cubicBezTo>
                    <a:pt x="2046" y="9109"/>
                    <a:pt x="7298" y="9247"/>
                    <a:pt x="12864" y="9247"/>
                  </a:cubicBezTo>
                  <a:cubicBezTo>
                    <a:pt x="19226" y="9247"/>
                    <a:pt x="25997" y="9066"/>
                    <a:pt x="26619" y="8782"/>
                  </a:cubicBezTo>
                  <a:cubicBezTo>
                    <a:pt x="28020" y="8115"/>
                    <a:pt x="27920" y="1276"/>
                    <a:pt x="26619" y="476"/>
                  </a:cubicBezTo>
                  <a:cubicBezTo>
                    <a:pt x="26119" y="159"/>
                    <a:pt x="20215" y="0"/>
                    <a:pt x="14248"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72"/>
            <p:cNvSpPr/>
            <p:nvPr/>
          </p:nvSpPr>
          <p:spPr>
            <a:xfrm>
              <a:off x="4104775" y="4075850"/>
              <a:ext cx="67575" cy="99275"/>
            </a:xfrm>
            <a:custGeom>
              <a:rect b="b" l="l" r="r" t="t"/>
              <a:pathLst>
                <a:path extrusionOk="0" h="3971" w="2703">
                  <a:moveTo>
                    <a:pt x="1368" y="1"/>
                  </a:moveTo>
                  <a:cubicBezTo>
                    <a:pt x="934" y="1"/>
                    <a:pt x="601" y="101"/>
                    <a:pt x="367" y="301"/>
                  </a:cubicBezTo>
                  <a:cubicBezTo>
                    <a:pt x="134" y="501"/>
                    <a:pt x="0" y="768"/>
                    <a:pt x="0" y="1102"/>
                  </a:cubicBezTo>
                  <a:cubicBezTo>
                    <a:pt x="0" y="1402"/>
                    <a:pt x="100" y="1635"/>
                    <a:pt x="267" y="1769"/>
                  </a:cubicBezTo>
                  <a:cubicBezTo>
                    <a:pt x="434" y="1936"/>
                    <a:pt x="734" y="2069"/>
                    <a:pt x="1101" y="2136"/>
                  </a:cubicBezTo>
                  <a:lnTo>
                    <a:pt x="1435" y="2202"/>
                  </a:lnTo>
                  <a:cubicBezTo>
                    <a:pt x="1668" y="2269"/>
                    <a:pt x="1868" y="2336"/>
                    <a:pt x="2002" y="2436"/>
                  </a:cubicBezTo>
                  <a:cubicBezTo>
                    <a:pt x="2102" y="2536"/>
                    <a:pt x="2168" y="2703"/>
                    <a:pt x="2168" y="2870"/>
                  </a:cubicBezTo>
                  <a:cubicBezTo>
                    <a:pt x="2168" y="3103"/>
                    <a:pt x="2068" y="3270"/>
                    <a:pt x="1935" y="3370"/>
                  </a:cubicBezTo>
                  <a:cubicBezTo>
                    <a:pt x="1768" y="3503"/>
                    <a:pt x="1535" y="3537"/>
                    <a:pt x="1234" y="3537"/>
                  </a:cubicBezTo>
                  <a:cubicBezTo>
                    <a:pt x="1034" y="3537"/>
                    <a:pt x="834" y="3537"/>
                    <a:pt x="634" y="3470"/>
                  </a:cubicBezTo>
                  <a:cubicBezTo>
                    <a:pt x="434" y="3403"/>
                    <a:pt x="234" y="3303"/>
                    <a:pt x="34" y="3203"/>
                  </a:cubicBezTo>
                  <a:lnTo>
                    <a:pt x="34" y="3737"/>
                  </a:lnTo>
                  <a:cubicBezTo>
                    <a:pt x="234" y="3804"/>
                    <a:pt x="467" y="3870"/>
                    <a:pt x="667" y="3904"/>
                  </a:cubicBezTo>
                  <a:cubicBezTo>
                    <a:pt x="868" y="3937"/>
                    <a:pt x="1068" y="3970"/>
                    <a:pt x="1234" y="3970"/>
                  </a:cubicBezTo>
                  <a:cubicBezTo>
                    <a:pt x="1701" y="3970"/>
                    <a:pt x="2068" y="3870"/>
                    <a:pt x="2335" y="3670"/>
                  </a:cubicBezTo>
                  <a:cubicBezTo>
                    <a:pt x="2569" y="3503"/>
                    <a:pt x="2702" y="3203"/>
                    <a:pt x="2702" y="2836"/>
                  </a:cubicBezTo>
                  <a:cubicBezTo>
                    <a:pt x="2702" y="2536"/>
                    <a:pt x="2602" y="2303"/>
                    <a:pt x="2435" y="2102"/>
                  </a:cubicBezTo>
                  <a:cubicBezTo>
                    <a:pt x="2235" y="1902"/>
                    <a:pt x="1968" y="1802"/>
                    <a:pt x="1568" y="1702"/>
                  </a:cubicBezTo>
                  <a:lnTo>
                    <a:pt x="1268" y="1635"/>
                  </a:lnTo>
                  <a:cubicBezTo>
                    <a:pt x="968" y="1602"/>
                    <a:pt x="801" y="1535"/>
                    <a:pt x="667" y="1435"/>
                  </a:cubicBezTo>
                  <a:cubicBezTo>
                    <a:pt x="567" y="1369"/>
                    <a:pt x="534" y="1235"/>
                    <a:pt x="534" y="1068"/>
                  </a:cubicBezTo>
                  <a:cubicBezTo>
                    <a:pt x="534" y="868"/>
                    <a:pt x="601" y="701"/>
                    <a:pt x="767" y="601"/>
                  </a:cubicBezTo>
                  <a:cubicBezTo>
                    <a:pt x="901" y="468"/>
                    <a:pt x="1134" y="435"/>
                    <a:pt x="1401" y="435"/>
                  </a:cubicBezTo>
                  <a:cubicBezTo>
                    <a:pt x="1568" y="435"/>
                    <a:pt x="1735" y="468"/>
                    <a:pt x="1902" y="501"/>
                  </a:cubicBezTo>
                  <a:cubicBezTo>
                    <a:pt x="2102" y="535"/>
                    <a:pt x="2269" y="601"/>
                    <a:pt x="2469" y="701"/>
                  </a:cubicBezTo>
                  <a:lnTo>
                    <a:pt x="2469" y="201"/>
                  </a:lnTo>
                  <a:cubicBezTo>
                    <a:pt x="2269" y="134"/>
                    <a:pt x="2102" y="101"/>
                    <a:pt x="1902" y="68"/>
                  </a:cubicBezTo>
                  <a:cubicBezTo>
                    <a:pt x="1701" y="34"/>
                    <a:pt x="1535" y="1"/>
                    <a:pt x="13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72"/>
            <p:cNvSpPr/>
            <p:nvPr/>
          </p:nvSpPr>
          <p:spPr>
            <a:xfrm>
              <a:off x="4192325" y="4077525"/>
              <a:ext cx="61750" cy="95925"/>
            </a:xfrm>
            <a:custGeom>
              <a:rect b="b" l="l" r="r" t="t"/>
              <a:pathLst>
                <a:path extrusionOk="0" h="3837" w="2470">
                  <a:moveTo>
                    <a:pt x="1" y="1"/>
                  </a:moveTo>
                  <a:lnTo>
                    <a:pt x="1" y="3837"/>
                  </a:lnTo>
                  <a:lnTo>
                    <a:pt x="2469" y="3837"/>
                  </a:lnTo>
                  <a:lnTo>
                    <a:pt x="2469" y="3403"/>
                  </a:lnTo>
                  <a:lnTo>
                    <a:pt x="534" y="3403"/>
                  </a:lnTo>
                  <a:lnTo>
                    <a:pt x="534" y="2002"/>
                  </a:lnTo>
                  <a:lnTo>
                    <a:pt x="2336" y="2002"/>
                  </a:lnTo>
                  <a:lnTo>
                    <a:pt x="2336" y="1568"/>
                  </a:lnTo>
                  <a:lnTo>
                    <a:pt x="534" y="1568"/>
                  </a:lnTo>
                  <a:lnTo>
                    <a:pt x="534" y="434"/>
                  </a:lnTo>
                  <a:lnTo>
                    <a:pt x="2436" y="434"/>
                  </a:lnTo>
                  <a:lnTo>
                    <a:pt x="243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72"/>
            <p:cNvSpPr/>
            <p:nvPr/>
          </p:nvSpPr>
          <p:spPr>
            <a:xfrm>
              <a:off x="4274900" y="4077525"/>
              <a:ext cx="60050" cy="95925"/>
            </a:xfrm>
            <a:custGeom>
              <a:rect b="b" l="l" r="r" t="t"/>
              <a:pathLst>
                <a:path extrusionOk="0" h="3837" w="2402">
                  <a:moveTo>
                    <a:pt x="0" y="1"/>
                  </a:moveTo>
                  <a:lnTo>
                    <a:pt x="0" y="3837"/>
                  </a:lnTo>
                  <a:lnTo>
                    <a:pt x="2402" y="3837"/>
                  </a:lnTo>
                  <a:lnTo>
                    <a:pt x="2402" y="3403"/>
                  </a:lnTo>
                  <a:lnTo>
                    <a:pt x="534" y="3403"/>
                  </a:lnTo>
                  <a:lnTo>
                    <a:pt x="5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72"/>
            <p:cNvSpPr/>
            <p:nvPr/>
          </p:nvSpPr>
          <p:spPr>
            <a:xfrm>
              <a:off x="4348275" y="4077525"/>
              <a:ext cx="59225" cy="95925"/>
            </a:xfrm>
            <a:custGeom>
              <a:rect b="b" l="l" r="r" t="t"/>
              <a:pathLst>
                <a:path extrusionOk="0" h="3837" w="2369">
                  <a:moveTo>
                    <a:pt x="1" y="1"/>
                  </a:moveTo>
                  <a:lnTo>
                    <a:pt x="1" y="3837"/>
                  </a:lnTo>
                  <a:lnTo>
                    <a:pt x="2369" y="3837"/>
                  </a:lnTo>
                  <a:lnTo>
                    <a:pt x="2369" y="3403"/>
                  </a:lnTo>
                  <a:lnTo>
                    <a:pt x="501" y="3403"/>
                  </a:lnTo>
                  <a:lnTo>
                    <a:pt x="50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72"/>
            <p:cNvSpPr/>
            <p:nvPr/>
          </p:nvSpPr>
          <p:spPr>
            <a:xfrm>
              <a:off x="3078200" y="1610175"/>
              <a:ext cx="1471075" cy="463425"/>
            </a:xfrm>
            <a:custGeom>
              <a:rect b="b" l="l" r="r" t="t"/>
              <a:pathLst>
                <a:path extrusionOk="0" h="18537" w="58843">
                  <a:moveTo>
                    <a:pt x="23956" y="0"/>
                  </a:moveTo>
                  <a:cubicBezTo>
                    <a:pt x="11824" y="0"/>
                    <a:pt x="1066" y="98"/>
                    <a:pt x="734" y="358"/>
                  </a:cubicBezTo>
                  <a:cubicBezTo>
                    <a:pt x="1" y="991"/>
                    <a:pt x="401" y="17970"/>
                    <a:pt x="734" y="18270"/>
                  </a:cubicBezTo>
                  <a:cubicBezTo>
                    <a:pt x="920" y="18419"/>
                    <a:pt x="18649" y="18537"/>
                    <a:pt x="34395" y="18537"/>
                  </a:cubicBezTo>
                  <a:cubicBezTo>
                    <a:pt x="46908" y="18537"/>
                    <a:pt x="58169" y="18462"/>
                    <a:pt x="58376" y="18270"/>
                  </a:cubicBezTo>
                  <a:cubicBezTo>
                    <a:pt x="58843" y="17803"/>
                    <a:pt x="58743" y="658"/>
                    <a:pt x="58376" y="358"/>
                  </a:cubicBezTo>
                  <a:cubicBezTo>
                    <a:pt x="58167" y="168"/>
                    <a:pt x="39878" y="0"/>
                    <a:pt x="23956" y="0"/>
                  </a:cubicBezTo>
                  <a:close/>
                </a:path>
              </a:pathLst>
            </a:custGeom>
            <a:solidFill>
              <a:srgbClr val="476B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72"/>
            <p:cNvSpPr/>
            <p:nvPr/>
          </p:nvSpPr>
          <p:spPr>
            <a:xfrm>
              <a:off x="3287525" y="1302175"/>
              <a:ext cx="1114150" cy="539600"/>
            </a:xfrm>
            <a:custGeom>
              <a:rect b="b" l="l" r="r" t="t"/>
              <a:pathLst>
                <a:path extrusionOk="0" h="21584" w="44566">
                  <a:moveTo>
                    <a:pt x="22046" y="1"/>
                  </a:moveTo>
                  <a:cubicBezTo>
                    <a:pt x="12861" y="1"/>
                    <a:pt x="3844" y="4721"/>
                    <a:pt x="968" y="14512"/>
                  </a:cubicBezTo>
                  <a:cubicBezTo>
                    <a:pt x="267" y="16847"/>
                    <a:pt x="0" y="19282"/>
                    <a:pt x="134" y="21584"/>
                  </a:cubicBezTo>
                  <a:lnTo>
                    <a:pt x="44499" y="21584"/>
                  </a:lnTo>
                  <a:cubicBezTo>
                    <a:pt x="44565" y="18849"/>
                    <a:pt x="44198" y="16113"/>
                    <a:pt x="43298" y="13578"/>
                  </a:cubicBezTo>
                  <a:cubicBezTo>
                    <a:pt x="41897" y="9575"/>
                    <a:pt x="39362" y="6073"/>
                    <a:pt x="35659" y="3771"/>
                  </a:cubicBezTo>
                  <a:cubicBezTo>
                    <a:pt x="31634" y="1274"/>
                    <a:pt x="26817" y="1"/>
                    <a:pt x="22046"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72"/>
            <p:cNvSpPr/>
            <p:nvPr/>
          </p:nvSpPr>
          <p:spPr>
            <a:xfrm>
              <a:off x="3801225" y="1301175"/>
              <a:ext cx="158475" cy="50250"/>
            </a:xfrm>
            <a:custGeom>
              <a:rect b="b" l="l" r="r" t="t"/>
              <a:pathLst>
                <a:path extrusionOk="0" h="2010" w="6339">
                  <a:moveTo>
                    <a:pt x="1615" y="1"/>
                  </a:moveTo>
                  <a:cubicBezTo>
                    <a:pt x="1376" y="1"/>
                    <a:pt x="1138" y="3"/>
                    <a:pt x="901" y="8"/>
                  </a:cubicBezTo>
                  <a:cubicBezTo>
                    <a:pt x="401" y="8"/>
                    <a:pt x="0" y="442"/>
                    <a:pt x="67" y="876"/>
                  </a:cubicBezTo>
                  <a:cubicBezTo>
                    <a:pt x="67" y="1355"/>
                    <a:pt x="434" y="1712"/>
                    <a:pt x="875" y="1712"/>
                  </a:cubicBezTo>
                  <a:cubicBezTo>
                    <a:pt x="895" y="1712"/>
                    <a:pt x="915" y="1711"/>
                    <a:pt x="934" y="1710"/>
                  </a:cubicBezTo>
                  <a:cubicBezTo>
                    <a:pt x="1161" y="1705"/>
                    <a:pt x="1388" y="1702"/>
                    <a:pt x="1613" y="1702"/>
                  </a:cubicBezTo>
                  <a:cubicBezTo>
                    <a:pt x="2847" y="1702"/>
                    <a:pt x="4063" y="1784"/>
                    <a:pt x="5304" y="2010"/>
                  </a:cubicBezTo>
                  <a:lnTo>
                    <a:pt x="5437" y="2010"/>
                  </a:lnTo>
                  <a:cubicBezTo>
                    <a:pt x="5838" y="2010"/>
                    <a:pt x="6238" y="1710"/>
                    <a:pt x="6305" y="1276"/>
                  </a:cubicBezTo>
                  <a:cubicBezTo>
                    <a:pt x="6338" y="842"/>
                    <a:pt x="6005" y="375"/>
                    <a:pt x="5571" y="309"/>
                  </a:cubicBezTo>
                  <a:cubicBezTo>
                    <a:pt x="4246" y="83"/>
                    <a:pt x="2920" y="1"/>
                    <a:pt x="1615" y="1"/>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72"/>
            <p:cNvSpPr/>
            <p:nvPr/>
          </p:nvSpPr>
          <p:spPr>
            <a:xfrm>
              <a:off x="4046400" y="1345800"/>
              <a:ext cx="354450" cy="496825"/>
            </a:xfrm>
            <a:custGeom>
              <a:rect b="b" l="l" r="r" t="t"/>
              <a:pathLst>
                <a:path extrusionOk="0" h="19873" w="14178">
                  <a:moveTo>
                    <a:pt x="971" y="0"/>
                  </a:moveTo>
                  <a:cubicBezTo>
                    <a:pt x="618" y="0"/>
                    <a:pt x="295" y="201"/>
                    <a:pt x="167" y="558"/>
                  </a:cubicBezTo>
                  <a:cubicBezTo>
                    <a:pt x="0" y="992"/>
                    <a:pt x="267" y="1492"/>
                    <a:pt x="667" y="1659"/>
                  </a:cubicBezTo>
                  <a:cubicBezTo>
                    <a:pt x="1968" y="2160"/>
                    <a:pt x="3169" y="2760"/>
                    <a:pt x="4303" y="3494"/>
                  </a:cubicBezTo>
                  <a:cubicBezTo>
                    <a:pt x="7506" y="5495"/>
                    <a:pt x="9941" y="8564"/>
                    <a:pt x="11275" y="12434"/>
                  </a:cubicBezTo>
                  <a:cubicBezTo>
                    <a:pt x="12109" y="14835"/>
                    <a:pt x="12442" y="17370"/>
                    <a:pt x="12342" y="19872"/>
                  </a:cubicBezTo>
                  <a:lnTo>
                    <a:pt x="14110" y="19872"/>
                  </a:lnTo>
                  <a:cubicBezTo>
                    <a:pt x="14177" y="17204"/>
                    <a:pt x="13810" y="14435"/>
                    <a:pt x="12876" y="11867"/>
                  </a:cubicBezTo>
                  <a:cubicBezTo>
                    <a:pt x="11442" y="7597"/>
                    <a:pt x="8773" y="4194"/>
                    <a:pt x="5204" y="2026"/>
                  </a:cubicBezTo>
                  <a:cubicBezTo>
                    <a:pt x="4003" y="1259"/>
                    <a:pt x="2669" y="592"/>
                    <a:pt x="1301" y="58"/>
                  </a:cubicBezTo>
                  <a:cubicBezTo>
                    <a:pt x="1192" y="19"/>
                    <a:pt x="1080" y="0"/>
                    <a:pt x="971" y="0"/>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72"/>
            <p:cNvSpPr/>
            <p:nvPr/>
          </p:nvSpPr>
          <p:spPr>
            <a:xfrm>
              <a:off x="3420950" y="1426950"/>
              <a:ext cx="848125" cy="414825"/>
            </a:xfrm>
            <a:custGeom>
              <a:rect b="b" l="l" r="r" t="t"/>
              <a:pathLst>
                <a:path extrusionOk="0" h="16593" w="33925">
                  <a:moveTo>
                    <a:pt x="16808" y="1"/>
                  </a:moveTo>
                  <a:cubicBezTo>
                    <a:pt x="9800" y="1"/>
                    <a:pt x="2922" y="3592"/>
                    <a:pt x="768" y="11022"/>
                  </a:cubicBezTo>
                  <a:cubicBezTo>
                    <a:pt x="201" y="12857"/>
                    <a:pt x="0" y="14758"/>
                    <a:pt x="134" y="16526"/>
                  </a:cubicBezTo>
                  <a:lnTo>
                    <a:pt x="33858" y="16526"/>
                  </a:lnTo>
                  <a:lnTo>
                    <a:pt x="33858" y="16593"/>
                  </a:lnTo>
                  <a:cubicBezTo>
                    <a:pt x="33925" y="14458"/>
                    <a:pt x="33658" y="12323"/>
                    <a:pt x="32957" y="10322"/>
                  </a:cubicBezTo>
                  <a:cubicBezTo>
                    <a:pt x="31890" y="7286"/>
                    <a:pt x="29955" y="4618"/>
                    <a:pt x="27153" y="2850"/>
                  </a:cubicBezTo>
                  <a:cubicBezTo>
                    <a:pt x="24094" y="962"/>
                    <a:pt x="20433" y="1"/>
                    <a:pt x="16808" y="1"/>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72"/>
            <p:cNvSpPr/>
            <p:nvPr/>
          </p:nvSpPr>
          <p:spPr>
            <a:xfrm>
              <a:off x="3838750" y="1129575"/>
              <a:ext cx="10850" cy="82600"/>
            </a:xfrm>
            <a:custGeom>
              <a:rect b="b" l="l" r="r" t="t"/>
              <a:pathLst>
                <a:path extrusionOk="0" h="3304" w="434">
                  <a:moveTo>
                    <a:pt x="0" y="1"/>
                  </a:moveTo>
                  <a:lnTo>
                    <a:pt x="0" y="3303"/>
                  </a:lnTo>
                  <a:lnTo>
                    <a:pt x="434" y="3303"/>
                  </a:lnTo>
                  <a:lnTo>
                    <a:pt x="434"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72"/>
            <p:cNvSpPr/>
            <p:nvPr/>
          </p:nvSpPr>
          <p:spPr>
            <a:xfrm>
              <a:off x="3783700" y="1170450"/>
              <a:ext cx="10875" cy="81750"/>
            </a:xfrm>
            <a:custGeom>
              <a:rect b="b" l="l" r="r" t="t"/>
              <a:pathLst>
                <a:path extrusionOk="0" h="3270" w="435">
                  <a:moveTo>
                    <a:pt x="1" y="0"/>
                  </a:moveTo>
                  <a:lnTo>
                    <a:pt x="1" y="3269"/>
                  </a:lnTo>
                  <a:lnTo>
                    <a:pt x="434" y="3269"/>
                  </a:lnTo>
                  <a:lnTo>
                    <a:pt x="434"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72"/>
            <p:cNvSpPr/>
            <p:nvPr/>
          </p:nvSpPr>
          <p:spPr>
            <a:xfrm>
              <a:off x="3893775" y="1182125"/>
              <a:ext cx="10875" cy="58400"/>
            </a:xfrm>
            <a:custGeom>
              <a:rect b="b" l="l" r="r" t="t"/>
              <a:pathLst>
                <a:path extrusionOk="0" h="2336" w="435">
                  <a:moveTo>
                    <a:pt x="1" y="0"/>
                  </a:moveTo>
                  <a:lnTo>
                    <a:pt x="1" y="2335"/>
                  </a:lnTo>
                  <a:lnTo>
                    <a:pt x="435" y="2335"/>
                  </a:lnTo>
                  <a:lnTo>
                    <a:pt x="43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72"/>
            <p:cNvSpPr/>
            <p:nvPr/>
          </p:nvSpPr>
          <p:spPr>
            <a:xfrm>
              <a:off x="3675300" y="1543225"/>
              <a:ext cx="362775" cy="298550"/>
            </a:xfrm>
            <a:custGeom>
              <a:rect b="b" l="l" r="r" t="t"/>
              <a:pathLst>
                <a:path extrusionOk="0" h="11942" w="14511">
                  <a:moveTo>
                    <a:pt x="6805" y="4870"/>
                  </a:moveTo>
                  <a:cubicBezTo>
                    <a:pt x="7639" y="4870"/>
                    <a:pt x="8306" y="4937"/>
                    <a:pt x="8773" y="5004"/>
                  </a:cubicBezTo>
                  <a:cubicBezTo>
                    <a:pt x="9207" y="5104"/>
                    <a:pt x="9607" y="5304"/>
                    <a:pt x="9974" y="5637"/>
                  </a:cubicBezTo>
                  <a:cubicBezTo>
                    <a:pt x="10308" y="5971"/>
                    <a:pt x="10474" y="6471"/>
                    <a:pt x="10474" y="7172"/>
                  </a:cubicBezTo>
                  <a:cubicBezTo>
                    <a:pt x="10474" y="7839"/>
                    <a:pt x="10208" y="8439"/>
                    <a:pt x="9707" y="8873"/>
                  </a:cubicBezTo>
                  <a:cubicBezTo>
                    <a:pt x="9207" y="9340"/>
                    <a:pt x="8506" y="9574"/>
                    <a:pt x="7572" y="9574"/>
                  </a:cubicBezTo>
                  <a:lnTo>
                    <a:pt x="5371" y="9574"/>
                  </a:lnTo>
                  <a:lnTo>
                    <a:pt x="5371" y="4870"/>
                  </a:lnTo>
                  <a:close/>
                  <a:moveTo>
                    <a:pt x="6372" y="0"/>
                  </a:moveTo>
                  <a:lnTo>
                    <a:pt x="3603" y="200"/>
                  </a:lnTo>
                  <a:lnTo>
                    <a:pt x="3436" y="1868"/>
                  </a:lnTo>
                  <a:lnTo>
                    <a:pt x="267" y="1868"/>
                  </a:lnTo>
                  <a:lnTo>
                    <a:pt x="0" y="4136"/>
                  </a:lnTo>
                  <a:cubicBezTo>
                    <a:pt x="267" y="4503"/>
                    <a:pt x="768" y="4837"/>
                    <a:pt x="1501" y="5104"/>
                  </a:cubicBezTo>
                  <a:lnTo>
                    <a:pt x="1501" y="11942"/>
                  </a:lnTo>
                  <a:lnTo>
                    <a:pt x="14277" y="11942"/>
                  </a:lnTo>
                  <a:cubicBezTo>
                    <a:pt x="13844" y="11275"/>
                    <a:pt x="13310" y="10774"/>
                    <a:pt x="12543" y="10374"/>
                  </a:cubicBezTo>
                  <a:cubicBezTo>
                    <a:pt x="13877" y="9307"/>
                    <a:pt x="14511" y="8139"/>
                    <a:pt x="14511" y="6872"/>
                  </a:cubicBezTo>
                  <a:cubicBezTo>
                    <a:pt x="14511" y="5270"/>
                    <a:pt x="14044" y="4003"/>
                    <a:pt x="13143" y="3202"/>
                  </a:cubicBezTo>
                  <a:cubicBezTo>
                    <a:pt x="12709" y="2835"/>
                    <a:pt x="12009" y="2535"/>
                    <a:pt x="11042" y="2302"/>
                  </a:cubicBezTo>
                  <a:cubicBezTo>
                    <a:pt x="11008" y="2302"/>
                    <a:pt x="10975" y="2268"/>
                    <a:pt x="10908" y="2268"/>
                  </a:cubicBezTo>
                  <a:lnTo>
                    <a:pt x="10841" y="0"/>
                  </a:lnTo>
                  <a:lnTo>
                    <a:pt x="8039" y="200"/>
                  </a:lnTo>
                  <a:lnTo>
                    <a:pt x="7873" y="1935"/>
                  </a:lnTo>
                  <a:cubicBezTo>
                    <a:pt x="7439" y="1935"/>
                    <a:pt x="6972" y="1868"/>
                    <a:pt x="6472" y="1868"/>
                  </a:cubicBezTo>
                  <a:lnTo>
                    <a:pt x="6372" y="0"/>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72"/>
            <p:cNvSpPr/>
            <p:nvPr/>
          </p:nvSpPr>
          <p:spPr>
            <a:xfrm>
              <a:off x="3415950" y="1430625"/>
              <a:ext cx="336925" cy="392825"/>
            </a:xfrm>
            <a:custGeom>
              <a:rect b="b" l="l" r="r" t="t"/>
              <a:pathLst>
                <a:path extrusionOk="0" h="15713" w="13477">
                  <a:moveTo>
                    <a:pt x="13376" y="1"/>
                  </a:moveTo>
                  <a:cubicBezTo>
                    <a:pt x="5471" y="1469"/>
                    <a:pt x="0" y="7940"/>
                    <a:pt x="67" y="15712"/>
                  </a:cubicBezTo>
                  <a:lnTo>
                    <a:pt x="501" y="15712"/>
                  </a:lnTo>
                  <a:cubicBezTo>
                    <a:pt x="401" y="8140"/>
                    <a:pt x="5738" y="1835"/>
                    <a:pt x="13477" y="434"/>
                  </a:cubicBezTo>
                  <a:lnTo>
                    <a:pt x="13376" y="1"/>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72"/>
            <p:cNvSpPr/>
            <p:nvPr/>
          </p:nvSpPr>
          <p:spPr>
            <a:xfrm>
              <a:off x="3210800" y="1835925"/>
              <a:ext cx="1234225" cy="10875"/>
            </a:xfrm>
            <a:custGeom>
              <a:rect b="b" l="l" r="r" t="t"/>
              <a:pathLst>
                <a:path extrusionOk="0" h="435" w="49369">
                  <a:moveTo>
                    <a:pt x="0" y="0"/>
                  </a:moveTo>
                  <a:lnTo>
                    <a:pt x="0" y="434"/>
                  </a:lnTo>
                  <a:lnTo>
                    <a:pt x="49369" y="434"/>
                  </a:lnTo>
                  <a:lnTo>
                    <a:pt x="49369"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72"/>
            <p:cNvSpPr/>
            <p:nvPr/>
          </p:nvSpPr>
          <p:spPr>
            <a:xfrm>
              <a:off x="2925600" y="3588000"/>
              <a:ext cx="140125" cy="189325"/>
            </a:xfrm>
            <a:custGeom>
              <a:rect b="b" l="l" r="r" t="t"/>
              <a:pathLst>
                <a:path extrusionOk="0" h="7573" w="5605">
                  <a:moveTo>
                    <a:pt x="0" y="1"/>
                  </a:moveTo>
                  <a:lnTo>
                    <a:pt x="0" y="7573"/>
                  </a:lnTo>
                  <a:lnTo>
                    <a:pt x="5604" y="7573"/>
                  </a:lnTo>
                  <a:lnTo>
                    <a:pt x="5604" y="1"/>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72"/>
            <p:cNvSpPr/>
            <p:nvPr/>
          </p:nvSpPr>
          <p:spPr>
            <a:xfrm>
              <a:off x="2925600" y="3027600"/>
              <a:ext cx="140125" cy="561275"/>
            </a:xfrm>
            <a:custGeom>
              <a:rect b="b" l="l" r="r" t="t"/>
              <a:pathLst>
                <a:path extrusionOk="0" h="22451" w="5605">
                  <a:moveTo>
                    <a:pt x="0" y="1"/>
                  </a:moveTo>
                  <a:lnTo>
                    <a:pt x="0" y="22450"/>
                  </a:lnTo>
                  <a:lnTo>
                    <a:pt x="5604" y="22450"/>
                  </a:lnTo>
                  <a:lnTo>
                    <a:pt x="5604" y="1"/>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72"/>
            <p:cNvSpPr/>
            <p:nvPr/>
          </p:nvSpPr>
          <p:spPr>
            <a:xfrm>
              <a:off x="3160750" y="2664850"/>
              <a:ext cx="139300" cy="663825"/>
            </a:xfrm>
            <a:custGeom>
              <a:rect b="b" l="l" r="r" t="t"/>
              <a:pathLst>
                <a:path extrusionOk="0" h="26553" w="5572">
                  <a:moveTo>
                    <a:pt x="1" y="0"/>
                  </a:moveTo>
                  <a:lnTo>
                    <a:pt x="1" y="26553"/>
                  </a:lnTo>
                  <a:lnTo>
                    <a:pt x="5572" y="26553"/>
                  </a:lnTo>
                  <a:lnTo>
                    <a:pt x="5572" y="0"/>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72"/>
            <p:cNvSpPr/>
            <p:nvPr/>
          </p:nvSpPr>
          <p:spPr>
            <a:xfrm>
              <a:off x="3393425" y="2741575"/>
              <a:ext cx="140125" cy="83425"/>
            </a:xfrm>
            <a:custGeom>
              <a:rect b="b" l="l" r="r" t="t"/>
              <a:pathLst>
                <a:path extrusionOk="0" h="3337" w="5605">
                  <a:moveTo>
                    <a:pt x="1" y="0"/>
                  </a:moveTo>
                  <a:lnTo>
                    <a:pt x="1" y="3336"/>
                  </a:lnTo>
                  <a:lnTo>
                    <a:pt x="5605" y="3336"/>
                  </a:lnTo>
                  <a:lnTo>
                    <a:pt x="5605" y="0"/>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72"/>
            <p:cNvSpPr/>
            <p:nvPr/>
          </p:nvSpPr>
          <p:spPr>
            <a:xfrm>
              <a:off x="3628600" y="3141025"/>
              <a:ext cx="139275" cy="487875"/>
            </a:xfrm>
            <a:custGeom>
              <a:rect b="b" l="l" r="r" t="t"/>
              <a:pathLst>
                <a:path extrusionOk="0" h="19515" w="5571">
                  <a:moveTo>
                    <a:pt x="0" y="0"/>
                  </a:moveTo>
                  <a:lnTo>
                    <a:pt x="0" y="19514"/>
                  </a:lnTo>
                  <a:lnTo>
                    <a:pt x="5571" y="19514"/>
                  </a:lnTo>
                  <a:lnTo>
                    <a:pt x="5571" y="0"/>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72"/>
            <p:cNvSpPr/>
            <p:nvPr/>
          </p:nvSpPr>
          <p:spPr>
            <a:xfrm>
              <a:off x="4096425" y="2873325"/>
              <a:ext cx="139300" cy="165975"/>
            </a:xfrm>
            <a:custGeom>
              <a:rect b="b" l="l" r="r" t="t"/>
              <a:pathLst>
                <a:path extrusionOk="0" h="6639" w="5572">
                  <a:moveTo>
                    <a:pt x="1" y="1"/>
                  </a:moveTo>
                  <a:lnTo>
                    <a:pt x="1" y="6639"/>
                  </a:lnTo>
                  <a:lnTo>
                    <a:pt x="5571" y="6639"/>
                  </a:lnTo>
                  <a:lnTo>
                    <a:pt x="5571" y="1"/>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72"/>
            <p:cNvSpPr/>
            <p:nvPr/>
          </p:nvSpPr>
          <p:spPr>
            <a:xfrm>
              <a:off x="4330775" y="3191050"/>
              <a:ext cx="140125" cy="342775"/>
            </a:xfrm>
            <a:custGeom>
              <a:rect b="b" l="l" r="r" t="t"/>
              <a:pathLst>
                <a:path extrusionOk="0" h="13711" w="5605">
                  <a:moveTo>
                    <a:pt x="0" y="1"/>
                  </a:moveTo>
                  <a:lnTo>
                    <a:pt x="0" y="13711"/>
                  </a:lnTo>
                  <a:lnTo>
                    <a:pt x="5604" y="13711"/>
                  </a:lnTo>
                  <a:lnTo>
                    <a:pt x="5604" y="1"/>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2"/>
            <p:cNvSpPr/>
            <p:nvPr/>
          </p:nvSpPr>
          <p:spPr>
            <a:xfrm>
              <a:off x="4564275" y="2535600"/>
              <a:ext cx="140125" cy="828950"/>
            </a:xfrm>
            <a:custGeom>
              <a:rect b="b" l="l" r="r" t="t"/>
              <a:pathLst>
                <a:path extrusionOk="0" h="33158" w="5605">
                  <a:moveTo>
                    <a:pt x="0" y="0"/>
                  </a:moveTo>
                  <a:lnTo>
                    <a:pt x="0" y="33157"/>
                  </a:lnTo>
                  <a:lnTo>
                    <a:pt x="5604" y="33157"/>
                  </a:lnTo>
                  <a:lnTo>
                    <a:pt x="5604" y="0"/>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2"/>
            <p:cNvSpPr/>
            <p:nvPr/>
          </p:nvSpPr>
          <p:spPr>
            <a:xfrm>
              <a:off x="3862925" y="2603150"/>
              <a:ext cx="139300" cy="819775"/>
            </a:xfrm>
            <a:custGeom>
              <a:rect b="b" l="l" r="r" t="t"/>
              <a:pathLst>
                <a:path extrusionOk="0" h="32791" w="5572">
                  <a:moveTo>
                    <a:pt x="1" y="0"/>
                  </a:moveTo>
                  <a:lnTo>
                    <a:pt x="1" y="32790"/>
                  </a:lnTo>
                  <a:lnTo>
                    <a:pt x="5571" y="32790"/>
                  </a:lnTo>
                  <a:lnTo>
                    <a:pt x="5571" y="0"/>
                  </a:lnTo>
                  <a:close/>
                </a:path>
              </a:pathLst>
            </a:custGeom>
            <a:solidFill>
              <a:srgbClr val="B3D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72"/>
            <p:cNvSpPr/>
            <p:nvPr/>
          </p:nvSpPr>
          <p:spPr>
            <a:xfrm>
              <a:off x="3160750" y="3327825"/>
              <a:ext cx="139300" cy="449500"/>
            </a:xfrm>
            <a:custGeom>
              <a:rect b="b" l="l" r="r" t="t"/>
              <a:pathLst>
                <a:path extrusionOk="0" h="17980" w="5572">
                  <a:moveTo>
                    <a:pt x="1" y="0"/>
                  </a:moveTo>
                  <a:lnTo>
                    <a:pt x="1" y="17980"/>
                  </a:lnTo>
                  <a:lnTo>
                    <a:pt x="5572" y="17980"/>
                  </a:lnTo>
                  <a:lnTo>
                    <a:pt x="5572"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72"/>
            <p:cNvSpPr/>
            <p:nvPr/>
          </p:nvSpPr>
          <p:spPr>
            <a:xfrm>
              <a:off x="3393425" y="2824975"/>
              <a:ext cx="140125" cy="952350"/>
            </a:xfrm>
            <a:custGeom>
              <a:rect b="b" l="l" r="r" t="t"/>
              <a:pathLst>
                <a:path extrusionOk="0" h="38094" w="5605">
                  <a:moveTo>
                    <a:pt x="1" y="0"/>
                  </a:moveTo>
                  <a:lnTo>
                    <a:pt x="1" y="38094"/>
                  </a:lnTo>
                  <a:lnTo>
                    <a:pt x="5605" y="38094"/>
                  </a:lnTo>
                  <a:lnTo>
                    <a:pt x="5605"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72"/>
            <p:cNvSpPr/>
            <p:nvPr/>
          </p:nvSpPr>
          <p:spPr>
            <a:xfrm>
              <a:off x="3628600" y="3628875"/>
              <a:ext cx="139275" cy="148450"/>
            </a:xfrm>
            <a:custGeom>
              <a:rect b="b" l="l" r="r" t="t"/>
              <a:pathLst>
                <a:path extrusionOk="0" h="5938" w="5571">
                  <a:moveTo>
                    <a:pt x="0" y="0"/>
                  </a:moveTo>
                  <a:lnTo>
                    <a:pt x="0" y="5938"/>
                  </a:lnTo>
                  <a:lnTo>
                    <a:pt x="5571" y="5938"/>
                  </a:lnTo>
                  <a:lnTo>
                    <a:pt x="5571"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72"/>
            <p:cNvSpPr/>
            <p:nvPr/>
          </p:nvSpPr>
          <p:spPr>
            <a:xfrm>
              <a:off x="3862925" y="3422900"/>
              <a:ext cx="139300" cy="354425"/>
            </a:xfrm>
            <a:custGeom>
              <a:rect b="b" l="l" r="r" t="t"/>
              <a:pathLst>
                <a:path extrusionOk="0" h="14177" w="5572">
                  <a:moveTo>
                    <a:pt x="1" y="0"/>
                  </a:moveTo>
                  <a:lnTo>
                    <a:pt x="1" y="14177"/>
                  </a:lnTo>
                  <a:lnTo>
                    <a:pt x="5571" y="14177"/>
                  </a:lnTo>
                  <a:lnTo>
                    <a:pt x="5571"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72"/>
            <p:cNvSpPr/>
            <p:nvPr/>
          </p:nvSpPr>
          <p:spPr>
            <a:xfrm>
              <a:off x="4096425" y="3038450"/>
              <a:ext cx="139300" cy="738050"/>
            </a:xfrm>
            <a:custGeom>
              <a:rect b="b" l="l" r="r" t="t"/>
              <a:pathLst>
                <a:path extrusionOk="0" h="29522" w="5572">
                  <a:moveTo>
                    <a:pt x="1" y="1"/>
                  </a:moveTo>
                  <a:lnTo>
                    <a:pt x="1" y="29522"/>
                  </a:lnTo>
                  <a:lnTo>
                    <a:pt x="5571" y="29522"/>
                  </a:lnTo>
                  <a:lnTo>
                    <a:pt x="5571" y="1"/>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72"/>
            <p:cNvSpPr/>
            <p:nvPr/>
          </p:nvSpPr>
          <p:spPr>
            <a:xfrm>
              <a:off x="4330775" y="3534650"/>
              <a:ext cx="140125" cy="242675"/>
            </a:xfrm>
            <a:custGeom>
              <a:rect b="b" l="l" r="r" t="t"/>
              <a:pathLst>
                <a:path extrusionOk="0" h="9707" w="5605">
                  <a:moveTo>
                    <a:pt x="0" y="0"/>
                  </a:moveTo>
                  <a:lnTo>
                    <a:pt x="0" y="9707"/>
                  </a:lnTo>
                  <a:lnTo>
                    <a:pt x="5604" y="9707"/>
                  </a:lnTo>
                  <a:lnTo>
                    <a:pt x="5604"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72"/>
            <p:cNvSpPr/>
            <p:nvPr/>
          </p:nvSpPr>
          <p:spPr>
            <a:xfrm>
              <a:off x="4564275" y="3364525"/>
              <a:ext cx="140125" cy="412800"/>
            </a:xfrm>
            <a:custGeom>
              <a:rect b="b" l="l" r="r" t="t"/>
              <a:pathLst>
                <a:path extrusionOk="0" h="16512" w="5605">
                  <a:moveTo>
                    <a:pt x="0" y="0"/>
                  </a:moveTo>
                  <a:lnTo>
                    <a:pt x="0" y="16512"/>
                  </a:lnTo>
                  <a:lnTo>
                    <a:pt x="5604" y="16512"/>
                  </a:lnTo>
                  <a:lnTo>
                    <a:pt x="5604" y="0"/>
                  </a:ln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72"/>
            <p:cNvSpPr/>
            <p:nvPr/>
          </p:nvSpPr>
          <p:spPr>
            <a:xfrm>
              <a:off x="2866375" y="3772300"/>
              <a:ext cx="1899725" cy="10050"/>
            </a:xfrm>
            <a:custGeom>
              <a:rect b="b" l="l" r="r" t="t"/>
              <a:pathLst>
                <a:path extrusionOk="0" h="402" w="75989">
                  <a:moveTo>
                    <a:pt x="1" y="1"/>
                  </a:moveTo>
                  <a:lnTo>
                    <a:pt x="1" y="401"/>
                  </a:lnTo>
                  <a:lnTo>
                    <a:pt x="75988" y="401"/>
                  </a:lnTo>
                  <a:lnTo>
                    <a:pt x="75988"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72"/>
            <p:cNvSpPr/>
            <p:nvPr/>
          </p:nvSpPr>
          <p:spPr>
            <a:xfrm>
              <a:off x="3078200" y="2492575"/>
              <a:ext cx="85100" cy="72325"/>
            </a:xfrm>
            <a:custGeom>
              <a:rect b="b" l="l" r="r" t="t"/>
              <a:pathLst>
                <a:path extrusionOk="0" h="2893" w="3404">
                  <a:moveTo>
                    <a:pt x="1759" y="0"/>
                  </a:moveTo>
                  <a:cubicBezTo>
                    <a:pt x="1104" y="0"/>
                    <a:pt x="456" y="334"/>
                    <a:pt x="234" y="1021"/>
                  </a:cubicBezTo>
                  <a:cubicBezTo>
                    <a:pt x="1" y="1888"/>
                    <a:pt x="634" y="2855"/>
                    <a:pt x="1535" y="2889"/>
                  </a:cubicBezTo>
                  <a:cubicBezTo>
                    <a:pt x="1576" y="2891"/>
                    <a:pt x="1618" y="2893"/>
                    <a:pt x="1660" y="2893"/>
                  </a:cubicBezTo>
                  <a:cubicBezTo>
                    <a:pt x="2128" y="2893"/>
                    <a:pt x="2633" y="2722"/>
                    <a:pt x="2969" y="2355"/>
                  </a:cubicBezTo>
                  <a:cubicBezTo>
                    <a:pt x="3336" y="1988"/>
                    <a:pt x="3403" y="1421"/>
                    <a:pt x="3236" y="921"/>
                  </a:cubicBezTo>
                  <a:cubicBezTo>
                    <a:pt x="3170" y="654"/>
                    <a:pt x="2969" y="420"/>
                    <a:pt x="2703" y="253"/>
                  </a:cubicBezTo>
                  <a:cubicBezTo>
                    <a:pt x="2423" y="85"/>
                    <a:pt x="2090" y="0"/>
                    <a:pt x="1759"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72"/>
            <p:cNvSpPr/>
            <p:nvPr/>
          </p:nvSpPr>
          <p:spPr>
            <a:xfrm>
              <a:off x="3102375" y="2513100"/>
              <a:ext cx="38400" cy="31700"/>
            </a:xfrm>
            <a:custGeom>
              <a:rect b="b" l="l" r="r" t="t"/>
              <a:pathLst>
                <a:path extrusionOk="0" h="1268" w="1536">
                  <a:moveTo>
                    <a:pt x="791" y="1"/>
                  </a:moveTo>
                  <a:cubicBezTo>
                    <a:pt x="492" y="1"/>
                    <a:pt x="191" y="141"/>
                    <a:pt x="101" y="433"/>
                  </a:cubicBezTo>
                  <a:cubicBezTo>
                    <a:pt x="1" y="833"/>
                    <a:pt x="268" y="1234"/>
                    <a:pt x="701" y="1267"/>
                  </a:cubicBezTo>
                  <a:cubicBezTo>
                    <a:pt x="902" y="1267"/>
                    <a:pt x="1168" y="1234"/>
                    <a:pt x="1335" y="1034"/>
                  </a:cubicBezTo>
                  <a:cubicBezTo>
                    <a:pt x="1502" y="867"/>
                    <a:pt x="1535" y="600"/>
                    <a:pt x="1435" y="400"/>
                  </a:cubicBezTo>
                  <a:cubicBezTo>
                    <a:pt x="1402" y="266"/>
                    <a:pt x="1335" y="200"/>
                    <a:pt x="1202" y="100"/>
                  </a:cubicBezTo>
                  <a:cubicBezTo>
                    <a:pt x="1082" y="34"/>
                    <a:pt x="937" y="1"/>
                    <a:pt x="7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72"/>
            <p:cNvSpPr/>
            <p:nvPr/>
          </p:nvSpPr>
          <p:spPr>
            <a:xfrm>
              <a:off x="3381750" y="2555100"/>
              <a:ext cx="85100" cy="72350"/>
            </a:xfrm>
            <a:custGeom>
              <a:rect b="b" l="l" r="r" t="t"/>
              <a:pathLst>
                <a:path extrusionOk="0" h="2894" w="3404">
                  <a:moveTo>
                    <a:pt x="1759" y="1"/>
                  </a:moveTo>
                  <a:cubicBezTo>
                    <a:pt x="1104" y="1"/>
                    <a:pt x="456" y="335"/>
                    <a:pt x="234" y="1021"/>
                  </a:cubicBezTo>
                  <a:cubicBezTo>
                    <a:pt x="1" y="1889"/>
                    <a:pt x="601" y="2856"/>
                    <a:pt x="1535" y="2889"/>
                  </a:cubicBezTo>
                  <a:cubicBezTo>
                    <a:pt x="1576" y="2892"/>
                    <a:pt x="1618" y="2894"/>
                    <a:pt x="1660" y="2894"/>
                  </a:cubicBezTo>
                  <a:cubicBezTo>
                    <a:pt x="2128" y="2894"/>
                    <a:pt x="2630" y="2723"/>
                    <a:pt x="2936" y="2356"/>
                  </a:cubicBezTo>
                  <a:cubicBezTo>
                    <a:pt x="3336" y="1989"/>
                    <a:pt x="3403" y="1388"/>
                    <a:pt x="3236" y="921"/>
                  </a:cubicBezTo>
                  <a:cubicBezTo>
                    <a:pt x="3170" y="654"/>
                    <a:pt x="2936" y="421"/>
                    <a:pt x="2703" y="254"/>
                  </a:cubicBezTo>
                  <a:cubicBezTo>
                    <a:pt x="2423" y="86"/>
                    <a:pt x="2090" y="1"/>
                    <a:pt x="1759"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72"/>
            <p:cNvSpPr/>
            <p:nvPr/>
          </p:nvSpPr>
          <p:spPr>
            <a:xfrm>
              <a:off x="3405100" y="2575650"/>
              <a:ext cx="37550" cy="31675"/>
            </a:xfrm>
            <a:custGeom>
              <a:rect b="b" l="l" r="r" t="t"/>
              <a:pathLst>
                <a:path extrusionOk="0" h="1267" w="1502">
                  <a:moveTo>
                    <a:pt x="809" y="0"/>
                  </a:moveTo>
                  <a:cubicBezTo>
                    <a:pt x="510" y="0"/>
                    <a:pt x="224" y="141"/>
                    <a:pt x="134" y="433"/>
                  </a:cubicBezTo>
                  <a:cubicBezTo>
                    <a:pt x="1" y="833"/>
                    <a:pt x="301" y="1233"/>
                    <a:pt x="734" y="1267"/>
                  </a:cubicBezTo>
                  <a:cubicBezTo>
                    <a:pt x="935" y="1267"/>
                    <a:pt x="1168" y="1233"/>
                    <a:pt x="1335" y="1033"/>
                  </a:cubicBezTo>
                  <a:cubicBezTo>
                    <a:pt x="1502" y="867"/>
                    <a:pt x="1502" y="600"/>
                    <a:pt x="1468" y="400"/>
                  </a:cubicBezTo>
                  <a:cubicBezTo>
                    <a:pt x="1435" y="266"/>
                    <a:pt x="1335" y="199"/>
                    <a:pt x="1235" y="99"/>
                  </a:cubicBezTo>
                  <a:cubicBezTo>
                    <a:pt x="1104" y="34"/>
                    <a:pt x="955" y="0"/>
                    <a:pt x="8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72"/>
            <p:cNvSpPr/>
            <p:nvPr/>
          </p:nvSpPr>
          <p:spPr>
            <a:xfrm>
              <a:off x="3448475" y="2371650"/>
              <a:ext cx="85075" cy="72325"/>
            </a:xfrm>
            <a:custGeom>
              <a:rect b="b" l="l" r="r" t="t"/>
              <a:pathLst>
                <a:path extrusionOk="0" h="2893" w="3403">
                  <a:moveTo>
                    <a:pt x="1758" y="0"/>
                  </a:moveTo>
                  <a:cubicBezTo>
                    <a:pt x="1104" y="0"/>
                    <a:pt x="455" y="334"/>
                    <a:pt x="234" y="1021"/>
                  </a:cubicBezTo>
                  <a:cubicBezTo>
                    <a:pt x="0" y="1888"/>
                    <a:pt x="601" y="2855"/>
                    <a:pt x="1535" y="2889"/>
                  </a:cubicBezTo>
                  <a:cubicBezTo>
                    <a:pt x="1576" y="2892"/>
                    <a:pt x="1618" y="2893"/>
                    <a:pt x="1660" y="2893"/>
                  </a:cubicBezTo>
                  <a:cubicBezTo>
                    <a:pt x="2127" y="2893"/>
                    <a:pt x="2630" y="2722"/>
                    <a:pt x="2936" y="2355"/>
                  </a:cubicBezTo>
                  <a:cubicBezTo>
                    <a:pt x="3336" y="1988"/>
                    <a:pt x="3403" y="1421"/>
                    <a:pt x="3236" y="921"/>
                  </a:cubicBezTo>
                  <a:cubicBezTo>
                    <a:pt x="3169" y="654"/>
                    <a:pt x="2936" y="420"/>
                    <a:pt x="2702" y="254"/>
                  </a:cubicBezTo>
                  <a:cubicBezTo>
                    <a:pt x="2422" y="86"/>
                    <a:pt x="2089" y="0"/>
                    <a:pt x="1758"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72"/>
            <p:cNvSpPr/>
            <p:nvPr/>
          </p:nvSpPr>
          <p:spPr>
            <a:xfrm>
              <a:off x="3471825" y="2392175"/>
              <a:ext cx="39200" cy="31700"/>
            </a:xfrm>
            <a:custGeom>
              <a:rect b="b" l="l" r="r" t="t"/>
              <a:pathLst>
                <a:path extrusionOk="0" h="1268" w="1568">
                  <a:moveTo>
                    <a:pt x="809" y="1"/>
                  </a:moveTo>
                  <a:cubicBezTo>
                    <a:pt x="509" y="1"/>
                    <a:pt x="223" y="142"/>
                    <a:pt x="134" y="433"/>
                  </a:cubicBezTo>
                  <a:cubicBezTo>
                    <a:pt x="0" y="834"/>
                    <a:pt x="300" y="1234"/>
                    <a:pt x="734" y="1267"/>
                  </a:cubicBezTo>
                  <a:cubicBezTo>
                    <a:pt x="934" y="1267"/>
                    <a:pt x="1168" y="1234"/>
                    <a:pt x="1334" y="1034"/>
                  </a:cubicBezTo>
                  <a:cubicBezTo>
                    <a:pt x="1501" y="867"/>
                    <a:pt x="1568" y="600"/>
                    <a:pt x="1468" y="400"/>
                  </a:cubicBezTo>
                  <a:cubicBezTo>
                    <a:pt x="1435" y="267"/>
                    <a:pt x="1334" y="200"/>
                    <a:pt x="1234" y="100"/>
                  </a:cubicBezTo>
                  <a:cubicBezTo>
                    <a:pt x="1103" y="34"/>
                    <a:pt x="954" y="1"/>
                    <a:pt x="8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72"/>
            <p:cNvSpPr/>
            <p:nvPr/>
          </p:nvSpPr>
          <p:spPr>
            <a:xfrm>
              <a:off x="3857925" y="2371650"/>
              <a:ext cx="85075" cy="72325"/>
            </a:xfrm>
            <a:custGeom>
              <a:rect b="b" l="l" r="r" t="t"/>
              <a:pathLst>
                <a:path extrusionOk="0" h="2893" w="3403">
                  <a:moveTo>
                    <a:pt x="1759" y="0"/>
                  </a:moveTo>
                  <a:cubicBezTo>
                    <a:pt x="1104" y="0"/>
                    <a:pt x="456" y="334"/>
                    <a:pt x="234" y="1021"/>
                  </a:cubicBezTo>
                  <a:cubicBezTo>
                    <a:pt x="1" y="1888"/>
                    <a:pt x="601" y="2855"/>
                    <a:pt x="1535" y="2889"/>
                  </a:cubicBezTo>
                  <a:cubicBezTo>
                    <a:pt x="1576" y="2892"/>
                    <a:pt x="1618" y="2893"/>
                    <a:pt x="1661" y="2893"/>
                  </a:cubicBezTo>
                  <a:cubicBezTo>
                    <a:pt x="2133" y="2893"/>
                    <a:pt x="2663" y="2722"/>
                    <a:pt x="2969" y="2355"/>
                  </a:cubicBezTo>
                  <a:cubicBezTo>
                    <a:pt x="3336" y="1988"/>
                    <a:pt x="3403" y="1421"/>
                    <a:pt x="3236" y="921"/>
                  </a:cubicBezTo>
                  <a:cubicBezTo>
                    <a:pt x="3169" y="654"/>
                    <a:pt x="2969" y="420"/>
                    <a:pt x="2702" y="254"/>
                  </a:cubicBezTo>
                  <a:cubicBezTo>
                    <a:pt x="2422" y="86"/>
                    <a:pt x="2090" y="0"/>
                    <a:pt x="1759"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72"/>
            <p:cNvSpPr/>
            <p:nvPr/>
          </p:nvSpPr>
          <p:spPr>
            <a:xfrm>
              <a:off x="3881275" y="2392175"/>
              <a:ext cx="38375" cy="31700"/>
            </a:xfrm>
            <a:custGeom>
              <a:rect b="b" l="l" r="r" t="t"/>
              <a:pathLst>
                <a:path extrusionOk="0" h="1268" w="1535">
                  <a:moveTo>
                    <a:pt x="824" y="1"/>
                  </a:moveTo>
                  <a:cubicBezTo>
                    <a:pt x="525" y="1"/>
                    <a:pt x="224" y="142"/>
                    <a:pt x="134" y="433"/>
                  </a:cubicBezTo>
                  <a:cubicBezTo>
                    <a:pt x="1" y="834"/>
                    <a:pt x="301" y="1234"/>
                    <a:pt x="734" y="1267"/>
                  </a:cubicBezTo>
                  <a:cubicBezTo>
                    <a:pt x="935" y="1267"/>
                    <a:pt x="1168" y="1234"/>
                    <a:pt x="1335" y="1034"/>
                  </a:cubicBezTo>
                  <a:cubicBezTo>
                    <a:pt x="1535" y="867"/>
                    <a:pt x="1535" y="600"/>
                    <a:pt x="1468" y="400"/>
                  </a:cubicBezTo>
                  <a:cubicBezTo>
                    <a:pt x="1435" y="267"/>
                    <a:pt x="1335" y="200"/>
                    <a:pt x="1235" y="100"/>
                  </a:cubicBezTo>
                  <a:cubicBezTo>
                    <a:pt x="1115" y="34"/>
                    <a:pt x="969" y="1"/>
                    <a:pt x="8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72"/>
            <p:cNvSpPr/>
            <p:nvPr/>
          </p:nvSpPr>
          <p:spPr>
            <a:xfrm>
              <a:off x="4049725" y="2182975"/>
              <a:ext cx="85100" cy="72550"/>
            </a:xfrm>
            <a:custGeom>
              <a:rect b="b" l="l" r="r" t="t"/>
              <a:pathLst>
                <a:path extrusionOk="0" h="2902" w="3404">
                  <a:moveTo>
                    <a:pt x="1737" y="1"/>
                  </a:moveTo>
                  <a:cubicBezTo>
                    <a:pt x="1090" y="1"/>
                    <a:pt x="453" y="328"/>
                    <a:pt x="234" y="1029"/>
                  </a:cubicBezTo>
                  <a:cubicBezTo>
                    <a:pt x="1" y="1896"/>
                    <a:pt x="634" y="2864"/>
                    <a:pt x="1535" y="2897"/>
                  </a:cubicBezTo>
                  <a:cubicBezTo>
                    <a:pt x="1577" y="2900"/>
                    <a:pt x="1619" y="2901"/>
                    <a:pt x="1661" y="2901"/>
                  </a:cubicBezTo>
                  <a:cubicBezTo>
                    <a:pt x="2133" y="2901"/>
                    <a:pt x="2664" y="2731"/>
                    <a:pt x="2969" y="2363"/>
                  </a:cubicBezTo>
                  <a:cubicBezTo>
                    <a:pt x="3336" y="1963"/>
                    <a:pt x="3403" y="1396"/>
                    <a:pt x="3236" y="929"/>
                  </a:cubicBezTo>
                  <a:cubicBezTo>
                    <a:pt x="3170" y="629"/>
                    <a:pt x="2969" y="429"/>
                    <a:pt x="2703" y="262"/>
                  </a:cubicBezTo>
                  <a:cubicBezTo>
                    <a:pt x="2416" y="90"/>
                    <a:pt x="2075" y="1"/>
                    <a:pt x="1737"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72"/>
            <p:cNvSpPr/>
            <p:nvPr/>
          </p:nvSpPr>
          <p:spPr>
            <a:xfrm>
              <a:off x="4073075" y="2203525"/>
              <a:ext cx="39225" cy="31875"/>
            </a:xfrm>
            <a:custGeom>
              <a:rect b="b" l="l" r="r" t="t"/>
              <a:pathLst>
                <a:path extrusionOk="0" h="1275" w="1569">
                  <a:moveTo>
                    <a:pt x="800" y="1"/>
                  </a:moveTo>
                  <a:cubicBezTo>
                    <a:pt x="509" y="1"/>
                    <a:pt x="221" y="135"/>
                    <a:pt x="134" y="441"/>
                  </a:cubicBezTo>
                  <a:cubicBezTo>
                    <a:pt x="1" y="808"/>
                    <a:pt x="301" y="1241"/>
                    <a:pt x="735" y="1275"/>
                  </a:cubicBezTo>
                  <a:cubicBezTo>
                    <a:pt x="935" y="1275"/>
                    <a:pt x="1168" y="1241"/>
                    <a:pt x="1335" y="1041"/>
                  </a:cubicBezTo>
                  <a:cubicBezTo>
                    <a:pt x="1535" y="874"/>
                    <a:pt x="1568" y="607"/>
                    <a:pt x="1468" y="407"/>
                  </a:cubicBezTo>
                  <a:cubicBezTo>
                    <a:pt x="1435" y="274"/>
                    <a:pt x="1368" y="207"/>
                    <a:pt x="1235" y="107"/>
                  </a:cubicBezTo>
                  <a:cubicBezTo>
                    <a:pt x="1108" y="38"/>
                    <a:pt x="954" y="1"/>
                    <a:pt x="80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72"/>
            <p:cNvSpPr/>
            <p:nvPr/>
          </p:nvSpPr>
          <p:spPr>
            <a:xfrm>
              <a:off x="4224025" y="2485675"/>
              <a:ext cx="85075" cy="71975"/>
            </a:xfrm>
            <a:custGeom>
              <a:rect b="b" l="l" r="r" t="t"/>
              <a:pathLst>
                <a:path extrusionOk="0" h="2879" w="3403">
                  <a:moveTo>
                    <a:pt x="1729" y="0"/>
                  </a:moveTo>
                  <a:cubicBezTo>
                    <a:pt x="1084" y="0"/>
                    <a:pt x="452" y="320"/>
                    <a:pt x="234" y="996"/>
                  </a:cubicBezTo>
                  <a:cubicBezTo>
                    <a:pt x="0" y="1864"/>
                    <a:pt x="601" y="2831"/>
                    <a:pt x="1535" y="2864"/>
                  </a:cubicBezTo>
                  <a:cubicBezTo>
                    <a:pt x="1606" y="2874"/>
                    <a:pt x="1678" y="2879"/>
                    <a:pt x="1750" y="2879"/>
                  </a:cubicBezTo>
                  <a:cubicBezTo>
                    <a:pt x="2191" y="2879"/>
                    <a:pt x="2649" y="2703"/>
                    <a:pt x="2936" y="2331"/>
                  </a:cubicBezTo>
                  <a:cubicBezTo>
                    <a:pt x="3369" y="1964"/>
                    <a:pt x="3403" y="1430"/>
                    <a:pt x="3236" y="930"/>
                  </a:cubicBezTo>
                  <a:cubicBezTo>
                    <a:pt x="3169" y="629"/>
                    <a:pt x="2936" y="429"/>
                    <a:pt x="2702" y="263"/>
                  </a:cubicBezTo>
                  <a:cubicBezTo>
                    <a:pt x="2414" y="90"/>
                    <a:pt x="2070" y="0"/>
                    <a:pt x="1729" y="0"/>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72"/>
            <p:cNvSpPr/>
            <p:nvPr/>
          </p:nvSpPr>
          <p:spPr>
            <a:xfrm>
              <a:off x="4248200" y="2505875"/>
              <a:ext cx="38400" cy="32250"/>
            </a:xfrm>
            <a:custGeom>
              <a:rect b="b" l="l" r="r" t="t"/>
              <a:pathLst>
                <a:path extrusionOk="0" h="1290" w="1536">
                  <a:moveTo>
                    <a:pt x="787" y="0"/>
                  </a:moveTo>
                  <a:cubicBezTo>
                    <a:pt x="496" y="0"/>
                    <a:pt x="222" y="149"/>
                    <a:pt x="134" y="455"/>
                  </a:cubicBezTo>
                  <a:cubicBezTo>
                    <a:pt x="1" y="822"/>
                    <a:pt x="301" y="1222"/>
                    <a:pt x="735" y="1289"/>
                  </a:cubicBezTo>
                  <a:cubicBezTo>
                    <a:pt x="935" y="1289"/>
                    <a:pt x="1168" y="1222"/>
                    <a:pt x="1335" y="1022"/>
                  </a:cubicBezTo>
                  <a:cubicBezTo>
                    <a:pt x="1468" y="856"/>
                    <a:pt x="1535" y="622"/>
                    <a:pt x="1468" y="389"/>
                  </a:cubicBezTo>
                  <a:cubicBezTo>
                    <a:pt x="1435" y="288"/>
                    <a:pt x="1335" y="188"/>
                    <a:pt x="1235" y="122"/>
                  </a:cubicBezTo>
                  <a:cubicBezTo>
                    <a:pt x="1097" y="41"/>
                    <a:pt x="940" y="0"/>
                    <a:pt x="7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72"/>
            <p:cNvSpPr/>
            <p:nvPr/>
          </p:nvSpPr>
          <p:spPr>
            <a:xfrm>
              <a:off x="4400825" y="2442525"/>
              <a:ext cx="85900" cy="72350"/>
            </a:xfrm>
            <a:custGeom>
              <a:rect b="b" l="l" r="r" t="t"/>
              <a:pathLst>
                <a:path extrusionOk="0" h="2894" w="3436">
                  <a:moveTo>
                    <a:pt x="1760" y="1"/>
                  </a:moveTo>
                  <a:cubicBezTo>
                    <a:pt x="1107" y="1"/>
                    <a:pt x="466" y="334"/>
                    <a:pt x="267" y="1021"/>
                  </a:cubicBezTo>
                  <a:cubicBezTo>
                    <a:pt x="0" y="1888"/>
                    <a:pt x="634" y="2856"/>
                    <a:pt x="1534" y="2889"/>
                  </a:cubicBezTo>
                  <a:cubicBezTo>
                    <a:pt x="1576" y="2892"/>
                    <a:pt x="1618" y="2893"/>
                    <a:pt x="1661" y="2893"/>
                  </a:cubicBezTo>
                  <a:cubicBezTo>
                    <a:pt x="2132" y="2893"/>
                    <a:pt x="2663" y="2723"/>
                    <a:pt x="2969" y="2355"/>
                  </a:cubicBezTo>
                  <a:cubicBezTo>
                    <a:pt x="3336" y="1922"/>
                    <a:pt x="3436" y="1388"/>
                    <a:pt x="3269" y="921"/>
                  </a:cubicBezTo>
                  <a:cubicBezTo>
                    <a:pt x="3169" y="654"/>
                    <a:pt x="2969" y="421"/>
                    <a:pt x="2702" y="254"/>
                  </a:cubicBezTo>
                  <a:cubicBezTo>
                    <a:pt x="2422" y="86"/>
                    <a:pt x="2089" y="1"/>
                    <a:pt x="1760"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72"/>
            <p:cNvSpPr/>
            <p:nvPr/>
          </p:nvSpPr>
          <p:spPr>
            <a:xfrm>
              <a:off x="4425000" y="2462050"/>
              <a:ext cx="38375" cy="31875"/>
            </a:xfrm>
            <a:custGeom>
              <a:rect b="b" l="l" r="r" t="t"/>
              <a:pathLst>
                <a:path extrusionOk="0" h="1275" w="1535">
                  <a:moveTo>
                    <a:pt x="767" y="0"/>
                  </a:moveTo>
                  <a:cubicBezTo>
                    <a:pt x="475" y="0"/>
                    <a:pt x="188" y="135"/>
                    <a:pt x="100" y="440"/>
                  </a:cubicBezTo>
                  <a:cubicBezTo>
                    <a:pt x="0" y="807"/>
                    <a:pt x="267" y="1241"/>
                    <a:pt x="701" y="1274"/>
                  </a:cubicBezTo>
                  <a:cubicBezTo>
                    <a:pt x="901" y="1274"/>
                    <a:pt x="1168" y="1241"/>
                    <a:pt x="1335" y="1041"/>
                  </a:cubicBezTo>
                  <a:cubicBezTo>
                    <a:pt x="1501" y="874"/>
                    <a:pt x="1535" y="607"/>
                    <a:pt x="1468" y="407"/>
                  </a:cubicBezTo>
                  <a:cubicBezTo>
                    <a:pt x="1401" y="274"/>
                    <a:pt x="1335" y="207"/>
                    <a:pt x="1201" y="107"/>
                  </a:cubicBezTo>
                  <a:cubicBezTo>
                    <a:pt x="1075" y="38"/>
                    <a:pt x="920" y="0"/>
                    <a:pt x="7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72"/>
            <p:cNvSpPr/>
            <p:nvPr/>
          </p:nvSpPr>
          <p:spPr>
            <a:xfrm>
              <a:off x="4456675" y="2284075"/>
              <a:ext cx="85925" cy="72350"/>
            </a:xfrm>
            <a:custGeom>
              <a:rect b="b" l="l" r="r" t="t"/>
              <a:pathLst>
                <a:path extrusionOk="0" h="2894" w="3437">
                  <a:moveTo>
                    <a:pt x="1793" y="1"/>
                  </a:moveTo>
                  <a:cubicBezTo>
                    <a:pt x="1138" y="1"/>
                    <a:pt x="489" y="334"/>
                    <a:pt x="268" y="1021"/>
                  </a:cubicBezTo>
                  <a:cubicBezTo>
                    <a:pt x="1" y="1889"/>
                    <a:pt x="635" y="2856"/>
                    <a:pt x="1569" y="2889"/>
                  </a:cubicBezTo>
                  <a:cubicBezTo>
                    <a:pt x="1610" y="2892"/>
                    <a:pt x="1652" y="2893"/>
                    <a:pt x="1694" y="2893"/>
                  </a:cubicBezTo>
                  <a:cubicBezTo>
                    <a:pt x="2161" y="2893"/>
                    <a:pt x="2664" y="2723"/>
                    <a:pt x="2970" y="2356"/>
                  </a:cubicBezTo>
                  <a:cubicBezTo>
                    <a:pt x="3337" y="1989"/>
                    <a:pt x="3437" y="1422"/>
                    <a:pt x="3270" y="921"/>
                  </a:cubicBezTo>
                  <a:cubicBezTo>
                    <a:pt x="3203" y="654"/>
                    <a:pt x="2970" y="421"/>
                    <a:pt x="2736" y="254"/>
                  </a:cubicBezTo>
                  <a:cubicBezTo>
                    <a:pt x="2456" y="86"/>
                    <a:pt x="2124" y="1"/>
                    <a:pt x="1793" y="1"/>
                  </a:cubicBezTo>
                  <a:close/>
                </a:path>
              </a:pathLst>
            </a:custGeom>
            <a:solidFill>
              <a:srgbClr val="E861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72"/>
            <p:cNvSpPr/>
            <p:nvPr/>
          </p:nvSpPr>
          <p:spPr>
            <a:xfrm>
              <a:off x="4480875" y="2304625"/>
              <a:ext cx="38375" cy="31675"/>
            </a:xfrm>
            <a:custGeom>
              <a:rect b="b" l="l" r="r" t="t"/>
              <a:pathLst>
                <a:path extrusionOk="0" h="1267" w="1535">
                  <a:moveTo>
                    <a:pt x="799" y="0"/>
                  </a:moveTo>
                  <a:cubicBezTo>
                    <a:pt x="509" y="0"/>
                    <a:pt x="224" y="141"/>
                    <a:pt x="134" y="433"/>
                  </a:cubicBezTo>
                  <a:cubicBezTo>
                    <a:pt x="0" y="833"/>
                    <a:pt x="301" y="1233"/>
                    <a:pt x="701" y="1267"/>
                  </a:cubicBezTo>
                  <a:cubicBezTo>
                    <a:pt x="934" y="1267"/>
                    <a:pt x="1168" y="1233"/>
                    <a:pt x="1335" y="1033"/>
                  </a:cubicBezTo>
                  <a:cubicBezTo>
                    <a:pt x="1501" y="866"/>
                    <a:pt x="1535" y="600"/>
                    <a:pt x="1468" y="399"/>
                  </a:cubicBezTo>
                  <a:cubicBezTo>
                    <a:pt x="1435" y="266"/>
                    <a:pt x="1335" y="199"/>
                    <a:pt x="1201" y="99"/>
                  </a:cubicBezTo>
                  <a:cubicBezTo>
                    <a:pt x="1081" y="34"/>
                    <a:pt x="939" y="0"/>
                    <a:pt x="7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72"/>
            <p:cNvSpPr/>
            <p:nvPr/>
          </p:nvSpPr>
          <p:spPr>
            <a:xfrm>
              <a:off x="1785625" y="2664825"/>
              <a:ext cx="1212550" cy="1048550"/>
            </a:xfrm>
            <a:custGeom>
              <a:rect b="b" l="l" r="r" t="t"/>
              <a:pathLst>
                <a:path extrusionOk="0" h="41942" w="48502">
                  <a:moveTo>
                    <a:pt x="24871" y="0"/>
                  </a:moveTo>
                  <a:cubicBezTo>
                    <a:pt x="15692" y="0"/>
                    <a:pt x="6667" y="4720"/>
                    <a:pt x="3769" y="14512"/>
                  </a:cubicBezTo>
                  <a:cubicBezTo>
                    <a:pt x="0" y="27488"/>
                    <a:pt x="9207" y="41298"/>
                    <a:pt x="22349" y="41898"/>
                  </a:cubicBezTo>
                  <a:cubicBezTo>
                    <a:pt x="22872" y="41927"/>
                    <a:pt x="23399" y="41942"/>
                    <a:pt x="23928" y="41942"/>
                  </a:cubicBezTo>
                  <a:cubicBezTo>
                    <a:pt x="30699" y="41942"/>
                    <a:pt x="37916" y="39547"/>
                    <a:pt x="42464" y="34226"/>
                  </a:cubicBezTo>
                  <a:cubicBezTo>
                    <a:pt x="47401" y="28655"/>
                    <a:pt x="48501" y="20449"/>
                    <a:pt x="46100" y="13545"/>
                  </a:cubicBezTo>
                  <a:cubicBezTo>
                    <a:pt x="44732" y="9542"/>
                    <a:pt x="42197" y="6039"/>
                    <a:pt x="38461" y="3771"/>
                  </a:cubicBezTo>
                  <a:cubicBezTo>
                    <a:pt x="34447" y="1274"/>
                    <a:pt x="29638" y="0"/>
                    <a:pt x="24871" y="0"/>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72"/>
            <p:cNvSpPr/>
            <p:nvPr/>
          </p:nvSpPr>
          <p:spPr>
            <a:xfrm>
              <a:off x="2370200" y="2663825"/>
              <a:ext cx="159300" cy="50250"/>
            </a:xfrm>
            <a:custGeom>
              <a:rect b="b" l="l" r="r" t="t"/>
              <a:pathLst>
                <a:path extrusionOk="0" h="2010" w="6372">
                  <a:moveTo>
                    <a:pt x="1595" y="0"/>
                  </a:moveTo>
                  <a:cubicBezTo>
                    <a:pt x="1353" y="0"/>
                    <a:pt x="1110" y="3"/>
                    <a:pt x="868" y="8"/>
                  </a:cubicBezTo>
                  <a:cubicBezTo>
                    <a:pt x="367" y="8"/>
                    <a:pt x="0" y="408"/>
                    <a:pt x="34" y="875"/>
                  </a:cubicBezTo>
                  <a:cubicBezTo>
                    <a:pt x="34" y="1355"/>
                    <a:pt x="431" y="1711"/>
                    <a:pt x="875" y="1711"/>
                  </a:cubicBezTo>
                  <a:cubicBezTo>
                    <a:pt x="895" y="1711"/>
                    <a:pt x="915" y="1711"/>
                    <a:pt x="934" y="1709"/>
                  </a:cubicBezTo>
                  <a:cubicBezTo>
                    <a:pt x="1156" y="1704"/>
                    <a:pt x="1379" y="1701"/>
                    <a:pt x="1602" y="1701"/>
                  </a:cubicBezTo>
                  <a:cubicBezTo>
                    <a:pt x="2823" y="1701"/>
                    <a:pt x="4064" y="1784"/>
                    <a:pt x="5304" y="2010"/>
                  </a:cubicBezTo>
                  <a:lnTo>
                    <a:pt x="5404" y="2010"/>
                  </a:lnTo>
                  <a:cubicBezTo>
                    <a:pt x="5838" y="2010"/>
                    <a:pt x="6205" y="1709"/>
                    <a:pt x="6305" y="1242"/>
                  </a:cubicBezTo>
                  <a:cubicBezTo>
                    <a:pt x="6372" y="809"/>
                    <a:pt x="6038" y="375"/>
                    <a:pt x="5538" y="308"/>
                  </a:cubicBezTo>
                  <a:cubicBezTo>
                    <a:pt x="4241" y="83"/>
                    <a:pt x="2920" y="0"/>
                    <a:pt x="1595" y="0"/>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72"/>
            <p:cNvSpPr/>
            <p:nvPr/>
          </p:nvSpPr>
          <p:spPr>
            <a:xfrm>
              <a:off x="2616200" y="2707600"/>
              <a:ext cx="375300" cy="762025"/>
            </a:xfrm>
            <a:custGeom>
              <a:rect b="b" l="l" r="r" t="t"/>
              <a:pathLst>
                <a:path extrusionOk="0" h="30481" w="15012">
                  <a:moveTo>
                    <a:pt x="972" y="0"/>
                  </a:moveTo>
                  <a:cubicBezTo>
                    <a:pt x="618" y="0"/>
                    <a:pt x="295" y="201"/>
                    <a:pt x="168" y="559"/>
                  </a:cubicBezTo>
                  <a:cubicBezTo>
                    <a:pt x="1" y="992"/>
                    <a:pt x="201" y="1493"/>
                    <a:pt x="668" y="1660"/>
                  </a:cubicBezTo>
                  <a:cubicBezTo>
                    <a:pt x="1969" y="2160"/>
                    <a:pt x="3170" y="2794"/>
                    <a:pt x="4304" y="3494"/>
                  </a:cubicBezTo>
                  <a:cubicBezTo>
                    <a:pt x="7506" y="5496"/>
                    <a:pt x="9908" y="8598"/>
                    <a:pt x="11242" y="12467"/>
                  </a:cubicBezTo>
                  <a:cubicBezTo>
                    <a:pt x="13177" y="17971"/>
                    <a:pt x="12543" y="24342"/>
                    <a:pt x="9674" y="29146"/>
                  </a:cubicBezTo>
                  <a:cubicBezTo>
                    <a:pt x="9407" y="29580"/>
                    <a:pt x="9541" y="30113"/>
                    <a:pt x="9975" y="30347"/>
                  </a:cubicBezTo>
                  <a:cubicBezTo>
                    <a:pt x="10075" y="30447"/>
                    <a:pt x="10241" y="30480"/>
                    <a:pt x="10408" y="30480"/>
                  </a:cubicBezTo>
                  <a:cubicBezTo>
                    <a:pt x="10708" y="30480"/>
                    <a:pt x="11009" y="30313"/>
                    <a:pt x="11175" y="30080"/>
                  </a:cubicBezTo>
                  <a:cubicBezTo>
                    <a:pt x="14344" y="24743"/>
                    <a:pt x="15011" y="17938"/>
                    <a:pt x="12877" y="11834"/>
                  </a:cubicBezTo>
                  <a:cubicBezTo>
                    <a:pt x="11442" y="7597"/>
                    <a:pt x="8740" y="4161"/>
                    <a:pt x="5204" y="1993"/>
                  </a:cubicBezTo>
                  <a:cubicBezTo>
                    <a:pt x="4004" y="1259"/>
                    <a:pt x="2669" y="592"/>
                    <a:pt x="1302" y="58"/>
                  </a:cubicBezTo>
                  <a:cubicBezTo>
                    <a:pt x="1192" y="19"/>
                    <a:pt x="1081" y="0"/>
                    <a:pt x="972" y="0"/>
                  </a:cubicBez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72"/>
            <p:cNvSpPr/>
            <p:nvPr/>
          </p:nvSpPr>
          <p:spPr>
            <a:xfrm>
              <a:off x="1936550" y="2789400"/>
              <a:ext cx="922350" cy="798600"/>
            </a:xfrm>
            <a:custGeom>
              <a:rect b="b" l="l" r="r" t="t"/>
              <a:pathLst>
                <a:path extrusionOk="0" h="31944" w="36894">
                  <a:moveTo>
                    <a:pt x="18910" y="1"/>
                  </a:moveTo>
                  <a:cubicBezTo>
                    <a:pt x="11917" y="1"/>
                    <a:pt x="5044" y="3585"/>
                    <a:pt x="2869" y="11030"/>
                  </a:cubicBezTo>
                  <a:cubicBezTo>
                    <a:pt x="1" y="20904"/>
                    <a:pt x="7006" y="31411"/>
                    <a:pt x="17013" y="31912"/>
                  </a:cubicBezTo>
                  <a:cubicBezTo>
                    <a:pt x="17403" y="31933"/>
                    <a:pt x="17796" y="31944"/>
                    <a:pt x="18191" y="31944"/>
                  </a:cubicBezTo>
                  <a:cubicBezTo>
                    <a:pt x="23366" y="31944"/>
                    <a:pt x="28855" y="30103"/>
                    <a:pt x="32357" y="26074"/>
                  </a:cubicBezTo>
                  <a:cubicBezTo>
                    <a:pt x="36060" y="21838"/>
                    <a:pt x="36894" y="15567"/>
                    <a:pt x="35059" y="10329"/>
                  </a:cubicBezTo>
                  <a:cubicBezTo>
                    <a:pt x="34025" y="7294"/>
                    <a:pt x="32057" y="4625"/>
                    <a:pt x="29255" y="2857"/>
                  </a:cubicBezTo>
                  <a:cubicBezTo>
                    <a:pt x="26201" y="966"/>
                    <a:pt x="22539" y="1"/>
                    <a:pt x="18910" y="1"/>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72"/>
            <p:cNvSpPr/>
            <p:nvPr/>
          </p:nvSpPr>
          <p:spPr>
            <a:xfrm>
              <a:off x="2408550" y="2490550"/>
              <a:ext cx="10875" cy="82600"/>
            </a:xfrm>
            <a:custGeom>
              <a:rect b="b" l="l" r="r" t="t"/>
              <a:pathLst>
                <a:path extrusionOk="0" h="3304" w="435">
                  <a:moveTo>
                    <a:pt x="1" y="1"/>
                  </a:moveTo>
                  <a:lnTo>
                    <a:pt x="1" y="3303"/>
                  </a:lnTo>
                  <a:lnTo>
                    <a:pt x="434" y="3303"/>
                  </a:lnTo>
                  <a:lnTo>
                    <a:pt x="4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72"/>
            <p:cNvSpPr/>
            <p:nvPr/>
          </p:nvSpPr>
          <p:spPr>
            <a:xfrm>
              <a:off x="2352675" y="2532250"/>
              <a:ext cx="10050" cy="82600"/>
            </a:xfrm>
            <a:custGeom>
              <a:rect b="b" l="l" r="r" t="t"/>
              <a:pathLst>
                <a:path extrusionOk="0" h="3304" w="402">
                  <a:moveTo>
                    <a:pt x="1" y="1"/>
                  </a:moveTo>
                  <a:lnTo>
                    <a:pt x="1" y="3303"/>
                  </a:lnTo>
                  <a:lnTo>
                    <a:pt x="401" y="3303"/>
                  </a:lnTo>
                  <a:lnTo>
                    <a:pt x="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72"/>
            <p:cNvSpPr/>
            <p:nvPr/>
          </p:nvSpPr>
          <p:spPr>
            <a:xfrm>
              <a:off x="2462775" y="2544775"/>
              <a:ext cx="10850" cy="58400"/>
            </a:xfrm>
            <a:custGeom>
              <a:rect b="b" l="l" r="r" t="t"/>
              <a:pathLst>
                <a:path extrusionOk="0" h="2336" w="434">
                  <a:moveTo>
                    <a:pt x="0" y="0"/>
                  </a:moveTo>
                  <a:lnTo>
                    <a:pt x="0" y="2335"/>
                  </a:lnTo>
                  <a:lnTo>
                    <a:pt x="434" y="2335"/>
                  </a:lnTo>
                  <a:lnTo>
                    <a:pt x="4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72"/>
            <p:cNvSpPr/>
            <p:nvPr/>
          </p:nvSpPr>
          <p:spPr>
            <a:xfrm>
              <a:off x="2244275" y="2905850"/>
              <a:ext cx="376950" cy="556250"/>
            </a:xfrm>
            <a:custGeom>
              <a:rect b="b" l="l" r="r" t="t"/>
              <a:pathLst>
                <a:path extrusionOk="0" h="22250" w="15078">
                  <a:moveTo>
                    <a:pt x="6805" y="4871"/>
                  </a:moveTo>
                  <a:cubicBezTo>
                    <a:pt x="7673" y="4871"/>
                    <a:pt x="8306" y="4904"/>
                    <a:pt x="8740" y="4971"/>
                  </a:cubicBezTo>
                  <a:cubicBezTo>
                    <a:pt x="9207" y="5038"/>
                    <a:pt x="9574" y="5238"/>
                    <a:pt x="9974" y="5571"/>
                  </a:cubicBezTo>
                  <a:cubicBezTo>
                    <a:pt x="10308" y="5905"/>
                    <a:pt x="10475" y="6405"/>
                    <a:pt x="10475" y="7139"/>
                  </a:cubicBezTo>
                  <a:cubicBezTo>
                    <a:pt x="10475" y="7806"/>
                    <a:pt x="10208" y="8373"/>
                    <a:pt x="9707" y="8840"/>
                  </a:cubicBezTo>
                  <a:cubicBezTo>
                    <a:pt x="9207" y="9307"/>
                    <a:pt x="8507" y="9541"/>
                    <a:pt x="7573" y="9541"/>
                  </a:cubicBezTo>
                  <a:lnTo>
                    <a:pt x="5371" y="9541"/>
                  </a:lnTo>
                  <a:lnTo>
                    <a:pt x="5371" y="4871"/>
                  </a:lnTo>
                  <a:close/>
                  <a:moveTo>
                    <a:pt x="7806" y="12510"/>
                  </a:moveTo>
                  <a:cubicBezTo>
                    <a:pt x="8907" y="12510"/>
                    <a:pt x="9741" y="12710"/>
                    <a:pt x="10241" y="13110"/>
                  </a:cubicBezTo>
                  <a:cubicBezTo>
                    <a:pt x="10741" y="13544"/>
                    <a:pt x="11008" y="14211"/>
                    <a:pt x="11008" y="15178"/>
                  </a:cubicBezTo>
                  <a:cubicBezTo>
                    <a:pt x="11008" y="16079"/>
                    <a:pt x="10708" y="16746"/>
                    <a:pt x="10041" y="17080"/>
                  </a:cubicBezTo>
                  <a:cubicBezTo>
                    <a:pt x="9407" y="17447"/>
                    <a:pt x="8507" y="17647"/>
                    <a:pt x="7239" y="17647"/>
                  </a:cubicBezTo>
                  <a:lnTo>
                    <a:pt x="5371" y="17647"/>
                  </a:lnTo>
                  <a:lnTo>
                    <a:pt x="5371" y="12510"/>
                  </a:lnTo>
                  <a:close/>
                  <a:moveTo>
                    <a:pt x="6372" y="1"/>
                  </a:moveTo>
                  <a:lnTo>
                    <a:pt x="3570" y="201"/>
                  </a:lnTo>
                  <a:lnTo>
                    <a:pt x="3403" y="1869"/>
                  </a:lnTo>
                  <a:lnTo>
                    <a:pt x="234" y="1869"/>
                  </a:lnTo>
                  <a:lnTo>
                    <a:pt x="0" y="4104"/>
                  </a:lnTo>
                  <a:cubicBezTo>
                    <a:pt x="234" y="4437"/>
                    <a:pt x="734" y="4771"/>
                    <a:pt x="1502" y="5038"/>
                  </a:cubicBezTo>
                  <a:lnTo>
                    <a:pt x="1502" y="17413"/>
                  </a:lnTo>
                  <a:cubicBezTo>
                    <a:pt x="734" y="17713"/>
                    <a:pt x="234" y="18014"/>
                    <a:pt x="0" y="18280"/>
                  </a:cubicBezTo>
                  <a:lnTo>
                    <a:pt x="234" y="20549"/>
                  </a:lnTo>
                  <a:lnTo>
                    <a:pt x="3403" y="20549"/>
                  </a:lnTo>
                  <a:lnTo>
                    <a:pt x="3536" y="22050"/>
                  </a:lnTo>
                  <a:lnTo>
                    <a:pt x="6338" y="22250"/>
                  </a:lnTo>
                  <a:lnTo>
                    <a:pt x="6405" y="20549"/>
                  </a:lnTo>
                  <a:lnTo>
                    <a:pt x="7873" y="20549"/>
                  </a:lnTo>
                  <a:lnTo>
                    <a:pt x="8006" y="22050"/>
                  </a:lnTo>
                  <a:lnTo>
                    <a:pt x="10775" y="22250"/>
                  </a:lnTo>
                  <a:lnTo>
                    <a:pt x="10875" y="20115"/>
                  </a:lnTo>
                  <a:cubicBezTo>
                    <a:pt x="11842" y="19882"/>
                    <a:pt x="12609" y="19548"/>
                    <a:pt x="13243" y="19081"/>
                  </a:cubicBezTo>
                  <a:cubicBezTo>
                    <a:pt x="14411" y="18214"/>
                    <a:pt x="15045" y="16879"/>
                    <a:pt x="15045" y="15045"/>
                  </a:cubicBezTo>
                  <a:cubicBezTo>
                    <a:pt x="15078" y="12843"/>
                    <a:pt x="14211" y="11242"/>
                    <a:pt x="12543" y="10375"/>
                  </a:cubicBezTo>
                  <a:cubicBezTo>
                    <a:pt x="13877" y="9307"/>
                    <a:pt x="14511" y="8140"/>
                    <a:pt x="14511" y="6872"/>
                  </a:cubicBezTo>
                  <a:cubicBezTo>
                    <a:pt x="14511" y="5238"/>
                    <a:pt x="14044" y="4004"/>
                    <a:pt x="13110" y="3203"/>
                  </a:cubicBezTo>
                  <a:cubicBezTo>
                    <a:pt x="12710" y="2836"/>
                    <a:pt x="12009" y="2536"/>
                    <a:pt x="11042" y="2302"/>
                  </a:cubicBezTo>
                  <a:cubicBezTo>
                    <a:pt x="11008" y="2302"/>
                    <a:pt x="10942" y="2236"/>
                    <a:pt x="10908" y="2236"/>
                  </a:cubicBezTo>
                  <a:lnTo>
                    <a:pt x="10842" y="1"/>
                  </a:lnTo>
                  <a:lnTo>
                    <a:pt x="8040" y="201"/>
                  </a:lnTo>
                  <a:lnTo>
                    <a:pt x="7873" y="1902"/>
                  </a:lnTo>
                  <a:cubicBezTo>
                    <a:pt x="7406" y="1902"/>
                    <a:pt x="6939" y="1869"/>
                    <a:pt x="6438" y="1869"/>
                  </a:cubicBezTo>
                  <a:lnTo>
                    <a:pt x="6372" y="1"/>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72"/>
            <p:cNvSpPr/>
            <p:nvPr/>
          </p:nvSpPr>
          <p:spPr>
            <a:xfrm>
              <a:off x="1966575" y="2790775"/>
              <a:ext cx="868975" cy="803100"/>
            </a:xfrm>
            <a:custGeom>
              <a:rect b="b" l="l" r="r" t="t"/>
              <a:pathLst>
                <a:path extrusionOk="0" h="32124" w="34759">
                  <a:moveTo>
                    <a:pt x="14111" y="0"/>
                  </a:moveTo>
                  <a:cubicBezTo>
                    <a:pt x="7773" y="1168"/>
                    <a:pt x="3136" y="5137"/>
                    <a:pt x="1468" y="10875"/>
                  </a:cubicBezTo>
                  <a:cubicBezTo>
                    <a:pt x="1" y="15845"/>
                    <a:pt x="935" y="21149"/>
                    <a:pt x="3970" y="25385"/>
                  </a:cubicBezTo>
                  <a:cubicBezTo>
                    <a:pt x="6805" y="29388"/>
                    <a:pt x="11108" y="31823"/>
                    <a:pt x="15778" y="32057"/>
                  </a:cubicBezTo>
                  <a:cubicBezTo>
                    <a:pt x="16179" y="32123"/>
                    <a:pt x="16546" y="32123"/>
                    <a:pt x="16946" y="32123"/>
                  </a:cubicBezTo>
                  <a:cubicBezTo>
                    <a:pt x="22750" y="32123"/>
                    <a:pt x="28021" y="29955"/>
                    <a:pt x="31323" y="26152"/>
                  </a:cubicBezTo>
                  <a:cubicBezTo>
                    <a:pt x="33024" y="24151"/>
                    <a:pt x="34258" y="21649"/>
                    <a:pt x="34759" y="18881"/>
                  </a:cubicBezTo>
                  <a:lnTo>
                    <a:pt x="34325" y="18814"/>
                  </a:lnTo>
                  <a:cubicBezTo>
                    <a:pt x="33825" y="21482"/>
                    <a:pt x="32657" y="23951"/>
                    <a:pt x="30989" y="25852"/>
                  </a:cubicBezTo>
                  <a:cubicBezTo>
                    <a:pt x="27811" y="29565"/>
                    <a:pt x="22556" y="31646"/>
                    <a:pt x="16846" y="31646"/>
                  </a:cubicBezTo>
                  <a:cubicBezTo>
                    <a:pt x="16503" y="31646"/>
                    <a:pt x="16158" y="31638"/>
                    <a:pt x="15812" y="31623"/>
                  </a:cubicBezTo>
                  <a:cubicBezTo>
                    <a:pt x="11275" y="31390"/>
                    <a:pt x="7072" y="29021"/>
                    <a:pt x="4304" y="25152"/>
                  </a:cubicBezTo>
                  <a:cubicBezTo>
                    <a:pt x="1335" y="20982"/>
                    <a:pt x="468" y="15845"/>
                    <a:pt x="1902" y="11008"/>
                  </a:cubicBezTo>
                  <a:cubicBezTo>
                    <a:pt x="3503" y="5438"/>
                    <a:pt x="8006" y="1535"/>
                    <a:pt x="14177" y="434"/>
                  </a:cubicBezTo>
                  <a:lnTo>
                    <a:pt x="14111" y="0"/>
                  </a:ln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72"/>
            <p:cNvSpPr/>
            <p:nvPr/>
          </p:nvSpPr>
          <p:spPr>
            <a:xfrm>
              <a:off x="1857325" y="2761575"/>
              <a:ext cx="227700" cy="219350"/>
            </a:xfrm>
            <a:custGeom>
              <a:rect b="b" l="l" r="r" t="t"/>
              <a:pathLst>
                <a:path extrusionOk="0" h="8774" w="9108">
                  <a:moveTo>
                    <a:pt x="3870" y="1"/>
                  </a:moveTo>
                  <a:lnTo>
                    <a:pt x="2836" y="3904"/>
                  </a:lnTo>
                  <a:lnTo>
                    <a:pt x="1" y="4938"/>
                  </a:lnTo>
                  <a:lnTo>
                    <a:pt x="2836" y="5972"/>
                  </a:lnTo>
                  <a:lnTo>
                    <a:pt x="3870" y="8774"/>
                  </a:lnTo>
                  <a:lnTo>
                    <a:pt x="4938" y="5972"/>
                  </a:lnTo>
                  <a:lnTo>
                    <a:pt x="9107" y="4938"/>
                  </a:lnTo>
                  <a:lnTo>
                    <a:pt x="4938" y="3904"/>
                  </a:lnTo>
                  <a:lnTo>
                    <a:pt x="387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72"/>
            <p:cNvSpPr/>
            <p:nvPr/>
          </p:nvSpPr>
          <p:spPr>
            <a:xfrm>
              <a:off x="2487775" y="3660575"/>
              <a:ext cx="145975" cy="140950"/>
            </a:xfrm>
            <a:custGeom>
              <a:rect b="b" l="l" r="r" t="t"/>
              <a:pathLst>
                <a:path extrusionOk="0" h="5638" w="5839">
                  <a:moveTo>
                    <a:pt x="2469" y="0"/>
                  </a:moveTo>
                  <a:lnTo>
                    <a:pt x="1802" y="2468"/>
                  </a:lnTo>
                  <a:lnTo>
                    <a:pt x="1" y="3136"/>
                  </a:lnTo>
                  <a:lnTo>
                    <a:pt x="1802" y="3803"/>
                  </a:lnTo>
                  <a:lnTo>
                    <a:pt x="2469" y="5637"/>
                  </a:lnTo>
                  <a:lnTo>
                    <a:pt x="3136" y="3803"/>
                  </a:lnTo>
                  <a:lnTo>
                    <a:pt x="5838" y="3136"/>
                  </a:lnTo>
                  <a:lnTo>
                    <a:pt x="3136" y="2468"/>
                  </a:lnTo>
                  <a:lnTo>
                    <a:pt x="246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72"/>
            <p:cNvSpPr/>
            <p:nvPr/>
          </p:nvSpPr>
          <p:spPr>
            <a:xfrm>
              <a:off x="2344350" y="3749800"/>
              <a:ext cx="105100" cy="101750"/>
            </a:xfrm>
            <a:custGeom>
              <a:rect b="b" l="l" r="r" t="t"/>
              <a:pathLst>
                <a:path extrusionOk="0" h="4070" w="4204">
                  <a:moveTo>
                    <a:pt x="1802" y="0"/>
                  </a:moveTo>
                  <a:lnTo>
                    <a:pt x="1335" y="1802"/>
                  </a:lnTo>
                  <a:lnTo>
                    <a:pt x="0" y="2302"/>
                  </a:lnTo>
                  <a:lnTo>
                    <a:pt x="1335" y="2769"/>
                  </a:lnTo>
                  <a:lnTo>
                    <a:pt x="1802" y="4070"/>
                  </a:lnTo>
                  <a:lnTo>
                    <a:pt x="2302" y="2769"/>
                  </a:lnTo>
                  <a:lnTo>
                    <a:pt x="4203" y="2302"/>
                  </a:lnTo>
                  <a:lnTo>
                    <a:pt x="2302" y="1802"/>
                  </a:lnTo>
                  <a:lnTo>
                    <a:pt x="180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73"/>
          <p:cNvSpPr txBox="1"/>
          <p:nvPr>
            <p:ph idx="14" type="title"/>
          </p:nvPr>
        </p:nvSpPr>
        <p:spPr>
          <a:xfrm>
            <a:off x="4687827" y="1966193"/>
            <a:ext cx="775800" cy="7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031" name="Google Shape;2031;p73"/>
          <p:cNvSpPr txBox="1"/>
          <p:nvPr>
            <p:ph idx="9" type="title"/>
          </p:nvPr>
        </p:nvSpPr>
        <p:spPr>
          <a:xfrm>
            <a:off x="943977" y="1966193"/>
            <a:ext cx="775800" cy="7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01</a:t>
            </a:r>
            <a:endParaRPr sz="2500"/>
          </a:p>
        </p:txBody>
      </p:sp>
      <p:sp>
        <p:nvSpPr>
          <p:cNvPr id="2032" name="Google Shape;2032;p7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2033" name="Google Shape;2033;p73"/>
          <p:cNvSpPr txBox="1"/>
          <p:nvPr>
            <p:ph idx="2" type="title"/>
          </p:nvPr>
        </p:nvSpPr>
        <p:spPr>
          <a:xfrm>
            <a:off x="1872300" y="1832275"/>
            <a:ext cx="2531100" cy="62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Risk Parity Portfolio VS</a:t>
            </a:r>
            <a:endParaRPr sz="1400"/>
          </a:p>
          <a:p>
            <a:pPr indent="0" lvl="0" marL="0" rtl="0" algn="l">
              <a:spcBef>
                <a:spcPts val="0"/>
              </a:spcBef>
              <a:spcAft>
                <a:spcPts val="0"/>
              </a:spcAft>
              <a:buNone/>
            </a:pPr>
            <a:r>
              <a:rPr lang="en" sz="1400"/>
              <a:t>Equally Weighted Portfolio</a:t>
            </a:r>
            <a:endParaRPr sz="1400"/>
          </a:p>
        </p:txBody>
      </p:sp>
      <p:sp>
        <p:nvSpPr>
          <p:cNvPr id="2034" name="Google Shape;2034;p73"/>
          <p:cNvSpPr txBox="1"/>
          <p:nvPr>
            <p:ph idx="3" type="title"/>
          </p:nvPr>
        </p:nvSpPr>
        <p:spPr>
          <a:xfrm>
            <a:off x="5616000" y="1966200"/>
            <a:ext cx="2531100" cy="62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Market Timing Strategies</a:t>
            </a:r>
            <a:endParaRPr sz="1400"/>
          </a:p>
        </p:txBody>
      </p:sp>
      <p:sp>
        <p:nvSpPr>
          <p:cNvPr id="2035" name="Google Shape;2035;p73"/>
          <p:cNvSpPr txBox="1"/>
          <p:nvPr>
            <p:ph idx="1" type="subTitle"/>
          </p:nvPr>
        </p:nvSpPr>
        <p:spPr>
          <a:xfrm>
            <a:off x="1872275" y="2235800"/>
            <a:ext cx="2531100" cy="68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Days 1 to 100 VS Days 101 to 250</a:t>
            </a:r>
            <a:endParaRPr/>
          </a:p>
        </p:txBody>
      </p:sp>
      <p:sp>
        <p:nvSpPr>
          <p:cNvPr id="2036" name="Google Shape;2036;p73"/>
          <p:cNvSpPr txBox="1"/>
          <p:nvPr>
            <p:ph idx="1" type="subTitle"/>
          </p:nvPr>
        </p:nvSpPr>
        <p:spPr>
          <a:xfrm>
            <a:off x="5606075" y="2235800"/>
            <a:ext cx="2531100" cy="68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SMA VS MACD VS RSI VS GI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0" name="Shape 2040"/>
        <p:cNvGrpSpPr/>
        <p:nvPr/>
      </p:nvGrpSpPr>
      <p:grpSpPr>
        <a:xfrm>
          <a:off x="0" y="0"/>
          <a:ext cx="0" cy="0"/>
          <a:chOff x="0" y="0"/>
          <a:chExt cx="0" cy="0"/>
        </a:xfrm>
      </p:grpSpPr>
      <p:sp>
        <p:nvSpPr>
          <p:cNvPr id="2041" name="Google Shape;2041;p74"/>
          <p:cNvSpPr txBox="1"/>
          <p:nvPr>
            <p:ph type="title"/>
          </p:nvPr>
        </p:nvSpPr>
        <p:spPr>
          <a:xfrm>
            <a:off x="2566775" y="2782800"/>
            <a:ext cx="5864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300"/>
              <a:t>Risk Parity Portfolio VS</a:t>
            </a:r>
            <a:endParaRPr sz="3300"/>
          </a:p>
          <a:p>
            <a:pPr indent="0" lvl="0" marL="0" rtl="0" algn="ctr">
              <a:spcBef>
                <a:spcPts val="0"/>
              </a:spcBef>
              <a:spcAft>
                <a:spcPts val="0"/>
              </a:spcAft>
              <a:buClr>
                <a:schemeClr val="dk1"/>
              </a:buClr>
              <a:buSzPts val="1100"/>
              <a:buFont typeface="Arial"/>
              <a:buNone/>
            </a:pPr>
            <a:r>
              <a:rPr lang="en" sz="3300"/>
              <a:t>Equally Weighted Portfolio</a:t>
            </a:r>
            <a:endParaRPr sz="3300"/>
          </a:p>
        </p:txBody>
      </p:sp>
      <p:sp>
        <p:nvSpPr>
          <p:cNvPr id="2042" name="Google Shape;2042;p74"/>
          <p:cNvSpPr txBox="1"/>
          <p:nvPr>
            <p:ph idx="2" type="title"/>
          </p:nvPr>
        </p:nvSpPr>
        <p:spPr>
          <a:xfrm>
            <a:off x="4887075" y="1149000"/>
            <a:ext cx="1223100" cy="122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043" name="Google Shape;2043;p74"/>
          <p:cNvSpPr txBox="1"/>
          <p:nvPr>
            <p:ph idx="1" type="subTitle"/>
          </p:nvPr>
        </p:nvSpPr>
        <p:spPr>
          <a:xfrm>
            <a:off x="3071325" y="3777000"/>
            <a:ext cx="4854600" cy="5985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Clr>
                <a:schemeClr val="dk1"/>
              </a:buClr>
              <a:buSzPts val="1100"/>
              <a:buFont typeface="Arial"/>
              <a:buNone/>
            </a:pPr>
            <a:r>
              <a:rPr lang="en"/>
              <a:t>Days 1 to 100 VS Days 101 to 250</a:t>
            </a:r>
            <a:endParaRPr/>
          </a:p>
        </p:txBody>
      </p:sp>
      <p:grpSp>
        <p:nvGrpSpPr>
          <p:cNvPr id="2044" name="Google Shape;2044;p74"/>
          <p:cNvGrpSpPr/>
          <p:nvPr/>
        </p:nvGrpSpPr>
        <p:grpSpPr>
          <a:xfrm>
            <a:off x="-813842" y="1399457"/>
            <a:ext cx="3605778" cy="3847521"/>
            <a:chOff x="-6201300" y="564388"/>
            <a:chExt cx="4117125" cy="4393150"/>
          </a:xfrm>
        </p:grpSpPr>
        <p:sp>
          <p:nvSpPr>
            <p:cNvPr id="2045" name="Google Shape;2045;p74"/>
            <p:cNvSpPr/>
            <p:nvPr/>
          </p:nvSpPr>
          <p:spPr>
            <a:xfrm>
              <a:off x="-6201300" y="2921263"/>
              <a:ext cx="3096600" cy="2036275"/>
            </a:xfrm>
            <a:custGeom>
              <a:rect b="b" l="l" r="r" t="t"/>
              <a:pathLst>
                <a:path extrusionOk="0" h="81451" w="123864">
                  <a:moveTo>
                    <a:pt x="99969" y="1"/>
                  </a:moveTo>
                  <a:cubicBezTo>
                    <a:pt x="77449" y="1"/>
                    <a:pt x="45376" y="958"/>
                    <a:pt x="44956" y="2179"/>
                  </a:cubicBezTo>
                  <a:cubicBezTo>
                    <a:pt x="44318" y="4063"/>
                    <a:pt x="61704" y="20386"/>
                    <a:pt x="61704" y="20386"/>
                  </a:cubicBezTo>
                  <a:lnTo>
                    <a:pt x="1" y="81450"/>
                  </a:lnTo>
                  <a:lnTo>
                    <a:pt x="76416" y="81450"/>
                  </a:lnTo>
                  <a:lnTo>
                    <a:pt x="100246" y="57620"/>
                  </a:lnTo>
                  <a:cubicBezTo>
                    <a:pt x="100246" y="57620"/>
                    <a:pt x="116125" y="74262"/>
                    <a:pt x="118666" y="74262"/>
                  </a:cubicBezTo>
                  <a:cubicBezTo>
                    <a:pt x="118710" y="74262"/>
                    <a:pt x="118751" y="74257"/>
                    <a:pt x="118787" y="74247"/>
                  </a:cubicBezTo>
                  <a:cubicBezTo>
                    <a:pt x="120885" y="73578"/>
                    <a:pt x="123863" y="2665"/>
                    <a:pt x="121553" y="872"/>
                  </a:cubicBezTo>
                  <a:cubicBezTo>
                    <a:pt x="120774" y="259"/>
                    <a:pt x="111659" y="1"/>
                    <a:pt x="999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74"/>
            <p:cNvSpPr/>
            <p:nvPr/>
          </p:nvSpPr>
          <p:spPr>
            <a:xfrm>
              <a:off x="-5057150" y="1611738"/>
              <a:ext cx="621950" cy="794525"/>
            </a:xfrm>
            <a:custGeom>
              <a:rect b="b" l="l" r="r" t="t"/>
              <a:pathLst>
                <a:path extrusionOk="0" h="31781" w="24878">
                  <a:moveTo>
                    <a:pt x="19234" y="1"/>
                  </a:moveTo>
                  <a:cubicBezTo>
                    <a:pt x="18152" y="1"/>
                    <a:pt x="16957" y="310"/>
                    <a:pt x="15695" y="1033"/>
                  </a:cubicBezTo>
                  <a:cubicBezTo>
                    <a:pt x="9312" y="4711"/>
                    <a:pt x="1348" y="20577"/>
                    <a:pt x="862" y="23921"/>
                  </a:cubicBezTo>
                  <a:cubicBezTo>
                    <a:pt x="0" y="28248"/>
                    <a:pt x="2317" y="31781"/>
                    <a:pt x="5546" y="31781"/>
                  </a:cubicBezTo>
                  <a:cubicBezTo>
                    <a:pt x="7329" y="31781"/>
                    <a:pt x="9391" y="30703"/>
                    <a:pt x="11349" y="28085"/>
                  </a:cubicBezTo>
                  <a:cubicBezTo>
                    <a:pt x="12352" y="27082"/>
                    <a:pt x="24084" y="10395"/>
                    <a:pt x="24601" y="5866"/>
                  </a:cubicBezTo>
                  <a:cubicBezTo>
                    <a:pt x="24877" y="3012"/>
                    <a:pt x="22609" y="1"/>
                    <a:pt x="19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74"/>
            <p:cNvSpPr/>
            <p:nvPr/>
          </p:nvSpPr>
          <p:spPr>
            <a:xfrm>
              <a:off x="-4029100" y="1612338"/>
              <a:ext cx="648475" cy="824250"/>
            </a:xfrm>
            <a:custGeom>
              <a:rect b="b" l="l" r="r" t="t"/>
              <a:pathLst>
                <a:path extrusionOk="0" h="32970" w="25939">
                  <a:moveTo>
                    <a:pt x="5555" y="0"/>
                  </a:moveTo>
                  <a:cubicBezTo>
                    <a:pt x="2194" y="0"/>
                    <a:pt x="0" y="3026"/>
                    <a:pt x="318" y="5933"/>
                  </a:cubicBezTo>
                  <a:cubicBezTo>
                    <a:pt x="957" y="10553"/>
                    <a:pt x="13358" y="28000"/>
                    <a:pt x="14391" y="29064"/>
                  </a:cubicBezTo>
                  <a:cubicBezTo>
                    <a:pt x="16484" y="31829"/>
                    <a:pt x="18649" y="32969"/>
                    <a:pt x="20487" y="32969"/>
                  </a:cubicBezTo>
                  <a:cubicBezTo>
                    <a:pt x="23719" y="32969"/>
                    <a:pt x="25938" y="29440"/>
                    <a:pt x="24969" y="25022"/>
                  </a:cubicBezTo>
                  <a:cubicBezTo>
                    <a:pt x="24422" y="21587"/>
                    <a:pt x="15911" y="5082"/>
                    <a:pt x="9315" y="1161"/>
                  </a:cubicBezTo>
                  <a:cubicBezTo>
                    <a:pt x="7963" y="347"/>
                    <a:pt x="6692" y="0"/>
                    <a:pt x="555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74"/>
            <p:cNvSpPr/>
            <p:nvPr/>
          </p:nvSpPr>
          <p:spPr>
            <a:xfrm>
              <a:off x="-3287100" y="1634488"/>
              <a:ext cx="280050" cy="297425"/>
            </a:xfrm>
            <a:custGeom>
              <a:rect b="b" l="l" r="r" t="t"/>
              <a:pathLst>
                <a:path extrusionOk="0" h="11897" w="11202">
                  <a:moveTo>
                    <a:pt x="6721" y="0"/>
                  </a:moveTo>
                  <a:cubicBezTo>
                    <a:pt x="6709" y="0"/>
                    <a:pt x="6698" y="1"/>
                    <a:pt x="6688" y="1"/>
                  </a:cubicBezTo>
                  <a:cubicBezTo>
                    <a:pt x="5928" y="93"/>
                    <a:pt x="4195" y="1"/>
                    <a:pt x="2888" y="1126"/>
                  </a:cubicBezTo>
                  <a:cubicBezTo>
                    <a:pt x="1611" y="2190"/>
                    <a:pt x="0" y="8938"/>
                    <a:pt x="0" y="8938"/>
                  </a:cubicBezTo>
                  <a:cubicBezTo>
                    <a:pt x="0" y="8938"/>
                    <a:pt x="3376" y="11897"/>
                    <a:pt x="5228" y="11897"/>
                  </a:cubicBezTo>
                  <a:cubicBezTo>
                    <a:pt x="5612" y="11897"/>
                    <a:pt x="5931" y="11769"/>
                    <a:pt x="6140" y="11461"/>
                  </a:cubicBezTo>
                  <a:cubicBezTo>
                    <a:pt x="7417" y="11309"/>
                    <a:pt x="8420" y="10579"/>
                    <a:pt x="8420" y="10579"/>
                  </a:cubicBezTo>
                  <a:cubicBezTo>
                    <a:pt x="9514" y="10458"/>
                    <a:pt x="9849" y="9576"/>
                    <a:pt x="9514" y="8725"/>
                  </a:cubicBezTo>
                  <a:cubicBezTo>
                    <a:pt x="10335" y="8269"/>
                    <a:pt x="10092" y="6810"/>
                    <a:pt x="9393" y="6749"/>
                  </a:cubicBezTo>
                  <a:cubicBezTo>
                    <a:pt x="10335" y="6172"/>
                    <a:pt x="10001" y="4530"/>
                    <a:pt x="8937" y="4500"/>
                  </a:cubicBezTo>
                  <a:cubicBezTo>
                    <a:pt x="10031" y="3740"/>
                    <a:pt x="9484" y="2342"/>
                    <a:pt x="7995" y="2190"/>
                  </a:cubicBezTo>
                  <a:cubicBezTo>
                    <a:pt x="11202" y="2100"/>
                    <a:pt x="7552" y="0"/>
                    <a:pt x="6721"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74"/>
            <p:cNvSpPr/>
            <p:nvPr/>
          </p:nvSpPr>
          <p:spPr>
            <a:xfrm>
              <a:off x="-3689250" y="1807013"/>
              <a:ext cx="570875" cy="629975"/>
            </a:xfrm>
            <a:custGeom>
              <a:rect b="b" l="l" r="r" t="t"/>
              <a:pathLst>
                <a:path extrusionOk="0" h="25199" w="22835">
                  <a:moveTo>
                    <a:pt x="15570" y="0"/>
                  </a:moveTo>
                  <a:cubicBezTo>
                    <a:pt x="10159" y="6140"/>
                    <a:pt x="5357" y="11885"/>
                    <a:pt x="2712" y="16080"/>
                  </a:cubicBezTo>
                  <a:cubicBezTo>
                    <a:pt x="1" y="21236"/>
                    <a:pt x="3107" y="25198"/>
                    <a:pt x="7000" y="25198"/>
                  </a:cubicBezTo>
                  <a:cubicBezTo>
                    <a:pt x="8868" y="25198"/>
                    <a:pt x="10916" y="24287"/>
                    <a:pt x="12591" y="22159"/>
                  </a:cubicBezTo>
                  <a:cubicBezTo>
                    <a:pt x="15691" y="18390"/>
                    <a:pt x="22834" y="4742"/>
                    <a:pt x="22834" y="4742"/>
                  </a:cubicBezTo>
                  <a:cubicBezTo>
                    <a:pt x="17394" y="3101"/>
                    <a:pt x="15570" y="0"/>
                    <a:pt x="155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74"/>
            <p:cNvSpPr/>
            <p:nvPr/>
          </p:nvSpPr>
          <p:spPr>
            <a:xfrm>
              <a:off x="-3530275" y="2028888"/>
              <a:ext cx="41075" cy="142900"/>
            </a:xfrm>
            <a:custGeom>
              <a:rect b="b" l="l" r="r" t="t"/>
              <a:pathLst>
                <a:path extrusionOk="0" h="5716" w="1643">
                  <a:moveTo>
                    <a:pt x="1490" y="1"/>
                  </a:moveTo>
                  <a:cubicBezTo>
                    <a:pt x="1429" y="1"/>
                    <a:pt x="1338" y="92"/>
                    <a:pt x="1308" y="153"/>
                  </a:cubicBezTo>
                  <a:lnTo>
                    <a:pt x="1" y="5624"/>
                  </a:lnTo>
                  <a:lnTo>
                    <a:pt x="396" y="5715"/>
                  </a:lnTo>
                  <a:lnTo>
                    <a:pt x="1277" y="1825"/>
                  </a:lnTo>
                  <a:lnTo>
                    <a:pt x="1277" y="3922"/>
                  </a:lnTo>
                  <a:lnTo>
                    <a:pt x="1642" y="3922"/>
                  </a:lnTo>
                  <a:lnTo>
                    <a:pt x="1642" y="214"/>
                  </a:lnTo>
                  <a:cubicBezTo>
                    <a:pt x="1642" y="92"/>
                    <a:pt x="1612" y="1"/>
                    <a:pt x="1490" y="1"/>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74"/>
            <p:cNvSpPr/>
            <p:nvPr/>
          </p:nvSpPr>
          <p:spPr>
            <a:xfrm>
              <a:off x="-3344100" y="1848813"/>
              <a:ext cx="196075" cy="138325"/>
            </a:xfrm>
            <a:custGeom>
              <a:rect b="b" l="l" r="r" t="t"/>
              <a:pathLst>
                <a:path extrusionOk="0" h="5533" w="7843">
                  <a:moveTo>
                    <a:pt x="305" y="0"/>
                  </a:moveTo>
                  <a:lnTo>
                    <a:pt x="1" y="213"/>
                  </a:lnTo>
                  <a:cubicBezTo>
                    <a:pt x="1581" y="2584"/>
                    <a:pt x="4195" y="4377"/>
                    <a:pt x="7721" y="5532"/>
                  </a:cubicBezTo>
                  <a:lnTo>
                    <a:pt x="7843" y="5167"/>
                  </a:lnTo>
                  <a:cubicBezTo>
                    <a:pt x="4378" y="4012"/>
                    <a:pt x="1825" y="2280"/>
                    <a:pt x="305"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74"/>
            <p:cNvSpPr/>
            <p:nvPr/>
          </p:nvSpPr>
          <p:spPr>
            <a:xfrm>
              <a:off x="-3173125" y="1930113"/>
              <a:ext cx="22825" cy="22825"/>
            </a:xfrm>
            <a:custGeom>
              <a:rect b="b" l="l" r="r" t="t"/>
              <a:pathLst>
                <a:path extrusionOk="0" h="913" w="913">
                  <a:moveTo>
                    <a:pt x="457" y="0"/>
                  </a:moveTo>
                  <a:cubicBezTo>
                    <a:pt x="214" y="0"/>
                    <a:pt x="1" y="244"/>
                    <a:pt x="1" y="456"/>
                  </a:cubicBezTo>
                  <a:cubicBezTo>
                    <a:pt x="1" y="730"/>
                    <a:pt x="244" y="912"/>
                    <a:pt x="457" y="912"/>
                  </a:cubicBezTo>
                  <a:cubicBezTo>
                    <a:pt x="730" y="912"/>
                    <a:pt x="913" y="699"/>
                    <a:pt x="913" y="456"/>
                  </a:cubicBezTo>
                  <a:cubicBezTo>
                    <a:pt x="913" y="213"/>
                    <a:pt x="730" y="0"/>
                    <a:pt x="457" y="0"/>
                  </a:cubicBezTo>
                  <a:close/>
                </a:path>
              </a:pathLst>
            </a:custGeom>
            <a:solidFill>
              <a:srgbClr val="D9E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74"/>
            <p:cNvSpPr/>
            <p:nvPr/>
          </p:nvSpPr>
          <p:spPr>
            <a:xfrm>
              <a:off x="-4714950" y="3665588"/>
              <a:ext cx="363275" cy="550075"/>
            </a:xfrm>
            <a:custGeom>
              <a:rect b="b" l="l" r="r" t="t"/>
              <a:pathLst>
                <a:path extrusionOk="0" h="22003" w="14531">
                  <a:moveTo>
                    <a:pt x="5433" y="1"/>
                  </a:moveTo>
                  <a:cubicBezTo>
                    <a:pt x="5160" y="1"/>
                    <a:pt x="4887" y="32"/>
                    <a:pt x="4621" y="96"/>
                  </a:cubicBezTo>
                  <a:cubicBezTo>
                    <a:pt x="3436" y="339"/>
                    <a:pt x="2402" y="1160"/>
                    <a:pt x="1886" y="2254"/>
                  </a:cubicBezTo>
                  <a:cubicBezTo>
                    <a:pt x="1" y="3348"/>
                    <a:pt x="2980" y="16905"/>
                    <a:pt x="2980" y="16905"/>
                  </a:cubicBezTo>
                  <a:cubicBezTo>
                    <a:pt x="2980" y="16905"/>
                    <a:pt x="4144" y="22003"/>
                    <a:pt x="8336" y="22003"/>
                  </a:cubicBezTo>
                  <a:cubicBezTo>
                    <a:pt x="8687" y="22003"/>
                    <a:pt x="9059" y="21967"/>
                    <a:pt x="9454" y="21890"/>
                  </a:cubicBezTo>
                  <a:cubicBezTo>
                    <a:pt x="14530" y="20917"/>
                    <a:pt x="11825" y="13531"/>
                    <a:pt x="11308" y="11251"/>
                  </a:cubicBezTo>
                  <a:cubicBezTo>
                    <a:pt x="10761" y="8972"/>
                    <a:pt x="8907" y="2588"/>
                    <a:pt x="8907" y="2588"/>
                  </a:cubicBezTo>
                  <a:cubicBezTo>
                    <a:pt x="8545" y="988"/>
                    <a:pt x="6978" y="1"/>
                    <a:pt x="5433"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74"/>
            <p:cNvSpPr/>
            <p:nvPr/>
          </p:nvSpPr>
          <p:spPr>
            <a:xfrm>
              <a:off x="-4685300" y="3603388"/>
              <a:ext cx="193800" cy="236350"/>
            </a:xfrm>
            <a:custGeom>
              <a:rect b="b" l="l" r="r" t="t"/>
              <a:pathLst>
                <a:path extrusionOk="0" h="9454" w="7752">
                  <a:moveTo>
                    <a:pt x="7235" y="0"/>
                  </a:moveTo>
                  <a:lnTo>
                    <a:pt x="0" y="335"/>
                  </a:lnTo>
                  <a:lnTo>
                    <a:pt x="1186" y="8663"/>
                  </a:lnTo>
                  <a:cubicBezTo>
                    <a:pt x="1216" y="8967"/>
                    <a:pt x="1307" y="9210"/>
                    <a:pt x="1368" y="9453"/>
                  </a:cubicBezTo>
                  <a:cubicBezTo>
                    <a:pt x="2039" y="8165"/>
                    <a:pt x="3795" y="7420"/>
                    <a:pt x="5317" y="7420"/>
                  </a:cubicBezTo>
                  <a:cubicBezTo>
                    <a:pt x="6417" y="7420"/>
                    <a:pt x="7394" y="7809"/>
                    <a:pt x="7751" y="8663"/>
                  </a:cubicBezTo>
                  <a:lnTo>
                    <a:pt x="72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74"/>
            <p:cNvSpPr/>
            <p:nvPr/>
          </p:nvSpPr>
          <p:spPr>
            <a:xfrm>
              <a:off x="-4597925" y="4095788"/>
              <a:ext cx="188500" cy="100325"/>
            </a:xfrm>
            <a:custGeom>
              <a:rect b="b" l="l" r="r" t="t"/>
              <a:pathLst>
                <a:path extrusionOk="0" h="4013" w="7540">
                  <a:moveTo>
                    <a:pt x="7144" y="1"/>
                  </a:moveTo>
                  <a:cubicBezTo>
                    <a:pt x="7144" y="1521"/>
                    <a:pt x="6354" y="2797"/>
                    <a:pt x="5016" y="3344"/>
                  </a:cubicBezTo>
                  <a:cubicBezTo>
                    <a:pt x="4555" y="3547"/>
                    <a:pt x="4071" y="3647"/>
                    <a:pt x="3580" y="3647"/>
                  </a:cubicBezTo>
                  <a:cubicBezTo>
                    <a:pt x="2454" y="3647"/>
                    <a:pt x="1291" y="3123"/>
                    <a:pt x="274" y="2128"/>
                  </a:cubicBezTo>
                  <a:lnTo>
                    <a:pt x="1" y="2402"/>
                  </a:lnTo>
                  <a:cubicBezTo>
                    <a:pt x="1065" y="3435"/>
                    <a:pt x="2372" y="4013"/>
                    <a:pt x="3618" y="4013"/>
                  </a:cubicBezTo>
                  <a:cubicBezTo>
                    <a:pt x="4165" y="4013"/>
                    <a:pt x="4682" y="3891"/>
                    <a:pt x="5168" y="3709"/>
                  </a:cubicBezTo>
                  <a:cubicBezTo>
                    <a:pt x="6627" y="3101"/>
                    <a:pt x="7539" y="1673"/>
                    <a:pt x="7539" y="1"/>
                  </a:cubicBez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74"/>
            <p:cNvSpPr/>
            <p:nvPr/>
          </p:nvSpPr>
          <p:spPr>
            <a:xfrm>
              <a:off x="-4084975" y="3665588"/>
              <a:ext cx="362475" cy="550075"/>
            </a:xfrm>
            <a:custGeom>
              <a:rect b="b" l="l" r="r" t="t"/>
              <a:pathLst>
                <a:path extrusionOk="0" h="22003" w="14499">
                  <a:moveTo>
                    <a:pt x="9115" y="1"/>
                  </a:moveTo>
                  <a:cubicBezTo>
                    <a:pt x="7552" y="1"/>
                    <a:pt x="5985" y="988"/>
                    <a:pt x="5623" y="2588"/>
                  </a:cubicBezTo>
                  <a:cubicBezTo>
                    <a:pt x="5623" y="2588"/>
                    <a:pt x="3769" y="8972"/>
                    <a:pt x="3252" y="11251"/>
                  </a:cubicBezTo>
                  <a:cubicBezTo>
                    <a:pt x="2705" y="13531"/>
                    <a:pt x="0" y="20917"/>
                    <a:pt x="5106" y="21890"/>
                  </a:cubicBezTo>
                  <a:cubicBezTo>
                    <a:pt x="5499" y="21967"/>
                    <a:pt x="5869" y="22003"/>
                    <a:pt x="6218" y="22003"/>
                  </a:cubicBezTo>
                  <a:cubicBezTo>
                    <a:pt x="10386" y="22003"/>
                    <a:pt x="11550" y="16905"/>
                    <a:pt x="11550" y="16905"/>
                  </a:cubicBezTo>
                  <a:cubicBezTo>
                    <a:pt x="11550" y="16905"/>
                    <a:pt x="14499" y="3348"/>
                    <a:pt x="12675" y="2254"/>
                  </a:cubicBezTo>
                  <a:cubicBezTo>
                    <a:pt x="12128" y="1160"/>
                    <a:pt x="11094" y="339"/>
                    <a:pt x="9939" y="96"/>
                  </a:cubicBezTo>
                  <a:cubicBezTo>
                    <a:pt x="9669" y="32"/>
                    <a:pt x="9393" y="1"/>
                    <a:pt x="9115"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74"/>
            <p:cNvSpPr/>
            <p:nvPr/>
          </p:nvSpPr>
          <p:spPr>
            <a:xfrm>
              <a:off x="-3945175" y="3603388"/>
              <a:ext cx="193800" cy="236350"/>
            </a:xfrm>
            <a:custGeom>
              <a:rect b="b" l="l" r="r" t="t"/>
              <a:pathLst>
                <a:path extrusionOk="0" h="9454" w="7752">
                  <a:moveTo>
                    <a:pt x="518" y="0"/>
                  </a:moveTo>
                  <a:lnTo>
                    <a:pt x="1" y="8663"/>
                  </a:lnTo>
                  <a:cubicBezTo>
                    <a:pt x="371" y="7809"/>
                    <a:pt x="1355" y="7420"/>
                    <a:pt x="2457" y="7420"/>
                  </a:cubicBezTo>
                  <a:cubicBezTo>
                    <a:pt x="3982" y="7420"/>
                    <a:pt x="5731" y="8165"/>
                    <a:pt x="6384" y="9453"/>
                  </a:cubicBezTo>
                  <a:cubicBezTo>
                    <a:pt x="6475" y="9210"/>
                    <a:pt x="6536" y="8967"/>
                    <a:pt x="6566" y="8663"/>
                  </a:cubicBezTo>
                  <a:lnTo>
                    <a:pt x="7752" y="335"/>
                  </a:lnTo>
                  <a:lnTo>
                    <a:pt x="5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74"/>
            <p:cNvSpPr/>
            <p:nvPr/>
          </p:nvSpPr>
          <p:spPr>
            <a:xfrm>
              <a:off x="-4026475" y="4095788"/>
              <a:ext cx="187725" cy="100325"/>
            </a:xfrm>
            <a:custGeom>
              <a:rect b="b" l="l" r="r" t="t"/>
              <a:pathLst>
                <a:path extrusionOk="0" h="4013" w="7509">
                  <a:moveTo>
                    <a:pt x="0" y="1"/>
                  </a:moveTo>
                  <a:cubicBezTo>
                    <a:pt x="0" y="1642"/>
                    <a:pt x="852" y="3101"/>
                    <a:pt x="2341" y="3709"/>
                  </a:cubicBezTo>
                  <a:cubicBezTo>
                    <a:pt x="2827" y="3891"/>
                    <a:pt x="3374" y="4013"/>
                    <a:pt x="3891" y="4013"/>
                  </a:cubicBezTo>
                  <a:cubicBezTo>
                    <a:pt x="5168" y="4013"/>
                    <a:pt x="6444" y="3435"/>
                    <a:pt x="7508" y="2402"/>
                  </a:cubicBezTo>
                  <a:lnTo>
                    <a:pt x="7235" y="2128"/>
                  </a:lnTo>
                  <a:cubicBezTo>
                    <a:pt x="6261" y="3123"/>
                    <a:pt x="5095" y="3647"/>
                    <a:pt x="3954" y="3647"/>
                  </a:cubicBezTo>
                  <a:cubicBezTo>
                    <a:pt x="3456" y="3647"/>
                    <a:pt x="2963" y="3547"/>
                    <a:pt x="2493" y="3344"/>
                  </a:cubicBezTo>
                  <a:cubicBezTo>
                    <a:pt x="1156" y="2797"/>
                    <a:pt x="365" y="1521"/>
                    <a:pt x="365" y="1"/>
                  </a:cubicBez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74"/>
            <p:cNvSpPr/>
            <p:nvPr/>
          </p:nvSpPr>
          <p:spPr>
            <a:xfrm>
              <a:off x="-4990025" y="2549638"/>
              <a:ext cx="1528175" cy="1215200"/>
            </a:xfrm>
            <a:custGeom>
              <a:rect b="b" l="l" r="r" t="t"/>
              <a:pathLst>
                <a:path extrusionOk="0" h="48608" w="61127">
                  <a:moveTo>
                    <a:pt x="16908" y="0"/>
                  </a:moveTo>
                  <a:cubicBezTo>
                    <a:pt x="14375" y="0"/>
                    <a:pt x="8363" y="621"/>
                    <a:pt x="4925" y="6132"/>
                  </a:cubicBezTo>
                  <a:cubicBezTo>
                    <a:pt x="1" y="13518"/>
                    <a:pt x="11217" y="47652"/>
                    <a:pt x="11217" y="47652"/>
                  </a:cubicBezTo>
                  <a:cubicBezTo>
                    <a:pt x="12390" y="48197"/>
                    <a:pt x="13709" y="48424"/>
                    <a:pt x="15017" y="48424"/>
                  </a:cubicBezTo>
                  <a:cubicBezTo>
                    <a:pt x="17503" y="48424"/>
                    <a:pt x="19954" y="47604"/>
                    <a:pt x="21308" y="46588"/>
                  </a:cubicBezTo>
                  <a:cubicBezTo>
                    <a:pt x="20548" y="34795"/>
                    <a:pt x="20974" y="23943"/>
                    <a:pt x="19849" y="15858"/>
                  </a:cubicBezTo>
                  <a:lnTo>
                    <a:pt x="41886" y="15858"/>
                  </a:lnTo>
                  <a:cubicBezTo>
                    <a:pt x="39819" y="24308"/>
                    <a:pt x="40275" y="35676"/>
                    <a:pt x="40305" y="46588"/>
                  </a:cubicBezTo>
                  <a:cubicBezTo>
                    <a:pt x="42248" y="47902"/>
                    <a:pt x="44309" y="48608"/>
                    <a:pt x="46520" y="48608"/>
                  </a:cubicBezTo>
                  <a:cubicBezTo>
                    <a:pt x="47838" y="48608"/>
                    <a:pt x="49209" y="48357"/>
                    <a:pt x="50640" y="47834"/>
                  </a:cubicBezTo>
                  <a:cubicBezTo>
                    <a:pt x="50640" y="47834"/>
                    <a:pt x="61126" y="13518"/>
                    <a:pt x="56962" y="6831"/>
                  </a:cubicBezTo>
                  <a:cubicBezTo>
                    <a:pt x="52707" y="113"/>
                    <a:pt x="44530" y="83"/>
                    <a:pt x="44530" y="83"/>
                  </a:cubicBezTo>
                  <a:lnTo>
                    <a:pt x="18086" y="53"/>
                  </a:lnTo>
                  <a:cubicBezTo>
                    <a:pt x="18086" y="53"/>
                    <a:pt x="17644" y="0"/>
                    <a:pt x="16908"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74"/>
            <p:cNvSpPr/>
            <p:nvPr/>
          </p:nvSpPr>
          <p:spPr>
            <a:xfrm>
              <a:off x="-4633625" y="2680888"/>
              <a:ext cx="142125" cy="265225"/>
            </a:xfrm>
            <a:custGeom>
              <a:rect b="b" l="l" r="r" t="t"/>
              <a:pathLst>
                <a:path extrusionOk="0" h="10609" w="5685">
                  <a:moveTo>
                    <a:pt x="61" y="0"/>
                  </a:moveTo>
                  <a:lnTo>
                    <a:pt x="0" y="365"/>
                  </a:lnTo>
                  <a:cubicBezTo>
                    <a:pt x="4894" y="1550"/>
                    <a:pt x="5350" y="10517"/>
                    <a:pt x="5350" y="10608"/>
                  </a:cubicBezTo>
                  <a:lnTo>
                    <a:pt x="5684" y="10608"/>
                  </a:lnTo>
                  <a:cubicBezTo>
                    <a:pt x="5684" y="10547"/>
                    <a:pt x="5593" y="8237"/>
                    <a:pt x="4864" y="5806"/>
                  </a:cubicBezTo>
                  <a:cubicBezTo>
                    <a:pt x="3861" y="2553"/>
                    <a:pt x="2219" y="517"/>
                    <a:pt x="61" y="0"/>
                  </a:cubicBezTo>
                  <a:close/>
                </a:path>
              </a:pathLst>
            </a:custGeom>
            <a:solidFill>
              <a:srgbClr val="0506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74"/>
            <p:cNvSpPr/>
            <p:nvPr/>
          </p:nvSpPr>
          <p:spPr>
            <a:xfrm>
              <a:off x="-3948200" y="2680888"/>
              <a:ext cx="142875" cy="265225"/>
            </a:xfrm>
            <a:custGeom>
              <a:rect b="b" l="l" r="r" t="t"/>
              <a:pathLst>
                <a:path extrusionOk="0" h="10609" w="5715">
                  <a:moveTo>
                    <a:pt x="5623" y="0"/>
                  </a:moveTo>
                  <a:cubicBezTo>
                    <a:pt x="3496" y="517"/>
                    <a:pt x="1824" y="2523"/>
                    <a:pt x="851" y="5806"/>
                  </a:cubicBezTo>
                  <a:cubicBezTo>
                    <a:pt x="122" y="8237"/>
                    <a:pt x="0" y="10547"/>
                    <a:pt x="0" y="10608"/>
                  </a:cubicBezTo>
                  <a:lnTo>
                    <a:pt x="395" y="10608"/>
                  </a:lnTo>
                  <a:cubicBezTo>
                    <a:pt x="426" y="10517"/>
                    <a:pt x="882" y="1550"/>
                    <a:pt x="5715" y="365"/>
                  </a:cubicBezTo>
                  <a:lnTo>
                    <a:pt x="5623" y="0"/>
                  </a:lnTo>
                  <a:close/>
                </a:path>
              </a:pathLst>
            </a:custGeom>
            <a:solidFill>
              <a:srgbClr val="0506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74"/>
            <p:cNvSpPr/>
            <p:nvPr/>
          </p:nvSpPr>
          <p:spPr>
            <a:xfrm>
              <a:off x="-4510525" y="1329038"/>
              <a:ext cx="561575" cy="344075"/>
            </a:xfrm>
            <a:custGeom>
              <a:rect b="b" l="l" r="r" t="t"/>
              <a:pathLst>
                <a:path extrusionOk="0" h="13763" w="22463">
                  <a:moveTo>
                    <a:pt x="6049" y="0"/>
                  </a:moveTo>
                  <a:lnTo>
                    <a:pt x="6019" y="8906"/>
                  </a:lnTo>
                  <a:lnTo>
                    <a:pt x="0" y="10426"/>
                  </a:lnTo>
                  <a:cubicBezTo>
                    <a:pt x="2432" y="12929"/>
                    <a:pt x="5738" y="13763"/>
                    <a:pt x="9066" y="13763"/>
                  </a:cubicBezTo>
                  <a:cubicBezTo>
                    <a:pt x="15722" y="13763"/>
                    <a:pt x="22463" y="10426"/>
                    <a:pt x="22463" y="10426"/>
                  </a:cubicBezTo>
                  <a:cubicBezTo>
                    <a:pt x="22463" y="10426"/>
                    <a:pt x="16323" y="9119"/>
                    <a:pt x="15654" y="8937"/>
                  </a:cubicBezTo>
                  <a:lnTo>
                    <a:pt x="15563" y="0"/>
                  </a:ln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74"/>
            <p:cNvSpPr/>
            <p:nvPr/>
          </p:nvSpPr>
          <p:spPr>
            <a:xfrm>
              <a:off x="-4360825" y="1329038"/>
              <a:ext cx="240150" cy="219575"/>
            </a:xfrm>
            <a:custGeom>
              <a:rect b="b" l="l" r="r" t="t"/>
              <a:pathLst>
                <a:path extrusionOk="0" h="8783" w="9606">
                  <a:moveTo>
                    <a:pt x="31" y="0"/>
                  </a:moveTo>
                  <a:lnTo>
                    <a:pt x="0" y="7903"/>
                  </a:lnTo>
                  <a:cubicBezTo>
                    <a:pt x="1386" y="8503"/>
                    <a:pt x="2678" y="8782"/>
                    <a:pt x="3885" y="8782"/>
                  </a:cubicBezTo>
                  <a:cubicBezTo>
                    <a:pt x="6042" y="8782"/>
                    <a:pt x="7930" y="7893"/>
                    <a:pt x="9605" y="6353"/>
                  </a:cubicBezTo>
                  <a:lnTo>
                    <a:pt x="9514" y="0"/>
                  </a:lnTo>
                  <a:close/>
                </a:path>
              </a:pathLst>
            </a:custGeom>
            <a:solidFill>
              <a:srgbClr val="D882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74"/>
            <p:cNvSpPr/>
            <p:nvPr/>
          </p:nvSpPr>
          <p:spPr>
            <a:xfrm>
              <a:off x="-4496100" y="934438"/>
              <a:ext cx="474975" cy="564850"/>
            </a:xfrm>
            <a:custGeom>
              <a:rect b="b" l="l" r="r" t="t"/>
              <a:pathLst>
                <a:path extrusionOk="0" h="22594" w="18999">
                  <a:moveTo>
                    <a:pt x="10317" y="0"/>
                  </a:moveTo>
                  <a:cubicBezTo>
                    <a:pt x="7779" y="0"/>
                    <a:pt x="5191" y="843"/>
                    <a:pt x="3588" y="2380"/>
                  </a:cubicBezTo>
                  <a:cubicBezTo>
                    <a:pt x="2615" y="3231"/>
                    <a:pt x="2524" y="4234"/>
                    <a:pt x="2524" y="4933"/>
                  </a:cubicBezTo>
                  <a:cubicBezTo>
                    <a:pt x="1" y="7122"/>
                    <a:pt x="1490" y="11134"/>
                    <a:pt x="1855" y="13900"/>
                  </a:cubicBezTo>
                  <a:cubicBezTo>
                    <a:pt x="2098" y="15632"/>
                    <a:pt x="2159" y="18064"/>
                    <a:pt x="3314" y="19432"/>
                  </a:cubicBezTo>
                  <a:cubicBezTo>
                    <a:pt x="4196" y="20496"/>
                    <a:pt x="7721" y="22593"/>
                    <a:pt x="10275" y="22593"/>
                  </a:cubicBezTo>
                  <a:cubicBezTo>
                    <a:pt x="12858" y="22593"/>
                    <a:pt x="16567" y="20496"/>
                    <a:pt x="17357" y="19554"/>
                  </a:cubicBezTo>
                  <a:cubicBezTo>
                    <a:pt x="18178" y="18611"/>
                    <a:pt x="18421" y="15663"/>
                    <a:pt x="18725" y="13444"/>
                  </a:cubicBezTo>
                  <a:cubicBezTo>
                    <a:pt x="18998" y="11468"/>
                    <a:pt x="18968" y="9371"/>
                    <a:pt x="18573" y="7304"/>
                  </a:cubicBezTo>
                  <a:cubicBezTo>
                    <a:pt x="18542" y="7152"/>
                    <a:pt x="18542" y="7000"/>
                    <a:pt x="18512" y="6848"/>
                  </a:cubicBezTo>
                  <a:cubicBezTo>
                    <a:pt x="18178" y="5146"/>
                    <a:pt x="17418" y="3201"/>
                    <a:pt x="16080" y="1954"/>
                  </a:cubicBezTo>
                  <a:cubicBezTo>
                    <a:pt x="14634" y="621"/>
                    <a:pt x="12494" y="0"/>
                    <a:pt x="10317"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74"/>
            <p:cNvSpPr/>
            <p:nvPr/>
          </p:nvSpPr>
          <p:spPr>
            <a:xfrm>
              <a:off x="-4501550" y="1234963"/>
              <a:ext cx="171075" cy="126200"/>
            </a:xfrm>
            <a:custGeom>
              <a:rect b="b" l="l" r="r" t="t"/>
              <a:pathLst>
                <a:path extrusionOk="0" h="5048" w="6843">
                  <a:moveTo>
                    <a:pt x="1740" y="1"/>
                  </a:moveTo>
                  <a:cubicBezTo>
                    <a:pt x="1404" y="1"/>
                    <a:pt x="1023" y="123"/>
                    <a:pt x="705" y="542"/>
                  </a:cubicBezTo>
                  <a:cubicBezTo>
                    <a:pt x="0" y="1500"/>
                    <a:pt x="394" y="5047"/>
                    <a:pt x="2928" y="5047"/>
                  </a:cubicBezTo>
                  <a:cubicBezTo>
                    <a:pt x="3126" y="5047"/>
                    <a:pt x="3338" y="5026"/>
                    <a:pt x="3562" y="4979"/>
                  </a:cubicBezTo>
                  <a:cubicBezTo>
                    <a:pt x="6843" y="4341"/>
                    <a:pt x="3442" y="209"/>
                    <a:pt x="2679" y="209"/>
                  </a:cubicBezTo>
                  <a:cubicBezTo>
                    <a:pt x="2643" y="209"/>
                    <a:pt x="2613" y="218"/>
                    <a:pt x="2590" y="238"/>
                  </a:cubicBezTo>
                  <a:cubicBezTo>
                    <a:pt x="2590" y="238"/>
                    <a:pt x="2208" y="1"/>
                    <a:pt x="1740"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74"/>
            <p:cNvSpPr/>
            <p:nvPr/>
          </p:nvSpPr>
          <p:spPr>
            <a:xfrm>
              <a:off x="-4476325" y="1257613"/>
              <a:ext cx="25100" cy="53200"/>
            </a:xfrm>
            <a:custGeom>
              <a:rect b="b" l="l" r="r" t="t"/>
              <a:pathLst>
                <a:path extrusionOk="0" h="2128" w="1004">
                  <a:moveTo>
                    <a:pt x="973" y="0"/>
                  </a:moveTo>
                  <a:cubicBezTo>
                    <a:pt x="973" y="0"/>
                    <a:pt x="517" y="91"/>
                    <a:pt x="243" y="517"/>
                  </a:cubicBezTo>
                  <a:cubicBezTo>
                    <a:pt x="0" y="882"/>
                    <a:pt x="0" y="1459"/>
                    <a:pt x="243" y="2128"/>
                  </a:cubicBezTo>
                  <a:lnTo>
                    <a:pt x="578" y="2037"/>
                  </a:lnTo>
                  <a:cubicBezTo>
                    <a:pt x="395" y="1459"/>
                    <a:pt x="365" y="1003"/>
                    <a:pt x="547" y="699"/>
                  </a:cubicBezTo>
                  <a:cubicBezTo>
                    <a:pt x="699" y="426"/>
                    <a:pt x="1003" y="395"/>
                    <a:pt x="1003" y="395"/>
                  </a:cubicBezTo>
                  <a:lnTo>
                    <a:pt x="973"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74"/>
            <p:cNvSpPr/>
            <p:nvPr/>
          </p:nvSpPr>
          <p:spPr>
            <a:xfrm>
              <a:off x="-4470250" y="1284213"/>
              <a:ext cx="27375" cy="22800"/>
            </a:xfrm>
            <a:custGeom>
              <a:rect b="b" l="l" r="r" t="t"/>
              <a:pathLst>
                <a:path extrusionOk="0" h="912" w="1095">
                  <a:moveTo>
                    <a:pt x="31" y="0"/>
                  </a:moveTo>
                  <a:lnTo>
                    <a:pt x="0" y="395"/>
                  </a:lnTo>
                  <a:cubicBezTo>
                    <a:pt x="487" y="426"/>
                    <a:pt x="760" y="912"/>
                    <a:pt x="760" y="912"/>
                  </a:cubicBezTo>
                  <a:lnTo>
                    <a:pt x="1095" y="760"/>
                  </a:lnTo>
                  <a:cubicBezTo>
                    <a:pt x="1095" y="730"/>
                    <a:pt x="760" y="91"/>
                    <a:pt x="31"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74"/>
            <p:cNvSpPr/>
            <p:nvPr/>
          </p:nvSpPr>
          <p:spPr>
            <a:xfrm>
              <a:off x="-4145150" y="1234963"/>
              <a:ext cx="169275" cy="125550"/>
            </a:xfrm>
            <a:custGeom>
              <a:rect b="b" l="l" r="r" t="t"/>
              <a:pathLst>
                <a:path extrusionOk="0" h="5022" w="6771">
                  <a:moveTo>
                    <a:pt x="5031" y="1"/>
                  </a:moveTo>
                  <a:cubicBezTo>
                    <a:pt x="4571" y="1"/>
                    <a:pt x="4200" y="238"/>
                    <a:pt x="4200" y="238"/>
                  </a:cubicBezTo>
                  <a:cubicBezTo>
                    <a:pt x="4195" y="235"/>
                    <a:pt x="4189" y="234"/>
                    <a:pt x="4182" y="234"/>
                  </a:cubicBezTo>
                  <a:cubicBezTo>
                    <a:pt x="3765" y="234"/>
                    <a:pt x="0" y="4501"/>
                    <a:pt x="3197" y="4979"/>
                  </a:cubicBezTo>
                  <a:cubicBezTo>
                    <a:pt x="3382" y="5008"/>
                    <a:pt x="3557" y="5021"/>
                    <a:pt x="3724" y="5021"/>
                  </a:cubicBezTo>
                  <a:cubicBezTo>
                    <a:pt x="6408" y="5021"/>
                    <a:pt x="6770" y="1515"/>
                    <a:pt x="6054" y="542"/>
                  </a:cubicBezTo>
                  <a:cubicBezTo>
                    <a:pt x="5737" y="123"/>
                    <a:pt x="5361" y="1"/>
                    <a:pt x="5031"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74"/>
            <p:cNvSpPr/>
            <p:nvPr/>
          </p:nvSpPr>
          <p:spPr>
            <a:xfrm>
              <a:off x="-4025725" y="1257613"/>
              <a:ext cx="25875" cy="53200"/>
            </a:xfrm>
            <a:custGeom>
              <a:rect b="b" l="l" r="r" t="t"/>
              <a:pathLst>
                <a:path extrusionOk="0" h="2128" w="1035">
                  <a:moveTo>
                    <a:pt x="31" y="0"/>
                  </a:moveTo>
                  <a:lnTo>
                    <a:pt x="1" y="395"/>
                  </a:lnTo>
                  <a:cubicBezTo>
                    <a:pt x="1" y="395"/>
                    <a:pt x="305" y="426"/>
                    <a:pt x="457" y="699"/>
                  </a:cubicBezTo>
                  <a:cubicBezTo>
                    <a:pt x="639" y="1003"/>
                    <a:pt x="609" y="1459"/>
                    <a:pt x="426" y="2037"/>
                  </a:cubicBezTo>
                  <a:lnTo>
                    <a:pt x="761" y="2128"/>
                  </a:lnTo>
                  <a:cubicBezTo>
                    <a:pt x="1034" y="1459"/>
                    <a:pt x="1034" y="882"/>
                    <a:pt x="761" y="517"/>
                  </a:cubicBezTo>
                  <a:cubicBezTo>
                    <a:pt x="487" y="91"/>
                    <a:pt x="31" y="0"/>
                    <a:pt x="31"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74"/>
            <p:cNvSpPr/>
            <p:nvPr/>
          </p:nvSpPr>
          <p:spPr>
            <a:xfrm>
              <a:off x="-4034075" y="1283438"/>
              <a:ext cx="27375" cy="23575"/>
            </a:xfrm>
            <a:custGeom>
              <a:rect b="b" l="l" r="r" t="t"/>
              <a:pathLst>
                <a:path extrusionOk="0" h="943" w="1095">
                  <a:moveTo>
                    <a:pt x="1064" y="1"/>
                  </a:moveTo>
                  <a:cubicBezTo>
                    <a:pt x="335" y="92"/>
                    <a:pt x="1" y="730"/>
                    <a:pt x="1" y="761"/>
                  </a:cubicBezTo>
                  <a:lnTo>
                    <a:pt x="335" y="943"/>
                  </a:lnTo>
                  <a:cubicBezTo>
                    <a:pt x="335" y="943"/>
                    <a:pt x="608" y="457"/>
                    <a:pt x="1095" y="396"/>
                  </a:cubicBezTo>
                  <a:lnTo>
                    <a:pt x="1064"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74"/>
            <p:cNvSpPr/>
            <p:nvPr/>
          </p:nvSpPr>
          <p:spPr>
            <a:xfrm>
              <a:off x="-4434550" y="984038"/>
              <a:ext cx="391375" cy="536525"/>
            </a:xfrm>
            <a:custGeom>
              <a:rect b="b" l="l" r="r" t="t"/>
              <a:pathLst>
                <a:path extrusionOk="0" h="21461" w="15655">
                  <a:moveTo>
                    <a:pt x="7843" y="1"/>
                  </a:moveTo>
                  <a:cubicBezTo>
                    <a:pt x="427" y="1"/>
                    <a:pt x="1" y="6323"/>
                    <a:pt x="1" y="6323"/>
                  </a:cubicBezTo>
                  <a:lnTo>
                    <a:pt x="1" y="12554"/>
                  </a:lnTo>
                  <a:cubicBezTo>
                    <a:pt x="275" y="14864"/>
                    <a:pt x="974" y="17448"/>
                    <a:pt x="1794" y="18603"/>
                  </a:cubicBezTo>
                  <a:cubicBezTo>
                    <a:pt x="2615" y="19697"/>
                    <a:pt x="5442" y="21460"/>
                    <a:pt x="7843" y="21460"/>
                  </a:cubicBezTo>
                  <a:cubicBezTo>
                    <a:pt x="10214" y="21460"/>
                    <a:pt x="13071" y="19697"/>
                    <a:pt x="13861" y="18603"/>
                  </a:cubicBezTo>
                  <a:cubicBezTo>
                    <a:pt x="14713" y="17478"/>
                    <a:pt x="15351" y="14895"/>
                    <a:pt x="15655" y="12554"/>
                  </a:cubicBezTo>
                  <a:lnTo>
                    <a:pt x="15655" y="6323"/>
                  </a:lnTo>
                  <a:cubicBezTo>
                    <a:pt x="15655" y="6323"/>
                    <a:pt x="15260" y="1"/>
                    <a:pt x="7843"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74"/>
            <p:cNvSpPr/>
            <p:nvPr/>
          </p:nvSpPr>
          <p:spPr>
            <a:xfrm>
              <a:off x="-4433025" y="1318388"/>
              <a:ext cx="14475" cy="43350"/>
            </a:xfrm>
            <a:custGeom>
              <a:rect b="b" l="l" r="r" t="t"/>
              <a:pathLst>
                <a:path extrusionOk="0" h="1734" w="579">
                  <a:moveTo>
                    <a:pt x="366" y="1"/>
                  </a:moveTo>
                  <a:lnTo>
                    <a:pt x="1" y="31"/>
                  </a:lnTo>
                  <a:lnTo>
                    <a:pt x="214" y="1733"/>
                  </a:lnTo>
                  <a:lnTo>
                    <a:pt x="578" y="1703"/>
                  </a:lnTo>
                  <a:lnTo>
                    <a:pt x="366"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74"/>
            <p:cNvSpPr/>
            <p:nvPr/>
          </p:nvSpPr>
          <p:spPr>
            <a:xfrm>
              <a:off x="-4058400" y="1319913"/>
              <a:ext cx="13700" cy="41825"/>
            </a:xfrm>
            <a:custGeom>
              <a:rect b="b" l="l" r="r" t="t"/>
              <a:pathLst>
                <a:path extrusionOk="0" h="1673" w="548">
                  <a:moveTo>
                    <a:pt x="183" y="1"/>
                  </a:moveTo>
                  <a:lnTo>
                    <a:pt x="1" y="1612"/>
                  </a:lnTo>
                  <a:lnTo>
                    <a:pt x="366" y="1672"/>
                  </a:lnTo>
                  <a:lnTo>
                    <a:pt x="548" y="31"/>
                  </a:lnTo>
                  <a:lnTo>
                    <a:pt x="183"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74"/>
            <p:cNvSpPr/>
            <p:nvPr/>
          </p:nvSpPr>
          <p:spPr>
            <a:xfrm>
              <a:off x="-4439850" y="936988"/>
              <a:ext cx="485600" cy="335850"/>
            </a:xfrm>
            <a:custGeom>
              <a:rect b="b" l="l" r="r" t="t"/>
              <a:pathLst>
                <a:path extrusionOk="0" h="13434" w="19424">
                  <a:moveTo>
                    <a:pt x="13064" y="0"/>
                  </a:moveTo>
                  <a:cubicBezTo>
                    <a:pt x="11672" y="0"/>
                    <a:pt x="10608" y="454"/>
                    <a:pt x="10608" y="454"/>
                  </a:cubicBezTo>
                  <a:lnTo>
                    <a:pt x="8177" y="1518"/>
                  </a:lnTo>
                  <a:lnTo>
                    <a:pt x="5016" y="1883"/>
                  </a:lnTo>
                  <a:lnTo>
                    <a:pt x="2645" y="3099"/>
                  </a:lnTo>
                  <a:lnTo>
                    <a:pt x="912" y="4922"/>
                  </a:lnTo>
                  <a:lnTo>
                    <a:pt x="0" y="7719"/>
                  </a:lnTo>
                  <a:lnTo>
                    <a:pt x="0" y="10971"/>
                  </a:lnTo>
                  <a:lnTo>
                    <a:pt x="122" y="12157"/>
                  </a:lnTo>
                  <a:cubicBezTo>
                    <a:pt x="608" y="12430"/>
                    <a:pt x="973" y="13433"/>
                    <a:pt x="973" y="13433"/>
                  </a:cubicBezTo>
                  <a:cubicBezTo>
                    <a:pt x="973" y="13433"/>
                    <a:pt x="669" y="7354"/>
                    <a:pt x="2158" y="6503"/>
                  </a:cubicBezTo>
                  <a:cubicBezTo>
                    <a:pt x="5024" y="8036"/>
                    <a:pt x="7943" y="8441"/>
                    <a:pt x="10229" y="8441"/>
                  </a:cubicBezTo>
                  <a:cubicBezTo>
                    <a:pt x="12793" y="8441"/>
                    <a:pt x="14560" y="7932"/>
                    <a:pt x="14560" y="7932"/>
                  </a:cubicBezTo>
                  <a:lnTo>
                    <a:pt x="15198" y="13190"/>
                  </a:lnTo>
                  <a:cubicBezTo>
                    <a:pt x="15320" y="12764"/>
                    <a:pt x="15624" y="12430"/>
                    <a:pt x="15958" y="12157"/>
                  </a:cubicBezTo>
                  <a:lnTo>
                    <a:pt x="16323" y="7202"/>
                  </a:lnTo>
                  <a:cubicBezTo>
                    <a:pt x="16323" y="7202"/>
                    <a:pt x="19423" y="4011"/>
                    <a:pt x="16292" y="1032"/>
                  </a:cubicBezTo>
                  <a:cubicBezTo>
                    <a:pt x="15227" y="233"/>
                    <a:pt x="14061" y="0"/>
                    <a:pt x="1306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74"/>
            <p:cNvSpPr/>
            <p:nvPr/>
          </p:nvSpPr>
          <p:spPr>
            <a:xfrm>
              <a:off x="-4307625" y="1360188"/>
              <a:ext cx="145150" cy="26625"/>
            </a:xfrm>
            <a:custGeom>
              <a:rect b="b" l="l" r="r" t="t"/>
              <a:pathLst>
                <a:path extrusionOk="0" h="1065" w="5806">
                  <a:moveTo>
                    <a:pt x="152" y="1"/>
                  </a:moveTo>
                  <a:lnTo>
                    <a:pt x="0" y="335"/>
                  </a:lnTo>
                  <a:cubicBezTo>
                    <a:pt x="973" y="852"/>
                    <a:pt x="1976" y="1065"/>
                    <a:pt x="2948" y="1065"/>
                  </a:cubicBezTo>
                  <a:cubicBezTo>
                    <a:pt x="3891" y="1065"/>
                    <a:pt x="4863" y="852"/>
                    <a:pt x="5806" y="335"/>
                  </a:cubicBezTo>
                  <a:lnTo>
                    <a:pt x="5593" y="1"/>
                  </a:lnTo>
                  <a:cubicBezTo>
                    <a:pt x="4727" y="457"/>
                    <a:pt x="3838" y="685"/>
                    <a:pt x="2929" y="685"/>
                  </a:cubicBezTo>
                  <a:cubicBezTo>
                    <a:pt x="2021" y="685"/>
                    <a:pt x="1094" y="457"/>
                    <a:pt x="152"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74"/>
            <p:cNvSpPr/>
            <p:nvPr/>
          </p:nvSpPr>
          <p:spPr>
            <a:xfrm>
              <a:off x="-4268875" y="1395138"/>
              <a:ext cx="68400" cy="17500"/>
            </a:xfrm>
            <a:custGeom>
              <a:rect b="b" l="l" r="r" t="t"/>
              <a:pathLst>
                <a:path extrusionOk="0" h="700" w="2736">
                  <a:moveTo>
                    <a:pt x="152" y="1"/>
                  </a:moveTo>
                  <a:lnTo>
                    <a:pt x="0" y="366"/>
                  </a:lnTo>
                  <a:cubicBezTo>
                    <a:pt x="456" y="578"/>
                    <a:pt x="912" y="700"/>
                    <a:pt x="1368" y="700"/>
                  </a:cubicBezTo>
                  <a:cubicBezTo>
                    <a:pt x="1824" y="700"/>
                    <a:pt x="2280" y="578"/>
                    <a:pt x="2736" y="366"/>
                  </a:cubicBezTo>
                  <a:lnTo>
                    <a:pt x="2523" y="1"/>
                  </a:lnTo>
                  <a:cubicBezTo>
                    <a:pt x="2143" y="198"/>
                    <a:pt x="1756" y="297"/>
                    <a:pt x="1360" y="297"/>
                  </a:cubicBezTo>
                  <a:cubicBezTo>
                    <a:pt x="965" y="297"/>
                    <a:pt x="563" y="198"/>
                    <a:pt x="152" y="1"/>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74"/>
            <p:cNvSpPr/>
            <p:nvPr/>
          </p:nvSpPr>
          <p:spPr>
            <a:xfrm>
              <a:off x="-4246075" y="1240888"/>
              <a:ext cx="48650" cy="98825"/>
            </a:xfrm>
            <a:custGeom>
              <a:rect b="b" l="l" r="r" t="t"/>
              <a:pathLst>
                <a:path extrusionOk="0" h="3953" w="1946">
                  <a:moveTo>
                    <a:pt x="152" y="1"/>
                  </a:moveTo>
                  <a:cubicBezTo>
                    <a:pt x="0" y="669"/>
                    <a:pt x="608" y="1520"/>
                    <a:pt x="1094" y="2189"/>
                  </a:cubicBezTo>
                  <a:cubicBezTo>
                    <a:pt x="1277" y="2463"/>
                    <a:pt x="1520" y="2767"/>
                    <a:pt x="1520" y="2827"/>
                  </a:cubicBezTo>
                  <a:cubicBezTo>
                    <a:pt x="1490" y="3010"/>
                    <a:pt x="912" y="3344"/>
                    <a:pt x="274" y="3587"/>
                  </a:cubicBezTo>
                  <a:lnTo>
                    <a:pt x="426" y="3952"/>
                  </a:lnTo>
                  <a:cubicBezTo>
                    <a:pt x="973" y="3709"/>
                    <a:pt x="1885" y="3314"/>
                    <a:pt x="1945" y="2797"/>
                  </a:cubicBezTo>
                  <a:cubicBezTo>
                    <a:pt x="1945" y="2615"/>
                    <a:pt x="1793" y="2402"/>
                    <a:pt x="1429" y="1946"/>
                  </a:cubicBezTo>
                  <a:cubicBezTo>
                    <a:pt x="1034" y="1399"/>
                    <a:pt x="426" y="548"/>
                    <a:pt x="517" y="61"/>
                  </a:cubicBezTo>
                  <a:lnTo>
                    <a:pt x="152"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74"/>
            <p:cNvSpPr/>
            <p:nvPr/>
          </p:nvSpPr>
          <p:spPr>
            <a:xfrm>
              <a:off x="-4340300" y="1262938"/>
              <a:ext cx="28125" cy="28125"/>
            </a:xfrm>
            <a:custGeom>
              <a:rect b="b" l="l" r="r" t="t"/>
              <a:pathLst>
                <a:path extrusionOk="0" h="1125" w="1125">
                  <a:moveTo>
                    <a:pt x="578" y="0"/>
                  </a:moveTo>
                  <a:cubicBezTo>
                    <a:pt x="243" y="0"/>
                    <a:pt x="0" y="243"/>
                    <a:pt x="0" y="547"/>
                  </a:cubicBezTo>
                  <a:cubicBezTo>
                    <a:pt x="0" y="882"/>
                    <a:pt x="243" y="1125"/>
                    <a:pt x="578" y="1125"/>
                  </a:cubicBezTo>
                  <a:cubicBezTo>
                    <a:pt x="882" y="1125"/>
                    <a:pt x="1125" y="882"/>
                    <a:pt x="1125" y="547"/>
                  </a:cubicBezTo>
                  <a:cubicBezTo>
                    <a:pt x="1125" y="243"/>
                    <a:pt x="882" y="0"/>
                    <a:pt x="578"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74"/>
            <p:cNvSpPr/>
            <p:nvPr/>
          </p:nvSpPr>
          <p:spPr>
            <a:xfrm>
              <a:off x="-4360825" y="1254188"/>
              <a:ext cx="70700" cy="13325"/>
            </a:xfrm>
            <a:custGeom>
              <a:rect b="b" l="l" r="r" t="t"/>
              <a:pathLst>
                <a:path extrusionOk="0" h="533" w="2828">
                  <a:moveTo>
                    <a:pt x="1471" y="1"/>
                  </a:moveTo>
                  <a:cubicBezTo>
                    <a:pt x="996" y="1"/>
                    <a:pt x="502" y="46"/>
                    <a:pt x="0" y="137"/>
                  </a:cubicBezTo>
                  <a:lnTo>
                    <a:pt x="61" y="532"/>
                  </a:lnTo>
                  <a:cubicBezTo>
                    <a:pt x="532" y="441"/>
                    <a:pt x="996" y="396"/>
                    <a:pt x="1448" y="396"/>
                  </a:cubicBezTo>
                  <a:cubicBezTo>
                    <a:pt x="1900" y="396"/>
                    <a:pt x="2341" y="441"/>
                    <a:pt x="2766" y="532"/>
                  </a:cubicBezTo>
                  <a:lnTo>
                    <a:pt x="2827" y="137"/>
                  </a:lnTo>
                  <a:cubicBezTo>
                    <a:pt x="2402" y="46"/>
                    <a:pt x="1946" y="1"/>
                    <a:pt x="1471"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74"/>
            <p:cNvSpPr/>
            <p:nvPr/>
          </p:nvSpPr>
          <p:spPr>
            <a:xfrm>
              <a:off x="-4164025" y="1262938"/>
              <a:ext cx="28900" cy="28125"/>
            </a:xfrm>
            <a:custGeom>
              <a:rect b="b" l="l" r="r" t="t"/>
              <a:pathLst>
                <a:path extrusionOk="0" h="1125" w="1156">
                  <a:moveTo>
                    <a:pt x="578" y="0"/>
                  </a:moveTo>
                  <a:cubicBezTo>
                    <a:pt x="274" y="0"/>
                    <a:pt x="1" y="243"/>
                    <a:pt x="1" y="547"/>
                  </a:cubicBezTo>
                  <a:cubicBezTo>
                    <a:pt x="1" y="882"/>
                    <a:pt x="274" y="1125"/>
                    <a:pt x="578" y="1125"/>
                  </a:cubicBezTo>
                  <a:cubicBezTo>
                    <a:pt x="913" y="1125"/>
                    <a:pt x="1156" y="882"/>
                    <a:pt x="1156" y="547"/>
                  </a:cubicBezTo>
                  <a:cubicBezTo>
                    <a:pt x="1156" y="243"/>
                    <a:pt x="913" y="0"/>
                    <a:pt x="578"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74"/>
            <p:cNvSpPr/>
            <p:nvPr/>
          </p:nvSpPr>
          <p:spPr>
            <a:xfrm>
              <a:off x="-4185300" y="1254188"/>
              <a:ext cx="71450" cy="13325"/>
            </a:xfrm>
            <a:custGeom>
              <a:rect b="b" l="l" r="r" t="t"/>
              <a:pathLst>
                <a:path extrusionOk="0" h="533" w="2858">
                  <a:moveTo>
                    <a:pt x="1486" y="1"/>
                  </a:moveTo>
                  <a:cubicBezTo>
                    <a:pt x="1011" y="1"/>
                    <a:pt x="518" y="46"/>
                    <a:pt x="1" y="137"/>
                  </a:cubicBezTo>
                  <a:lnTo>
                    <a:pt x="62" y="532"/>
                  </a:lnTo>
                  <a:cubicBezTo>
                    <a:pt x="563" y="441"/>
                    <a:pt x="1034" y="396"/>
                    <a:pt x="1483" y="396"/>
                  </a:cubicBezTo>
                  <a:cubicBezTo>
                    <a:pt x="1931" y="396"/>
                    <a:pt x="2356" y="441"/>
                    <a:pt x="2767" y="532"/>
                  </a:cubicBezTo>
                  <a:lnTo>
                    <a:pt x="2858" y="137"/>
                  </a:lnTo>
                  <a:cubicBezTo>
                    <a:pt x="2417" y="46"/>
                    <a:pt x="1961" y="1"/>
                    <a:pt x="1486" y="1"/>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74"/>
            <p:cNvSpPr/>
            <p:nvPr/>
          </p:nvSpPr>
          <p:spPr>
            <a:xfrm>
              <a:off x="-4382100" y="1201788"/>
              <a:ext cx="113325" cy="29200"/>
            </a:xfrm>
            <a:custGeom>
              <a:rect b="b" l="l" r="r" t="t"/>
              <a:pathLst>
                <a:path extrusionOk="0" h="1168" w="4533">
                  <a:moveTo>
                    <a:pt x="1593" y="0"/>
                  </a:moveTo>
                  <a:cubicBezTo>
                    <a:pt x="1453" y="0"/>
                    <a:pt x="1335" y="14"/>
                    <a:pt x="1247" y="45"/>
                  </a:cubicBezTo>
                  <a:cubicBezTo>
                    <a:pt x="578" y="318"/>
                    <a:pt x="0" y="835"/>
                    <a:pt x="122" y="1017"/>
                  </a:cubicBezTo>
                  <a:cubicBezTo>
                    <a:pt x="177" y="1114"/>
                    <a:pt x="1008" y="1167"/>
                    <a:pt x="1920" y="1167"/>
                  </a:cubicBezTo>
                  <a:cubicBezTo>
                    <a:pt x="3010" y="1167"/>
                    <a:pt x="4214" y="1092"/>
                    <a:pt x="4347" y="926"/>
                  </a:cubicBezTo>
                  <a:cubicBezTo>
                    <a:pt x="4533" y="661"/>
                    <a:pt x="2560" y="0"/>
                    <a:pt x="1593"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74"/>
            <p:cNvSpPr/>
            <p:nvPr/>
          </p:nvSpPr>
          <p:spPr>
            <a:xfrm>
              <a:off x="-4207425" y="1201788"/>
              <a:ext cx="113350" cy="29200"/>
            </a:xfrm>
            <a:custGeom>
              <a:rect b="b" l="l" r="r" t="t"/>
              <a:pathLst>
                <a:path extrusionOk="0" h="1168" w="4534">
                  <a:moveTo>
                    <a:pt x="2941" y="0"/>
                  </a:moveTo>
                  <a:cubicBezTo>
                    <a:pt x="1974" y="0"/>
                    <a:pt x="1" y="661"/>
                    <a:pt x="187" y="926"/>
                  </a:cubicBezTo>
                  <a:cubicBezTo>
                    <a:pt x="319" y="1092"/>
                    <a:pt x="1524" y="1167"/>
                    <a:pt x="2613" y="1167"/>
                  </a:cubicBezTo>
                  <a:cubicBezTo>
                    <a:pt x="3525" y="1167"/>
                    <a:pt x="4356" y="1114"/>
                    <a:pt x="4412" y="1017"/>
                  </a:cubicBezTo>
                  <a:cubicBezTo>
                    <a:pt x="4533" y="835"/>
                    <a:pt x="3956" y="318"/>
                    <a:pt x="3287" y="45"/>
                  </a:cubicBezTo>
                  <a:cubicBezTo>
                    <a:pt x="3199" y="14"/>
                    <a:pt x="3080" y="0"/>
                    <a:pt x="2941"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74"/>
            <p:cNvSpPr/>
            <p:nvPr/>
          </p:nvSpPr>
          <p:spPr>
            <a:xfrm>
              <a:off x="-4077400" y="1113238"/>
              <a:ext cx="48675" cy="26600"/>
            </a:xfrm>
            <a:custGeom>
              <a:rect b="b" l="l" r="r" t="t"/>
              <a:pathLst>
                <a:path extrusionOk="0" h="1064" w="1947">
                  <a:moveTo>
                    <a:pt x="1764" y="0"/>
                  </a:moveTo>
                  <a:cubicBezTo>
                    <a:pt x="1278" y="304"/>
                    <a:pt x="670" y="547"/>
                    <a:pt x="1" y="699"/>
                  </a:cubicBezTo>
                  <a:lnTo>
                    <a:pt x="92" y="1064"/>
                  </a:lnTo>
                  <a:cubicBezTo>
                    <a:pt x="761" y="882"/>
                    <a:pt x="1369" y="669"/>
                    <a:pt x="1946" y="365"/>
                  </a:cubicBezTo>
                  <a:lnTo>
                    <a:pt x="1764" y="0"/>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74"/>
            <p:cNvSpPr/>
            <p:nvPr/>
          </p:nvSpPr>
          <p:spPr>
            <a:xfrm>
              <a:off x="-4240775" y="939963"/>
              <a:ext cx="74500" cy="81350"/>
            </a:xfrm>
            <a:custGeom>
              <a:rect b="b" l="l" r="r" t="t"/>
              <a:pathLst>
                <a:path extrusionOk="0" h="3254" w="2980">
                  <a:moveTo>
                    <a:pt x="2888" y="1"/>
                  </a:moveTo>
                  <a:cubicBezTo>
                    <a:pt x="2828" y="31"/>
                    <a:pt x="700" y="548"/>
                    <a:pt x="1" y="3132"/>
                  </a:cubicBezTo>
                  <a:lnTo>
                    <a:pt x="396" y="3253"/>
                  </a:lnTo>
                  <a:cubicBezTo>
                    <a:pt x="1034" y="913"/>
                    <a:pt x="2949" y="396"/>
                    <a:pt x="2980" y="366"/>
                  </a:cubicBezTo>
                  <a:lnTo>
                    <a:pt x="2888" y="1"/>
                  </a:ln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74"/>
            <p:cNvSpPr/>
            <p:nvPr/>
          </p:nvSpPr>
          <p:spPr>
            <a:xfrm>
              <a:off x="-4784100" y="1551688"/>
              <a:ext cx="1090475" cy="1025875"/>
            </a:xfrm>
            <a:custGeom>
              <a:rect b="b" l="l" r="r" t="t"/>
              <a:pathLst>
                <a:path extrusionOk="0" h="41035" w="43619">
                  <a:moveTo>
                    <a:pt x="16719" y="0"/>
                  </a:moveTo>
                  <a:cubicBezTo>
                    <a:pt x="16719" y="0"/>
                    <a:pt x="578" y="912"/>
                    <a:pt x="730" y="9818"/>
                  </a:cubicBezTo>
                  <a:cubicBezTo>
                    <a:pt x="1" y="14074"/>
                    <a:pt x="5533" y="37387"/>
                    <a:pt x="7266" y="39971"/>
                  </a:cubicBezTo>
                  <a:cubicBezTo>
                    <a:pt x="7266" y="39971"/>
                    <a:pt x="13071" y="41034"/>
                    <a:pt x="21825" y="41034"/>
                  </a:cubicBezTo>
                  <a:cubicBezTo>
                    <a:pt x="30549" y="40974"/>
                    <a:pt x="36385" y="39971"/>
                    <a:pt x="36385" y="39971"/>
                  </a:cubicBezTo>
                  <a:cubicBezTo>
                    <a:pt x="38087" y="37326"/>
                    <a:pt x="43619" y="14043"/>
                    <a:pt x="42920" y="9818"/>
                  </a:cubicBezTo>
                  <a:cubicBezTo>
                    <a:pt x="43406" y="791"/>
                    <a:pt x="26901" y="0"/>
                    <a:pt x="26901" y="0"/>
                  </a:cubicBezTo>
                  <a:lnTo>
                    <a:pt x="21825" y="2006"/>
                  </a:lnTo>
                  <a:lnTo>
                    <a:pt x="1671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74"/>
            <p:cNvSpPr/>
            <p:nvPr/>
          </p:nvSpPr>
          <p:spPr>
            <a:xfrm>
              <a:off x="-4319025" y="1605638"/>
              <a:ext cx="164900" cy="1179375"/>
            </a:xfrm>
            <a:custGeom>
              <a:rect b="b" l="l" r="r" t="t"/>
              <a:pathLst>
                <a:path extrusionOk="0" h="47175" w="6596">
                  <a:moveTo>
                    <a:pt x="3100" y="0"/>
                  </a:moveTo>
                  <a:lnTo>
                    <a:pt x="1429" y="2311"/>
                  </a:lnTo>
                  <a:lnTo>
                    <a:pt x="2037" y="2706"/>
                  </a:lnTo>
                  <a:lnTo>
                    <a:pt x="0" y="42281"/>
                  </a:lnTo>
                  <a:cubicBezTo>
                    <a:pt x="0" y="42281"/>
                    <a:pt x="2432" y="47174"/>
                    <a:pt x="3131" y="47174"/>
                  </a:cubicBezTo>
                  <a:cubicBezTo>
                    <a:pt x="3860" y="47174"/>
                    <a:pt x="6596" y="42372"/>
                    <a:pt x="6596" y="42372"/>
                  </a:cubicBezTo>
                  <a:lnTo>
                    <a:pt x="4195" y="2675"/>
                  </a:lnTo>
                  <a:lnTo>
                    <a:pt x="4772" y="2280"/>
                  </a:lnTo>
                  <a:lnTo>
                    <a:pt x="310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74"/>
            <p:cNvSpPr/>
            <p:nvPr/>
          </p:nvSpPr>
          <p:spPr>
            <a:xfrm>
              <a:off x="-4268875" y="1667188"/>
              <a:ext cx="57775" cy="13700"/>
            </a:xfrm>
            <a:custGeom>
              <a:rect b="b" l="l" r="r" t="t"/>
              <a:pathLst>
                <a:path extrusionOk="0" h="548" w="2311">
                  <a:moveTo>
                    <a:pt x="122" y="1"/>
                  </a:moveTo>
                  <a:lnTo>
                    <a:pt x="0" y="396"/>
                  </a:lnTo>
                  <a:cubicBezTo>
                    <a:pt x="426" y="487"/>
                    <a:pt x="791" y="548"/>
                    <a:pt x="1186" y="548"/>
                  </a:cubicBezTo>
                  <a:cubicBezTo>
                    <a:pt x="1550" y="548"/>
                    <a:pt x="1885" y="487"/>
                    <a:pt x="2310" y="396"/>
                  </a:cubicBezTo>
                  <a:lnTo>
                    <a:pt x="2189" y="1"/>
                  </a:lnTo>
                  <a:cubicBezTo>
                    <a:pt x="1854" y="92"/>
                    <a:pt x="1528" y="137"/>
                    <a:pt x="1189" y="137"/>
                  </a:cubicBezTo>
                  <a:cubicBezTo>
                    <a:pt x="851" y="137"/>
                    <a:pt x="502" y="92"/>
                    <a:pt x="122" y="1"/>
                  </a:cubicBezTo>
                  <a:close/>
                </a:path>
              </a:pathLst>
            </a:custGeom>
            <a:solidFill>
              <a:srgbClr val="C639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74"/>
            <p:cNvSpPr/>
            <p:nvPr/>
          </p:nvSpPr>
          <p:spPr>
            <a:xfrm>
              <a:off x="-4398075" y="1495463"/>
              <a:ext cx="315400" cy="180100"/>
            </a:xfrm>
            <a:custGeom>
              <a:rect b="b" l="l" r="r" t="t"/>
              <a:pathLst>
                <a:path extrusionOk="0" h="7204" w="12616">
                  <a:moveTo>
                    <a:pt x="1369" y="0"/>
                  </a:moveTo>
                  <a:lnTo>
                    <a:pt x="1" y="2401"/>
                  </a:lnTo>
                  <a:cubicBezTo>
                    <a:pt x="1338" y="5806"/>
                    <a:pt x="4773" y="7204"/>
                    <a:pt x="4773" y="7204"/>
                  </a:cubicBezTo>
                  <a:lnTo>
                    <a:pt x="6293" y="4407"/>
                  </a:lnTo>
                  <a:lnTo>
                    <a:pt x="7813" y="7204"/>
                  </a:lnTo>
                  <a:cubicBezTo>
                    <a:pt x="7813" y="7204"/>
                    <a:pt x="11278" y="5806"/>
                    <a:pt x="12615" y="2401"/>
                  </a:cubicBezTo>
                  <a:lnTo>
                    <a:pt x="11247" y="0"/>
                  </a:lnTo>
                  <a:cubicBezTo>
                    <a:pt x="10001" y="1824"/>
                    <a:pt x="8360" y="3222"/>
                    <a:pt x="6293" y="4225"/>
                  </a:cubicBezTo>
                  <a:cubicBezTo>
                    <a:pt x="4256" y="3222"/>
                    <a:pt x="2615" y="1763"/>
                    <a:pt x="13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74"/>
            <p:cNvSpPr/>
            <p:nvPr/>
          </p:nvSpPr>
          <p:spPr>
            <a:xfrm>
              <a:off x="-4401850" y="1553213"/>
              <a:ext cx="126150" cy="127675"/>
            </a:xfrm>
            <a:custGeom>
              <a:rect b="b" l="l" r="r" t="t"/>
              <a:pathLst>
                <a:path extrusionOk="0" h="5107" w="5046">
                  <a:moveTo>
                    <a:pt x="334" y="0"/>
                  </a:moveTo>
                  <a:lnTo>
                    <a:pt x="0" y="152"/>
                  </a:lnTo>
                  <a:cubicBezTo>
                    <a:pt x="821" y="2280"/>
                    <a:pt x="2492" y="3952"/>
                    <a:pt x="4863" y="5107"/>
                  </a:cubicBezTo>
                  <a:lnTo>
                    <a:pt x="5046" y="4742"/>
                  </a:lnTo>
                  <a:cubicBezTo>
                    <a:pt x="2766" y="3648"/>
                    <a:pt x="1185" y="2067"/>
                    <a:pt x="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74"/>
            <p:cNvSpPr/>
            <p:nvPr/>
          </p:nvSpPr>
          <p:spPr>
            <a:xfrm>
              <a:off x="-4204300" y="1553213"/>
              <a:ext cx="126175" cy="127675"/>
            </a:xfrm>
            <a:custGeom>
              <a:rect b="b" l="l" r="r" t="t"/>
              <a:pathLst>
                <a:path extrusionOk="0" h="5107" w="5047">
                  <a:moveTo>
                    <a:pt x="4712" y="0"/>
                  </a:moveTo>
                  <a:cubicBezTo>
                    <a:pt x="3861" y="2067"/>
                    <a:pt x="2281" y="3648"/>
                    <a:pt x="1" y="4742"/>
                  </a:cubicBezTo>
                  <a:lnTo>
                    <a:pt x="153" y="5107"/>
                  </a:lnTo>
                  <a:cubicBezTo>
                    <a:pt x="2554" y="3952"/>
                    <a:pt x="4165" y="2280"/>
                    <a:pt x="5047" y="152"/>
                  </a:cubicBezTo>
                  <a:lnTo>
                    <a:pt x="47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74"/>
            <p:cNvSpPr/>
            <p:nvPr/>
          </p:nvSpPr>
          <p:spPr>
            <a:xfrm>
              <a:off x="-4628300" y="1996013"/>
              <a:ext cx="272825" cy="83825"/>
            </a:xfrm>
            <a:custGeom>
              <a:rect b="b" l="l" r="r" t="t"/>
              <a:pathLst>
                <a:path extrusionOk="0" h="3353" w="10913">
                  <a:moveTo>
                    <a:pt x="7825" y="431"/>
                  </a:moveTo>
                  <a:cubicBezTo>
                    <a:pt x="9072" y="431"/>
                    <a:pt x="10044" y="458"/>
                    <a:pt x="10274" y="526"/>
                  </a:cubicBezTo>
                  <a:cubicBezTo>
                    <a:pt x="10456" y="799"/>
                    <a:pt x="10487" y="2288"/>
                    <a:pt x="10274" y="2623"/>
                  </a:cubicBezTo>
                  <a:cubicBezTo>
                    <a:pt x="9787" y="2835"/>
                    <a:pt x="5776" y="3002"/>
                    <a:pt x="3099" y="3002"/>
                  </a:cubicBezTo>
                  <a:cubicBezTo>
                    <a:pt x="1932" y="3002"/>
                    <a:pt x="1018" y="2970"/>
                    <a:pt x="760" y="2896"/>
                  </a:cubicBezTo>
                  <a:cubicBezTo>
                    <a:pt x="669" y="2440"/>
                    <a:pt x="456" y="981"/>
                    <a:pt x="578" y="708"/>
                  </a:cubicBezTo>
                  <a:cubicBezTo>
                    <a:pt x="1098" y="562"/>
                    <a:pt x="5113" y="431"/>
                    <a:pt x="7825" y="431"/>
                  </a:cubicBezTo>
                  <a:close/>
                  <a:moveTo>
                    <a:pt x="7605" y="1"/>
                  </a:moveTo>
                  <a:cubicBezTo>
                    <a:pt x="5495" y="1"/>
                    <a:pt x="2878" y="91"/>
                    <a:pt x="1915" y="161"/>
                  </a:cubicBezTo>
                  <a:cubicBezTo>
                    <a:pt x="426" y="252"/>
                    <a:pt x="395" y="343"/>
                    <a:pt x="304" y="404"/>
                  </a:cubicBezTo>
                  <a:cubicBezTo>
                    <a:pt x="0" y="829"/>
                    <a:pt x="334" y="2775"/>
                    <a:pt x="456" y="3079"/>
                  </a:cubicBezTo>
                  <a:cubicBezTo>
                    <a:pt x="517" y="3200"/>
                    <a:pt x="669" y="3231"/>
                    <a:pt x="882" y="3261"/>
                  </a:cubicBezTo>
                  <a:cubicBezTo>
                    <a:pt x="1186" y="3292"/>
                    <a:pt x="2097" y="3352"/>
                    <a:pt x="3252" y="3352"/>
                  </a:cubicBezTo>
                  <a:cubicBezTo>
                    <a:pt x="6049" y="3352"/>
                    <a:pt x="10274" y="3200"/>
                    <a:pt x="10578" y="2805"/>
                  </a:cubicBezTo>
                  <a:cubicBezTo>
                    <a:pt x="10912" y="2380"/>
                    <a:pt x="10912" y="526"/>
                    <a:pt x="10578" y="191"/>
                  </a:cubicBezTo>
                  <a:cubicBezTo>
                    <a:pt x="10436" y="49"/>
                    <a:pt x="9158" y="1"/>
                    <a:pt x="7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74"/>
            <p:cNvSpPr/>
            <p:nvPr/>
          </p:nvSpPr>
          <p:spPr>
            <a:xfrm>
              <a:off x="-4761300" y="1936188"/>
              <a:ext cx="63875" cy="274350"/>
            </a:xfrm>
            <a:custGeom>
              <a:rect b="b" l="l" r="r" t="t"/>
              <a:pathLst>
                <a:path extrusionOk="0" h="10974" w="2555">
                  <a:moveTo>
                    <a:pt x="396" y="1"/>
                  </a:moveTo>
                  <a:lnTo>
                    <a:pt x="1" y="61"/>
                  </a:lnTo>
                  <a:cubicBezTo>
                    <a:pt x="548" y="3374"/>
                    <a:pt x="1277" y="6961"/>
                    <a:pt x="2220" y="10973"/>
                  </a:cubicBezTo>
                  <a:lnTo>
                    <a:pt x="2554" y="10913"/>
                  </a:lnTo>
                  <a:cubicBezTo>
                    <a:pt x="1612" y="6870"/>
                    <a:pt x="913" y="3314"/>
                    <a:pt x="3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74"/>
            <p:cNvSpPr/>
            <p:nvPr/>
          </p:nvSpPr>
          <p:spPr>
            <a:xfrm>
              <a:off x="-3779500" y="1936188"/>
              <a:ext cx="63075" cy="274350"/>
            </a:xfrm>
            <a:custGeom>
              <a:rect b="b" l="l" r="r" t="t"/>
              <a:pathLst>
                <a:path extrusionOk="0" h="10974" w="2523">
                  <a:moveTo>
                    <a:pt x="2158" y="1"/>
                  </a:moveTo>
                  <a:cubicBezTo>
                    <a:pt x="1672" y="3314"/>
                    <a:pt x="942" y="6870"/>
                    <a:pt x="0" y="10913"/>
                  </a:cubicBezTo>
                  <a:lnTo>
                    <a:pt x="365" y="10973"/>
                  </a:lnTo>
                  <a:cubicBezTo>
                    <a:pt x="1307" y="6961"/>
                    <a:pt x="2037" y="3374"/>
                    <a:pt x="2523" y="61"/>
                  </a:cubicBezTo>
                  <a:lnTo>
                    <a:pt x="21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74"/>
            <p:cNvSpPr/>
            <p:nvPr/>
          </p:nvSpPr>
          <p:spPr>
            <a:xfrm>
              <a:off x="-3037100" y="564388"/>
              <a:ext cx="952925" cy="592950"/>
            </a:xfrm>
            <a:custGeom>
              <a:rect b="b" l="l" r="r" t="t"/>
              <a:pathLst>
                <a:path extrusionOk="0" h="23718" w="38117">
                  <a:moveTo>
                    <a:pt x="27992" y="1"/>
                  </a:moveTo>
                  <a:cubicBezTo>
                    <a:pt x="17449" y="1"/>
                    <a:pt x="1642" y="2714"/>
                    <a:pt x="1642" y="2714"/>
                  </a:cubicBezTo>
                  <a:lnTo>
                    <a:pt x="1" y="23717"/>
                  </a:lnTo>
                  <a:lnTo>
                    <a:pt x="1" y="23717"/>
                  </a:lnTo>
                  <a:cubicBezTo>
                    <a:pt x="1" y="23717"/>
                    <a:pt x="24111" y="19777"/>
                    <a:pt x="32813" y="19777"/>
                  </a:cubicBezTo>
                  <a:cubicBezTo>
                    <a:pt x="34729" y="19777"/>
                    <a:pt x="35898" y="19968"/>
                    <a:pt x="35898" y="20434"/>
                  </a:cubicBezTo>
                  <a:cubicBezTo>
                    <a:pt x="37387" y="19036"/>
                    <a:pt x="38117" y="3170"/>
                    <a:pt x="36901" y="1802"/>
                  </a:cubicBezTo>
                  <a:cubicBezTo>
                    <a:pt x="35856" y="471"/>
                    <a:pt x="32380" y="1"/>
                    <a:pt x="279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74"/>
            <p:cNvSpPr/>
            <p:nvPr/>
          </p:nvSpPr>
          <p:spPr>
            <a:xfrm>
              <a:off x="-3219475" y="581313"/>
              <a:ext cx="237125" cy="2357950"/>
            </a:xfrm>
            <a:custGeom>
              <a:rect b="b" l="l" r="r" t="t"/>
              <a:pathLst>
                <a:path extrusionOk="0" h="94318" w="9485">
                  <a:moveTo>
                    <a:pt x="8724" y="0"/>
                  </a:moveTo>
                  <a:lnTo>
                    <a:pt x="1" y="94227"/>
                  </a:lnTo>
                  <a:lnTo>
                    <a:pt x="761" y="94318"/>
                  </a:lnTo>
                  <a:lnTo>
                    <a:pt x="9484" y="61"/>
                  </a:lnTo>
                  <a:lnTo>
                    <a:pt x="8724" y="0"/>
                  </a:lnTo>
                  <a:close/>
                </a:path>
              </a:pathLst>
            </a:custGeom>
            <a:solidFill>
              <a:srgbClr val="0506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74"/>
            <p:cNvSpPr/>
            <p:nvPr/>
          </p:nvSpPr>
          <p:spPr>
            <a:xfrm>
              <a:off x="-3184525" y="1688463"/>
              <a:ext cx="157325" cy="209000"/>
            </a:xfrm>
            <a:custGeom>
              <a:rect b="b" l="l" r="r" t="t"/>
              <a:pathLst>
                <a:path extrusionOk="0" h="8360" w="6293">
                  <a:moveTo>
                    <a:pt x="3922" y="1"/>
                  </a:moveTo>
                  <a:lnTo>
                    <a:pt x="1460" y="244"/>
                  </a:lnTo>
                  <a:cubicBezTo>
                    <a:pt x="457" y="335"/>
                    <a:pt x="153" y="1916"/>
                    <a:pt x="1338" y="2159"/>
                  </a:cubicBezTo>
                  <a:cubicBezTo>
                    <a:pt x="578" y="2341"/>
                    <a:pt x="366" y="3800"/>
                    <a:pt x="1430" y="4286"/>
                  </a:cubicBezTo>
                  <a:cubicBezTo>
                    <a:pt x="305" y="4286"/>
                    <a:pt x="1" y="6262"/>
                    <a:pt x="1581" y="6323"/>
                  </a:cubicBezTo>
                  <a:cubicBezTo>
                    <a:pt x="396" y="6384"/>
                    <a:pt x="274" y="8086"/>
                    <a:pt x="1673" y="8207"/>
                  </a:cubicBezTo>
                  <a:cubicBezTo>
                    <a:pt x="2554" y="8299"/>
                    <a:pt x="3436" y="8359"/>
                    <a:pt x="4348" y="8359"/>
                  </a:cubicBezTo>
                  <a:cubicBezTo>
                    <a:pt x="5442" y="8238"/>
                    <a:pt x="5776" y="7387"/>
                    <a:pt x="5442" y="6536"/>
                  </a:cubicBezTo>
                  <a:cubicBezTo>
                    <a:pt x="6293" y="6080"/>
                    <a:pt x="6019" y="4651"/>
                    <a:pt x="5320" y="4560"/>
                  </a:cubicBezTo>
                  <a:cubicBezTo>
                    <a:pt x="6232" y="3982"/>
                    <a:pt x="5928" y="2371"/>
                    <a:pt x="4864" y="2311"/>
                  </a:cubicBezTo>
                  <a:cubicBezTo>
                    <a:pt x="5989" y="1551"/>
                    <a:pt x="5381" y="153"/>
                    <a:pt x="3922"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74"/>
            <p:cNvSpPr/>
            <p:nvPr/>
          </p:nvSpPr>
          <p:spPr>
            <a:xfrm>
              <a:off x="-3151850" y="1738613"/>
              <a:ext cx="88950" cy="12950"/>
            </a:xfrm>
            <a:custGeom>
              <a:rect b="b" l="l" r="r" t="t"/>
              <a:pathLst>
                <a:path extrusionOk="0" h="518" w="3558">
                  <a:moveTo>
                    <a:pt x="31" y="1"/>
                  </a:moveTo>
                  <a:lnTo>
                    <a:pt x="1" y="396"/>
                  </a:lnTo>
                  <a:lnTo>
                    <a:pt x="3527" y="517"/>
                  </a:lnTo>
                  <a:lnTo>
                    <a:pt x="3557" y="153"/>
                  </a:lnTo>
                  <a:lnTo>
                    <a:pt x="3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74"/>
            <p:cNvSpPr/>
            <p:nvPr/>
          </p:nvSpPr>
          <p:spPr>
            <a:xfrm>
              <a:off x="-3149550" y="1791038"/>
              <a:ext cx="98800" cy="15225"/>
            </a:xfrm>
            <a:custGeom>
              <a:rect b="b" l="l" r="r" t="t"/>
              <a:pathLst>
                <a:path extrusionOk="0" h="609" w="3952">
                  <a:moveTo>
                    <a:pt x="31" y="1"/>
                  </a:moveTo>
                  <a:lnTo>
                    <a:pt x="0" y="366"/>
                  </a:lnTo>
                  <a:lnTo>
                    <a:pt x="3952" y="609"/>
                  </a:lnTo>
                  <a:lnTo>
                    <a:pt x="3952" y="244"/>
                  </a:lnTo>
                  <a:lnTo>
                    <a:pt x="31"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74"/>
            <p:cNvSpPr/>
            <p:nvPr/>
          </p:nvSpPr>
          <p:spPr>
            <a:xfrm>
              <a:off x="-3145750" y="1843488"/>
              <a:ext cx="98800" cy="12925"/>
            </a:xfrm>
            <a:custGeom>
              <a:rect b="b" l="l" r="r" t="t"/>
              <a:pathLst>
                <a:path extrusionOk="0" h="517" w="3952">
                  <a:moveTo>
                    <a:pt x="30" y="0"/>
                  </a:moveTo>
                  <a:lnTo>
                    <a:pt x="0" y="365"/>
                  </a:lnTo>
                  <a:lnTo>
                    <a:pt x="3921" y="517"/>
                  </a:lnTo>
                  <a:lnTo>
                    <a:pt x="3952" y="122"/>
                  </a:lnTo>
                  <a:lnTo>
                    <a:pt x="30"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74"/>
            <p:cNvSpPr/>
            <p:nvPr/>
          </p:nvSpPr>
          <p:spPr>
            <a:xfrm>
              <a:off x="-3228600" y="1633413"/>
              <a:ext cx="207475" cy="57350"/>
            </a:xfrm>
            <a:custGeom>
              <a:rect b="b" l="l" r="r" t="t"/>
              <a:pathLst>
                <a:path extrusionOk="0" h="2294" w="8299">
                  <a:moveTo>
                    <a:pt x="5642" y="1"/>
                  </a:moveTo>
                  <a:cubicBezTo>
                    <a:pt x="5111" y="1"/>
                    <a:pt x="4621" y="4"/>
                    <a:pt x="4348" y="14"/>
                  </a:cubicBezTo>
                  <a:cubicBezTo>
                    <a:pt x="3588" y="105"/>
                    <a:pt x="1855" y="14"/>
                    <a:pt x="548" y="1139"/>
                  </a:cubicBezTo>
                  <a:cubicBezTo>
                    <a:pt x="366" y="1291"/>
                    <a:pt x="183" y="1534"/>
                    <a:pt x="1" y="1929"/>
                  </a:cubicBezTo>
                  <a:cubicBezTo>
                    <a:pt x="1582" y="1959"/>
                    <a:pt x="1551" y="2294"/>
                    <a:pt x="3101" y="2294"/>
                  </a:cubicBezTo>
                  <a:cubicBezTo>
                    <a:pt x="4393" y="2127"/>
                    <a:pt x="5001" y="2073"/>
                    <a:pt x="5335" y="2073"/>
                  </a:cubicBezTo>
                  <a:cubicBezTo>
                    <a:pt x="5670" y="2073"/>
                    <a:pt x="5731" y="2127"/>
                    <a:pt x="5928" y="2172"/>
                  </a:cubicBezTo>
                  <a:cubicBezTo>
                    <a:pt x="8056" y="2172"/>
                    <a:pt x="8299" y="561"/>
                    <a:pt x="7934" y="14"/>
                  </a:cubicBezTo>
                  <a:cubicBezTo>
                    <a:pt x="7934" y="14"/>
                    <a:pt x="6705" y="1"/>
                    <a:pt x="5642"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74"/>
            <p:cNvSpPr/>
            <p:nvPr/>
          </p:nvSpPr>
          <p:spPr>
            <a:xfrm>
              <a:off x="-3177675" y="1683138"/>
              <a:ext cx="101850" cy="219650"/>
            </a:xfrm>
            <a:custGeom>
              <a:rect b="b" l="l" r="r" t="t"/>
              <a:pathLst>
                <a:path extrusionOk="0" h="8786" w="4074">
                  <a:moveTo>
                    <a:pt x="3800" y="1"/>
                  </a:moveTo>
                  <a:lnTo>
                    <a:pt x="1216" y="214"/>
                  </a:lnTo>
                  <a:cubicBezTo>
                    <a:pt x="426" y="274"/>
                    <a:pt x="31" y="852"/>
                    <a:pt x="0" y="1369"/>
                  </a:cubicBezTo>
                  <a:cubicBezTo>
                    <a:pt x="0" y="1764"/>
                    <a:pt x="152" y="2220"/>
                    <a:pt x="578" y="2432"/>
                  </a:cubicBezTo>
                  <a:cubicBezTo>
                    <a:pt x="396" y="2645"/>
                    <a:pt x="244" y="2949"/>
                    <a:pt x="183" y="3284"/>
                  </a:cubicBezTo>
                  <a:cubicBezTo>
                    <a:pt x="183" y="3648"/>
                    <a:pt x="304" y="4074"/>
                    <a:pt x="639" y="4408"/>
                  </a:cubicBezTo>
                  <a:cubicBezTo>
                    <a:pt x="274" y="4621"/>
                    <a:pt x="0" y="5077"/>
                    <a:pt x="0" y="5533"/>
                  </a:cubicBezTo>
                  <a:cubicBezTo>
                    <a:pt x="0" y="5928"/>
                    <a:pt x="183" y="6353"/>
                    <a:pt x="608" y="6597"/>
                  </a:cubicBezTo>
                  <a:cubicBezTo>
                    <a:pt x="335" y="6809"/>
                    <a:pt x="183" y="7113"/>
                    <a:pt x="183" y="7417"/>
                  </a:cubicBezTo>
                  <a:cubicBezTo>
                    <a:pt x="183" y="7964"/>
                    <a:pt x="578" y="8572"/>
                    <a:pt x="1399" y="8633"/>
                  </a:cubicBezTo>
                  <a:cubicBezTo>
                    <a:pt x="2250" y="8755"/>
                    <a:pt x="3162" y="8785"/>
                    <a:pt x="4074" y="8785"/>
                  </a:cubicBezTo>
                  <a:lnTo>
                    <a:pt x="4074" y="8755"/>
                  </a:lnTo>
                  <a:lnTo>
                    <a:pt x="4074" y="8360"/>
                  </a:lnTo>
                  <a:cubicBezTo>
                    <a:pt x="3162" y="8360"/>
                    <a:pt x="2280" y="8329"/>
                    <a:pt x="1399" y="8208"/>
                  </a:cubicBezTo>
                  <a:cubicBezTo>
                    <a:pt x="791" y="8177"/>
                    <a:pt x="548" y="7812"/>
                    <a:pt x="548" y="7417"/>
                  </a:cubicBezTo>
                  <a:cubicBezTo>
                    <a:pt x="548" y="7083"/>
                    <a:pt x="760" y="6718"/>
                    <a:pt x="1247" y="6718"/>
                  </a:cubicBezTo>
                  <a:lnTo>
                    <a:pt x="1247" y="6353"/>
                  </a:lnTo>
                  <a:cubicBezTo>
                    <a:pt x="578" y="6323"/>
                    <a:pt x="335" y="5898"/>
                    <a:pt x="335" y="5533"/>
                  </a:cubicBezTo>
                  <a:cubicBezTo>
                    <a:pt x="396" y="5107"/>
                    <a:pt x="639" y="4682"/>
                    <a:pt x="1095" y="4682"/>
                  </a:cubicBezTo>
                  <a:lnTo>
                    <a:pt x="1976" y="4682"/>
                  </a:lnTo>
                  <a:lnTo>
                    <a:pt x="1186" y="4317"/>
                  </a:lnTo>
                  <a:cubicBezTo>
                    <a:pt x="578" y="4043"/>
                    <a:pt x="578" y="3436"/>
                    <a:pt x="578" y="3284"/>
                  </a:cubicBezTo>
                  <a:cubicBezTo>
                    <a:pt x="608" y="2949"/>
                    <a:pt x="791" y="2615"/>
                    <a:pt x="1064" y="2554"/>
                  </a:cubicBezTo>
                  <a:lnTo>
                    <a:pt x="1824" y="2372"/>
                  </a:lnTo>
                  <a:lnTo>
                    <a:pt x="1034" y="2220"/>
                  </a:lnTo>
                  <a:cubicBezTo>
                    <a:pt x="548" y="2129"/>
                    <a:pt x="396" y="1733"/>
                    <a:pt x="396" y="1429"/>
                  </a:cubicBezTo>
                  <a:cubicBezTo>
                    <a:pt x="426" y="1034"/>
                    <a:pt x="700" y="609"/>
                    <a:pt x="1247" y="578"/>
                  </a:cubicBezTo>
                  <a:lnTo>
                    <a:pt x="3830" y="396"/>
                  </a:lnTo>
                  <a:lnTo>
                    <a:pt x="3800"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74"/>
            <p:cNvSpPr/>
            <p:nvPr/>
          </p:nvSpPr>
          <p:spPr>
            <a:xfrm>
              <a:off x="-3088000" y="1632988"/>
              <a:ext cx="48650" cy="15225"/>
            </a:xfrm>
            <a:custGeom>
              <a:rect b="b" l="l" r="r" t="t"/>
              <a:pathLst>
                <a:path extrusionOk="0" h="609" w="1946">
                  <a:moveTo>
                    <a:pt x="1824" y="1"/>
                  </a:moveTo>
                  <a:cubicBezTo>
                    <a:pt x="1398" y="183"/>
                    <a:pt x="699" y="244"/>
                    <a:pt x="365" y="244"/>
                  </a:cubicBezTo>
                  <a:lnTo>
                    <a:pt x="365" y="31"/>
                  </a:lnTo>
                  <a:lnTo>
                    <a:pt x="0" y="31"/>
                  </a:lnTo>
                  <a:lnTo>
                    <a:pt x="0" y="609"/>
                  </a:lnTo>
                  <a:lnTo>
                    <a:pt x="213" y="609"/>
                  </a:lnTo>
                  <a:cubicBezTo>
                    <a:pt x="395" y="609"/>
                    <a:pt x="1368" y="578"/>
                    <a:pt x="1945" y="335"/>
                  </a:cubicBezTo>
                  <a:lnTo>
                    <a:pt x="1824"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74"/>
            <p:cNvSpPr/>
            <p:nvPr/>
          </p:nvSpPr>
          <p:spPr>
            <a:xfrm>
              <a:off x="-4682275" y="2537363"/>
              <a:ext cx="317450" cy="335900"/>
            </a:xfrm>
            <a:custGeom>
              <a:rect b="b" l="l" r="r" t="t"/>
              <a:pathLst>
                <a:path extrusionOk="0" h="13436" w="12698">
                  <a:moveTo>
                    <a:pt x="3994" y="1"/>
                  </a:moveTo>
                  <a:cubicBezTo>
                    <a:pt x="3453" y="1"/>
                    <a:pt x="2909" y="129"/>
                    <a:pt x="2402" y="452"/>
                  </a:cubicBezTo>
                  <a:cubicBezTo>
                    <a:pt x="1" y="1972"/>
                    <a:pt x="1399" y="5255"/>
                    <a:pt x="1521" y="5711"/>
                  </a:cubicBezTo>
                  <a:cubicBezTo>
                    <a:pt x="2068" y="7899"/>
                    <a:pt x="5624" y="11972"/>
                    <a:pt x="5624" y="11972"/>
                  </a:cubicBezTo>
                  <a:cubicBezTo>
                    <a:pt x="5976" y="12424"/>
                    <a:pt x="6343" y="12581"/>
                    <a:pt x="6640" y="12581"/>
                  </a:cubicBezTo>
                  <a:cubicBezTo>
                    <a:pt x="7062" y="12581"/>
                    <a:pt x="7342" y="12265"/>
                    <a:pt x="7235" y="12033"/>
                  </a:cubicBezTo>
                  <a:lnTo>
                    <a:pt x="7235" y="12033"/>
                  </a:lnTo>
                  <a:lnTo>
                    <a:pt x="7782" y="12793"/>
                  </a:lnTo>
                  <a:cubicBezTo>
                    <a:pt x="8177" y="13262"/>
                    <a:pt x="8538" y="13436"/>
                    <a:pt x="8827" y="13436"/>
                  </a:cubicBezTo>
                  <a:cubicBezTo>
                    <a:pt x="9362" y="13436"/>
                    <a:pt x="9651" y="12842"/>
                    <a:pt x="9454" y="12428"/>
                  </a:cubicBezTo>
                  <a:lnTo>
                    <a:pt x="9454" y="12428"/>
                  </a:lnTo>
                  <a:cubicBezTo>
                    <a:pt x="9728" y="12892"/>
                    <a:pt x="10099" y="13072"/>
                    <a:pt x="10426" y="13072"/>
                  </a:cubicBezTo>
                  <a:cubicBezTo>
                    <a:pt x="10934" y="13072"/>
                    <a:pt x="11336" y="12636"/>
                    <a:pt x="11095" y="12155"/>
                  </a:cubicBezTo>
                  <a:lnTo>
                    <a:pt x="11095" y="12155"/>
                  </a:lnTo>
                  <a:cubicBezTo>
                    <a:pt x="11268" y="12391"/>
                    <a:pt x="11499" y="12500"/>
                    <a:pt x="11719" y="12500"/>
                  </a:cubicBezTo>
                  <a:cubicBezTo>
                    <a:pt x="12235" y="12500"/>
                    <a:pt x="12698" y="11906"/>
                    <a:pt x="12250" y="10969"/>
                  </a:cubicBezTo>
                  <a:cubicBezTo>
                    <a:pt x="11947" y="10209"/>
                    <a:pt x="8603" y="4465"/>
                    <a:pt x="8603" y="4465"/>
                  </a:cubicBezTo>
                  <a:cubicBezTo>
                    <a:pt x="8630" y="4452"/>
                    <a:pt x="8659" y="4446"/>
                    <a:pt x="8690" y="4446"/>
                  </a:cubicBezTo>
                  <a:cubicBezTo>
                    <a:pt x="9188" y="4446"/>
                    <a:pt x="10184" y="6002"/>
                    <a:pt x="11330" y="6002"/>
                  </a:cubicBezTo>
                  <a:cubicBezTo>
                    <a:pt x="11472" y="6002"/>
                    <a:pt x="11617" y="5978"/>
                    <a:pt x="11764" y="5924"/>
                  </a:cubicBezTo>
                  <a:cubicBezTo>
                    <a:pt x="11886" y="5832"/>
                    <a:pt x="11886" y="5680"/>
                    <a:pt x="11855" y="5589"/>
                  </a:cubicBezTo>
                  <a:cubicBezTo>
                    <a:pt x="9576" y="2398"/>
                    <a:pt x="7357" y="1334"/>
                    <a:pt x="6658" y="878"/>
                  </a:cubicBezTo>
                  <a:cubicBezTo>
                    <a:pt x="5951" y="427"/>
                    <a:pt x="4979" y="1"/>
                    <a:pt x="3994" y="1"/>
                  </a:cubicBezTo>
                  <a:close/>
                </a:path>
              </a:pathLst>
            </a:custGeom>
            <a:solidFill>
              <a:srgbClr val="E2A0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74"/>
            <p:cNvSpPr/>
            <p:nvPr/>
          </p:nvSpPr>
          <p:spPr>
            <a:xfrm>
              <a:off x="-4556875" y="2749263"/>
              <a:ext cx="57000" cy="88950"/>
            </a:xfrm>
            <a:custGeom>
              <a:rect b="b" l="l" r="r" t="t"/>
              <a:pathLst>
                <a:path extrusionOk="0" h="3558" w="2280">
                  <a:moveTo>
                    <a:pt x="274" y="1"/>
                  </a:moveTo>
                  <a:lnTo>
                    <a:pt x="0" y="153"/>
                  </a:lnTo>
                  <a:lnTo>
                    <a:pt x="2006" y="3557"/>
                  </a:lnTo>
                  <a:lnTo>
                    <a:pt x="2280" y="3405"/>
                  </a:lnTo>
                  <a:lnTo>
                    <a:pt x="274" y="1"/>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74"/>
            <p:cNvSpPr/>
            <p:nvPr/>
          </p:nvSpPr>
          <p:spPr>
            <a:xfrm>
              <a:off x="-4520400" y="2734838"/>
              <a:ext cx="76775" cy="114775"/>
            </a:xfrm>
            <a:custGeom>
              <a:rect b="b" l="l" r="r" t="t"/>
              <a:pathLst>
                <a:path extrusionOk="0" h="4591" w="3071">
                  <a:moveTo>
                    <a:pt x="213" y="0"/>
                  </a:moveTo>
                  <a:lnTo>
                    <a:pt x="0" y="152"/>
                  </a:lnTo>
                  <a:lnTo>
                    <a:pt x="2857" y="4590"/>
                  </a:lnTo>
                  <a:lnTo>
                    <a:pt x="3070" y="4438"/>
                  </a:lnTo>
                  <a:lnTo>
                    <a:pt x="213" y="0"/>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74"/>
            <p:cNvSpPr/>
            <p:nvPr/>
          </p:nvSpPr>
          <p:spPr>
            <a:xfrm>
              <a:off x="-4483175" y="2713563"/>
              <a:ext cx="82100" cy="128450"/>
            </a:xfrm>
            <a:custGeom>
              <a:rect b="b" l="l" r="r" t="t"/>
              <a:pathLst>
                <a:path extrusionOk="0" h="5138" w="3284">
                  <a:moveTo>
                    <a:pt x="274" y="0"/>
                  </a:moveTo>
                  <a:lnTo>
                    <a:pt x="1" y="183"/>
                  </a:lnTo>
                  <a:lnTo>
                    <a:pt x="3040" y="5137"/>
                  </a:lnTo>
                  <a:lnTo>
                    <a:pt x="3283" y="4985"/>
                  </a:lnTo>
                  <a:lnTo>
                    <a:pt x="274" y="0"/>
                  </a:lnTo>
                  <a:close/>
                </a:path>
              </a:pathLst>
            </a:custGeom>
            <a:solidFill>
              <a:srgbClr val="CB82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74"/>
            <p:cNvSpPr/>
            <p:nvPr/>
          </p:nvSpPr>
          <p:spPr>
            <a:xfrm>
              <a:off x="-5090125" y="2122663"/>
              <a:ext cx="592550" cy="584850"/>
            </a:xfrm>
            <a:custGeom>
              <a:rect b="b" l="l" r="r" t="t"/>
              <a:pathLst>
                <a:path extrusionOk="0" h="23394" w="23702">
                  <a:moveTo>
                    <a:pt x="7250" y="1"/>
                  </a:moveTo>
                  <a:cubicBezTo>
                    <a:pt x="2895" y="1"/>
                    <a:pt x="0" y="5228"/>
                    <a:pt x="3792" y="10171"/>
                  </a:cubicBezTo>
                  <a:cubicBezTo>
                    <a:pt x="6588" y="14092"/>
                    <a:pt x="17257" y="23393"/>
                    <a:pt x="17257" y="23393"/>
                  </a:cubicBezTo>
                  <a:cubicBezTo>
                    <a:pt x="20206" y="18530"/>
                    <a:pt x="23701" y="17527"/>
                    <a:pt x="23701" y="17527"/>
                  </a:cubicBezTo>
                  <a:cubicBezTo>
                    <a:pt x="19051" y="10779"/>
                    <a:pt x="15464" y="5672"/>
                    <a:pt x="12090" y="2116"/>
                  </a:cubicBezTo>
                  <a:cubicBezTo>
                    <a:pt x="10447" y="629"/>
                    <a:pt x="8761" y="1"/>
                    <a:pt x="7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74"/>
            <p:cNvSpPr/>
            <p:nvPr/>
          </p:nvSpPr>
          <p:spPr>
            <a:xfrm>
              <a:off x="-4677700" y="2643313"/>
              <a:ext cx="24350" cy="21975"/>
            </a:xfrm>
            <a:custGeom>
              <a:rect b="b" l="l" r="r" t="t"/>
              <a:pathLst>
                <a:path extrusionOk="0" h="879" w="974">
                  <a:moveTo>
                    <a:pt x="511" y="0"/>
                  </a:moveTo>
                  <a:cubicBezTo>
                    <a:pt x="326" y="0"/>
                    <a:pt x="143" y="137"/>
                    <a:pt x="92" y="318"/>
                  </a:cubicBezTo>
                  <a:cubicBezTo>
                    <a:pt x="0" y="561"/>
                    <a:pt x="152" y="774"/>
                    <a:pt x="396" y="865"/>
                  </a:cubicBezTo>
                  <a:cubicBezTo>
                    <a:pt x="428" y="874"/>
                    <a:pt x="460" y="878"/>
                    <a:pt x="493" y="878"/>
                  </a:cubicBezTo>
                  <a:cubicBezTo>
                    <a:pt x="678" y="878"/>
                    <a:pt x="861" y="742"/>
                    <a:pt x="912" y="561"/>
                  </a:cubicBezTo>
                  <a:cubicBezTo>
                    <a:pt x="973" y="318"/>
                    <a:pt x="851" y="105"/>
                    <a:pt x="608" y="14"/>
                  </a:cubicBezTo>
                  <a:cubicBezTo>
                    <a:pt x="576" y="5"/>
                    <a:pt x="543" y="0"/>
                    <a:pt x="511" y="0"/>
                  </a:cubicBezTo>
                  <a:close/>
                </a:path>
              </a:pathLst>
            </a:custGeom>
            <a:solidFill>
              <a:srgbClr val="D9E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74"/>
            <p:cNvSpPr/>
            <p:nvPr/>
          </p:nvSpPr>
          <p:spPr>
            <a:xfrm>
              <a:off x="-4714175" y="2499263"/>
              <a:ext cx="177075" cy="163400"/>
            </a:xfrm>
            <a:custGeom>
              <a:rect b="b" l="l" r="r" t="t"/>
              <a:pathLst>
                <a:path extrusionOk="0" h="6536" w="7083">
                  <a:moveTo>
                    <a:pt x="7022" y="1"/>
                  </a:moveTo>
                  <a:cubicBezTo>
                    <a:pt x="4043" y="487"/>
                    <a:pt x="1125" y="4043"/>
                    <a:pt x="0" y="6384"/>
                  </a:cubicBezTo>
                  <a:lnTo>
                    <a:pt x="335" y="6536"/>
                  </a:lnTo>
                  <a:cubicBezTo>
                    <a:pt x="1429" y="4256"/>
                    <a:pt x="4256" y="791"/>
                    <a:pt x="7083" y="396"/>
                  </a:cubicBezTo>
                  <a:lnTo>
                    <a:pt x="7022" y="1"/>
                  </a:ln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74"/>
            <p:cNvSpPr/>
            <p:nvPr/>
          </p:nvSpPr>
          <p:spPr>
            <a:xfrm>
              <a:off x="-4925425" y="2154288"/>
              <a:ext cx="201400" cy="97275"/>
            </a:xfrm>
            <a:custGeom>
              <a:rect b="b" l="l" r="r" t="t"/>
              <a:pathLst>
                <a:path extrusionOk="0" h="3891" w="8056">
                  <a:moveTo>
                    <a:pt x="2584" y="0"/>
                  </a:moveTo>
                  <a:lnTo>
                    <a:pt x="2554" y="395"/>
                  </a:lnTo>
                  <a:cubicBezTo>
                    <a:pt x="2554" y="395"/>
                    <a:pt x="4894" y="760"/>
                    <a:pt x="6809" y="2675"/>
                  </a:cubicBezTo>
                  <a:cubicBezTo>
                    <a:pt x="5170" y="1673"/>
                    <a:pt x="3514" y="1166"/>
                    <a:pt x="1777" y="1166"/>
                  </a:cubicBezTo>
                  <a:cubicBezTo>
                    <a:pt x="1195" y="1166"/>
                    <a:pt x="603" y="1223"/>
                    <a:pt x="0" y="1337"/>
                  </a:cubicBezTo>
                  <a:lnTo>
                    <a:pt x="61" y="1733"/>
                  </a:lnTo>
                  <a:cubicBezTo>
                    <a:pt x="641" y="1623"/>
                    <a:pt x="1211" y="1568"/>
                    <a:pt x="1773" y="1568"/>
                  </a:cubicBezTo>
                  <a:cubicBezTo>
                    <a:pt x="3862" y="1568"/>
                    <a:pt x="5835" y="2327"/>
                    <a:pt x="7751" y="3860"/>
                  </a:cubicBezTo>
                  <a:cubicBezTo>
                    <a:pt x="7782" y="3891"/>
                    <a:pt x="7812" y="3891"/>
                    <a:pt x="7873" y="3891"/>
                  </a:cubicBezTo>
                  <a:cubicBezTo>
                    <a:pt x="7903" y="3891"/>
                    <a:pt x="7934" y="3891"/>
                    <a:pt x="7994" y="3769"/>
                  </a:cubicBezTo>
                  <a:cubicBezTo>
                    <a:pt x="8055" y="3739"/>
                    <a:pt x="8055" y="3617"/>
                    <a:pt x="8025" y="3556"/>
                  </a:cubicBezTo>
                  <a:cubicBezTo>
                    <a:pt x="5958" y="547"/>
                    <a:pt x="2736" y="61"/>
                    <a:pt x="25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74"/>
            <p:cNvSpPr/>
            <p:nvPr/>
          </p:nvSpPr>
          <p:spPr>
            <a:xfrm>
              <a:off x="-4682275" y="2304738"/>
              <a:ext cx="186975" cy="259150"/>
            </a:xfrm>
            <a:custGeom>
              <a:rect b="b" l="l" r="r" t="t"/>
              <a:pathLst>
                <a:path extrusionOk="0" h="10366" w="7479">
                  <a:moveTo>
                    <a:pt x="305" y="0"/>
                  </a:moveTo>
                  <a:lnTo>
                    <a:pt x="1" y="213"/>
                  </a:lnTo>
                  <a:cubicBezTo>
                    <a:pt x="31" y="304"/>
                    <a:pt x="6171" y="8967"/>
                    <a:pt x="7174" y="10365"/>
                  </a:cubicBezTo>
                  <a:lnTo>
                    <a:pt x="7478" y="10153"/>
                  </a:lnTo>
                  <a:cubicBezTo>
                    <a:pt x="6506" y="8724"/>
                    <a:pt x="396" y="61"/>
                    <a:pt x="3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3" name="Google Shape;2113;p74"/>
          <p:cNvGrpSpPr/>
          <p:nvPr/>
        </p:nvGrpSpPr>
        <p:grpSpPr>
          <a:xfrm>
            <a:off x="-161925" y="3996300"/>
            <a:ext cx="4373200" cy="1030900"/>
            <a:chOff x="2558825" y="1578175"/>
            <a:chExt cx="4373200" cy="1030900"/>
          </a:xfrm>
        </p:grpSpPr>
        <p:sp>
          <p:nvSpPr>
            <p:cNvPr id="2114" name="Google Shape;2114;p74"/>
            <p:cNvSpPr/>
            <p:nvPr/>
          </p:nvSpPr>
          <p:spPr>
            <a:xfrm>
              <a:off x="2558825" y="1621900"/>
              <a:ext cx="4373200" cy="950650"/>
            </a:xfrm>
            <a:custGeom>
              <a:rect b="b" l="l" r="r" t="t"/>
              <a:pathLst>
                <a:path extrusionOk="0" h="38026" w="174928">
                  <a:moveTo>
                    <a:pt x="49849" y="0"/>
                  </a:moveTo>
                  <a:lnTo>
                    <a:pt x="38299" y="20791"/>
                  </a:lnTo>
                  <a:lnTo>
                    <a:pt x="25077" y="22432"/>
                  </a:lnTo>
                  <a:lnTo>
                    <a:pt x="17326" y="15168"/>
                  </a:lnTo>
                  <a:lnTo>
                    <a:pt x="0" y="20548"/>
                  </a:lnTo>
                  <a:lnTo>
                    <a:pt x="122" y="20943"/>
                  </a:lnTo>
                  <a:lnTo>
                    <a:pt x="17235" y="15563"/>
                  </a:lnTo>
                  <a:lnTo>
                    <a:pt x="24925" y="22797"/>
                  </a:lnTo>
                  <a:lnTo>
                    <a:pt x="38512" y="21125"/>
                  </a:lnTo>
                  <a:lnTo>
                    <a:pt x="50001" y="487"/>
                  </a:lnTo>
                  <a:lnTo>
                    <a:pt x="63679" y="7903"/>
                  </a:lnTo>
                  <a:lnTo>
                    <a:pt x="66567" y="24286"/>
                  </a:lnTo>
                  <a:lnTo>
                    <a:pt x="78178" y="21885"/>
                  </a:lnTo>
                  <a:lnTo>
                    <a:pt x="86172" y="13374"/>
                  </a:lnTo>
                  <a:lnTo>
                    <a:pt x="94410" y="38025"/>
                  </a:lnTo>
                  <a:lnTo>
                    <a:pt x="108817" y="32615"/>
                  </a:lnTo>
                  <a:lnTo>
                    <a:pt x="115200" y="21125"/>
                  </a:lnTo>
                  <a:lnTo>
                    <a:pt x="125170" y="23435"/>
                  </a:lnTo>
                  <a:lnTo>
                    <a:pt x="131492" y="33679"/>
                  </a:lnTo>
                  <a:lnTo>
                    <a:pt x="151827" y="30730"/>
                  </a:lnTo>
                  <a:lnTo>
                    <a:pt x="151888" y="30700"/>
                  </a:lnTo>
                  <a:lnTo>
                    <a:pt x="160703" y="18086"/>
                  </a:lnTo>
                  <a:lnTo>
                    <a:pt x="174837" y="20791"/>
                  </a:lnTo>
                  <a:lnTo>
                    <a:pt x="174928" y="20396"/>
                  </a:lnTo>
                  <a:lnTo>
                    <a:pt x="160551" y="17660"/>
                  </a:lnTo>
                  <a:lnTo>
                    <a:pt x="151675" y="30365"/>
                  </a:lnTo>
                  <a:lnTo>
                    <a:pt x="131675" y="33253"/>
                  </a:lnTo>
                  <a:lnTo>
                    <a:pt x="125444" y="23192"/>
                  </a:lnTo>
                  <a:lnTo>
                    <a:pt x="125413" y="23101"/>
                  </a:lnTo>
                  <a:lnTo>
                    <a:pt x="115018" y="20700"/>
                  </a:lnTo>
                  <a:lnTo>
                    <a:pt x="108544" y="32311"/>
                  </a:lnTo>
                  <a:lnTo>
                    <a:pt x="94653" y="37539"/>
                  </a:lnTo>
                  <a:lnTo>
                    <a:pt x="86324" y="12645"/>
                  </a:lnTo>
                  <a:lnTo>
                    <a:pt x="77996" y="21551"/>
                  </a:lnTo>
                  <a:lnTo>
                    <a:pt x="66901" y="23830"/>
                  </a:lnTo>
                  <a:lnTo>
                    <a:pt x="64014" y="7690"/>
                  </a:lnTo>
                  <a:lnTo>
                    <a:pt x="49849" y="0"/>
                  </a:ln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74"/>
            <p:cNvSpPr/>
            <p:nvPr/>
          </p:nvSpPr>
          <p:spPr>
            <a:xfrm>
              <a:off x="4096850" y="1765625"/>
              <a:ext cx="121600" cy="101800"/>
            </a:xfrm>
            <a:custGeom>
              <a:rect b="b" l="l" r="r" t="t"/>
              <a:pathLst>
                <a:path extrusionOk="0" h="4072" w="4864">
                  <a:moveTo>
                    <a:pt x="2466" y="0"/>
                  </a:moveTo>
                  <a:cubicBezTo>
                    <a:pt x="1545" y="0"/>
                    <a:pt x="645" y="453"/>
                    <a:pt x="365" y="1394"/>
                  </a:cubicBezTo>
                  <a:cubicBezTo>
                    <a:pt x="0" y="2640"/>
                    <a:pt x="912" y="3978"/>
                    <a:pt x="2219" y="4069"/>
                  </a:cubicBezTo>
                  <a:cubicBezTo>
                    <a:pt x="2260" y="4071"/>
                    <a:pt x="2300" y="4072"/>
                    <a:pt x="2341" y="4072"/>
                  </a:cubicBezTo>
                  <a:cubicBezTo>
                    <a:pt x="3035" y="4072"/>
                    <a:pt x="3768" y="3826"/>
                    <a:pt x="4256" y="3309"/>
                  </a:cubicBezTo>
                  <a:cubicBezTo>
                    <a:pt x="4742" y="2762"/>
                    <a:pt x="4864" y="1972"/>
                    <a:pt x="4590" y="1333"/>
                  </a:cubicBezTo>
                  <a:cubicBezTo>
                    <a:pt x="4438" y="938"/>
                    <a:pt x="4195" y="604"/>
                    <a:pt x="3830" y="361"/>
                  </a:cubicBezTo>
                  <a:cubicBezTo>
                    <a:pt x="3426" y="122"/>
                    <a:pt x="2943" y="0"/>
                    <a:pt x="2466"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74"/>
            <p:cNvSpPr/>
            <p:nvPr/>
          </p:nvSpPr>
          <p:spPr>
            <a:xfrm>
              <a:off x="4131800" y="1794800"/>
              <a:ext cx="53225" cy="44450"/>
            </a:xfrm>
            <a:custGeom>
              <a:rect b="b" l="l" r="r" t="t"/>
              <a:pathLst>
                <a:path extrusionOk="0" h="1778" w="2129">
                  <a:moveTo>
                    <a:pt x="1035" y="0"/>
                  </a:moveTo>
                  <a:cubicBezTo>
                    <a:pt x="640" y="0"/>
                    <a:pt x="270" y="191"/>
                    <a:pt x="153" y="622"/>
                  </a:cubicBezTo>
                  <a:cubicBezTo>
                    <a:pt x="1" y="1170"/>
                    <a:pt x="365" y="1747"/>
                    <a:pt x="943" y="1777"/>
                  </a:cubicBezTo>
                  <a:cubicBezTo>
                    <a:pt x="1247" y="1777"/>
                    <a:pt x="1642" y="1717"/>
                    <a:pt x="1824" y="1443"/>
                  </a:cubicBezTo>
                  <a:cubicBezTo>
                    <a:pt x="2098" y="1230"/>
                    <a:pt x="2128" y="835"/>
                    <a:pt x="2007" y="562"/>
                  </a:cubicBezTo>
                  <a:cubicBezTo>
                    <a:pt x="1946" y="410"/>
                    <a:pt x="1824" y="258"/>
                    <a:pt x="1672" y="166"/>
                  </a:cubicBezTo>
                  <a:cubicBezTo>
                    <a:pt x="1478" y="58"/>
                    <a:pt x="1253" y="0"/>
                    <a:pt x="1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74"/>
            <p:cNvSpPr/>
            <p:nvPr/>
          </p:nvSpPr>
          <p:spPr>
            <a:xfrm>
              <a:off x="3741975" y="1578175"/>
              <a:ext cx="120850" cy="101725"/>
            </a:xfrm>
            <a:custGeom>
              <a:rect b="b" l="l" r="r" t="t"/>
              <a:pathLst>
                <a:path extrusionOk="0" h="4069" w="4834">
                  <a:moveTo>
                    <a:pt x="2477" y="0"/>
                  </a:moveTo>
                  <a:cubicBezTo>
                    <a:pt x="1564" y="0"/>
                    <a:pt x="674" y="461"/>
                    <a:pt x="396" y="1415"/>
                  </a:cubicBezTo>
                  <a:cubicBezTo>
                    <a:pt x="1" y="2661"/>
                    <a:pt x="912" y="3999"/>
                    <a:pt x="2250" y="4059"/>
                  </a:cubicBezTo>
                  <a:cubicBezTo>
                    <a:pt x="2322" y="4065"/>
                    <a:pt x="2396" y="4068"/>
                    <a:pt x="2469" y="4068"/>
                  </a:cubicBezTo>
                  <a:cubicBezTo>
                    <a:pt x="3134" y="4068"/>
                    <a:pt x="3818" y="3820"/>
                    <a:pt x="4256" y="3299"/>
                  </a:cubicBezTo>
                  <a:cubicBezTo>
                    <a:pt x="4712" y="2813"/>
                    <a:pt x="4834" y="2023"/>
                    <a:pt x="4621" y="1324"/>
                  </a:cubicBezTo>
                  <a:cubicBezTo>
                    <a:pt x="4469" y="959"/>
                    <a:pt x="4226" y="594"/>
                    <a:pt x="3861" y="381"/>
                  </a:cubicBezTo>
                  <a:cubicBezTo>
                    <a:pt x="3451" y="129"/>
                    <a:pt x="2961" y="0"/>
                    <a:pt x="2477"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74"/>
            <p:cNvSpPr/>
            <p:nvPr/>
          </p:nvSpPr>
          <p:spPr>
            <a:xfrm>
              <a:off x="3777700" y="1607275"/>
              <a:ext cx="53200" cy="45050"/>
            </a:xfrm>
            <a:custGeom>
              <a:rect b="b" l="l" r="r" t="t"/>
              <a:pathLst>
                <a:path extrusionOk="0" h="1802" w="2128">
                  <a:moveTo>
                    <a:pt x="1055" y="1"/>
                  </a:moveTo>
                  <a:cubicBezTo>
                    <a:pt x="653" y="1"/>
                    <a:pt x="272" y="197"/>
                    <a:pt x="152" y="616"/>
                  </a:cubicBezTo>
                  <a:cubicBezTo>
                    <a:pt x="0" y="1193"/>
                    <a:pt x="365" y="1771"/>
                    <a:pt x="942" y="1801"/>
                  </a:cubicBezTo>
                  <a:cubicBezTo>
                    <a:pt x="1246" y="1801"/>
                    <a:pt x="1611" y="1740"/>
                    <a:pt x="1824" y="1467"/>
                  </a:cubicBezTo>
                  <a:cubicBezTo>
                    <a:pt x="2067" y="1224"/>
                    <a:pt x="2128" y="889"/>
                    <a:pt x="2006" y="585"/>
                  </a:cubicBezTo>
                  <a:cubicBezTo>
                    <a:pt x="1915" y="433"/>
                    <a:pt x="1824" y="281"/>
                    <a:pt x="1672" y="160"/>
                  </a:cubicBezTo>
                  <a:cubicBezTo>
                    <a:pt x="1484" y="55"/>
                    <a:pt x="1266"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74"/>
            <p:cNvSpPr/>
            <p:nvPr/>
          </p:nvSpPr>
          <p:spPr>
            <a:xfrm>
              <a:off x="3464625" y="2089550"/>
              <a:ext cx="120850" cy="101600"/>
            </a:xfrm>
            <a:custGeom>
              <a:rect b="b" l="l" r="r" t="t"/>
              <a:pathLst>
                <a:path extrusionOk="0" h="4064" w="4834">
                  <a:moveTo>
                    <a:pt x="2470" y="0"/>
                  </a:moveTo>
                  <a:cubicBezTo>
                    <a:pt x="1559" y="0"/>
                    <a:pt x="673" y="454"/>
                    <a:pt x="395" y="1386"/>
                  </a:cubicBezTo>
                  <a:cubicBezTo>
                    <a:pt x="0" y="2662"/>
                    <a:pt x="912" y="3969"/>
                    <a:pt x="2249" y="4061"/>
                  </a:cubicBezTo>
                  <a:cubicBezTo>
                    <a:pt x="2294" y="4062"/>
                    <a:pt x="2339" y="4063"/>
                    <a:pt x="2385" y="4063"/>
                  </a:cubicBezTo>
                  <a:cubicBezTo>
                    <a:pt x="3075" y="4063"/>
                    <a:pt x="3799" y="3843"/>
                    <a:pt x="4256" y="3301"/>
                  </a:cubicBezTo>
                  <a:cubicBezTo>
                    <a:pt x="4772" y="2754"/>
                    <a:pt x="4833" y="1963"/>
                    <a:pt x="4620" y="1325"/>
                  </a:cubicBezTo>
                  <a:cubicBezTo>
                    <a:pt x="4468" y="930"/>
                    <a:pt x="4225" y="595"/>
                    <a:pt x="3860" y="383"/>
                  </a:cubicBezTo>
                  <a:cubicBezTo>
                    <a:pt x="3448" y="129"/>
                    <a:pt x="2955" y="0"/>
                    <a:pt x="2470"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74"/>
            <p:cNvSpPr/>
            <p:nvPr/>
          </p:nvSpPr>
          <p:spPr>
            <a:xfrm>
              <a:off x="3500325" y="2117750"/>
              <a:ext cx="53225" cy="44450"/>
            </a:xfrm>
            <a:custGeom>
              <a:rect b="b" l="l" r="r" t="t"/>
              <a:pathLst>
                <a:path extrusionOk="0" h="1778" w="2129">
                  <a:moveTo>
                    <a:pt x="1035" y="0"/>
                  </a:moveTo>
                  <a:cubicBezTo>
                    <a:pt x="640" y="0"/>
                    <a:pt x="270" y="192"/>
                    <a:pt x="153" y="623"/>
                  </a:cubicBezTo>
                  <a:cubicBezTo>
                    <a:pt x="1" y="1170"/>
                    <a:pt x="366" y="1747"/>
                    <a:pt x="943" y="1778"/>
                  </a:cubicBezTo>
                  <a:cubicBezTo>
                    <a:pt x="1247" y="1778"/>
                    <a:pt x="1612" y="1717"/>
                    <a:pt x="1825" y="1443"/>
                  </a:cubicBezTo>
                  <a:cubicBezTo>
                    <a:pt x="2068" y="1230"/>
                    <a:pt x="2128" y="866"/>
                    <a:pt x="2007" y="562"/>
                  </a:cubicBezTo>
                  <a:cubicBezTo>
                    <a:pt x="1916" y="410"/>
                    <a:pt x="1825" y="258"/>
                    <a:pt x="1673" y="167"/>
                  </a:cubicBezTo>
                  <a:cubicBezTo>
                    <a:pt x="1478" y="59"/>
                    <a:pt x="1253" y="0"/>
                    <a:pt x="1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74"/>
            <p:cNvSpPr/>
            <p:nvPr/>
          </p:nvSpPr>
          <p:spPr>
            <a:xfrm>
              <a:off x="3125700" y="2134175"/>
              <a:ext cx="120850" cy="101800"/>
            </a:xfrm>
            <a:custGeom>
              <a:rect b="b" l="l" r="r" t="t"/>
              <a:pathLst>
                <a:path extrusionOk="0" h="4072" w="4834">
                  <a:moveTo>
                    <a:pt x="2481" y="0"/>
                  </a:moveTo>
                  <a:cubicBezTo>
                    <a:pt x="1562" y="0"/>
                    <a:pt x="656" y="453"/>
                    <a:pt x="396" y="1394"/>
                  </a:cubicBezTo>
                  <a:cubicBezTo>
                    <a:pt x="1" y="2640"/>
                    <a:pt x="913" y="3978"/>
                    <a:pt x="2250" y="4069"/>
                  </a:cubicBezTo>
                  <a:cubicBezTo>
                    <a:pt x="2289" y="4071"/>
                    <a:pt x="2328" y="4071"/>
                    <a:pt x="2367" y="4071"/>
                  </a:cubicBezTo>
                  <a:cubicBezTo>
                    <a:pt x="3039" y="4071"/>
                    <a:pt x="3797" y="3826"/>
                    <a:pt x="4256" y="3309"/>
                  </a:cubicBezTo>
                  <a:cubicBezTo>
                    <a:pt x="4712" y="2762"/>
                    <a:pt x="4834" y="1972"/>
                    <a:pt x="4590" y="1333"/>
                  </a:cubicBezTo>
                  <a:cubicBezTo>
                    <a:pt x="4438" y="938"/>
                    <a:pt x="4226" y="604"/>
                    <a:pt x="3831" y="361"/>
                  </a:cubicBezTo>
                  <a:cubicBezTo>
                    <a:pt x="3436" y="122"/>
                    <a:pt x="2957" y="0"/>
                    <a:pt x="2481"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74"/>
            <p:cNvSpPr/>
            <p:nvPr/>
          </p:nvSpPr>
          <p:spPr>
            <a:xfrm>
              <a:off x="3160650" y="2163350"/>
              <a:ext cx="53225" cy="44450"/>
            </a:xfrm>
            <a:custGeom>
              <a:rect b="b" l="l" r="r" t="t"/>
              <a:pathLst>
                <a:path extrusionOk="0" h="1778" w="2129">
                  <a:moveTo>
                    <a:pt x="1056" y="0"/>
                  </a:moveTo>
                  <a:cubicBezTo>
                    <a:pt x="667" y="0"/>
                    <a:pt x="290" y="191"/>
                    <a:pt x="153" y="622"/>
                  </a:cubicBezTo>
                  <a:cubicBezTo>
                    <a:pt x="1" y="1169"/>
                    <a:pt x="396" y="1747"/>
                    <a:pt x="974" y="1777"/>
                  </a:cubicBezTo>
                  <a:cubicBezTo>
                    <a:pt x="1277" y="1777"/>
                    <a:pt x="1642" y="1716"/>
                    <a:pt x="1825" y="1443"/>
                  </a:cubicBezTo>
                  <a:cubicBezTo>
                    <a:pt x="2068" y="1230"/>
                    <a:pt x="2129" y="835"/>
                    <a:pt x="2037" y="561"/>
                  </a:cubicBezTo>
                  <a:cubicBezTo>
                    <a:pt x="1946" y="409"/>
                    <a:pt x="1825" y="258"/>
                    <a:pt x="1673" y="166"/>
                  </a:cubicBezTo>
                  <a:cubicBezTo>
                    <a:pt x="1489" y="58"/>
                    <a:pt x="1271" y="0"/>
                    <a:pt x="105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74"/>
            <p:cNvSpPr/>
            <p:nvPr/>
          </p:nvSpPr>
          <p:spPr>
            <a:xfrm>
              <a:off x="2926600" y="1967000"/>
              <a:ext cx="121625" cy="101800"/>
            </a:xfrm>
            <a:custGeom>
              <a:rect b="b" l="l" r="r" t="t"/>
              <a:pathLst>
                <a:path extrusionOk="0" h="4072" w="4865">
                  <a:moveTo>
                    <a:pt x="2466" y="0"/>
                  </a:moveTo>
                  <a:cubicBezTo>
                    <a:pt x="1546" y="0"/>
                    <a:pt x="646" y="453"/>
                    <a:pt x="366" y="1394"/>
                  </a:cubicBezTo>
                  <a:cubicBezTo>
                    <a:pt x="1" y="2640"/>
                    <a:pt x="882" y="3978"/>
                    <a:pt x="2220" y="4069"/>
                  </a:cubicBezTo>
                  <a:cubicBezTo>
                    <a:pt x="2260" y="4071"/>
                    <a:pt x="2301" y="4071"/>
                    <a:pt x="2342" y="4071"/>
                  </a:cubicBezTo>
                  <a:cubicBezTo>
                    <a:pt x="3036" y="4071"/>
                    <a:pt x="3768" y="3826"/>
                    <a:pt x="4256" y="3309"/>
                  </a:cubicBezTo>
                  <a:cubicBezTo>
                    <a:pt x="4743" y="2792"/>
                    <a:pt x="4864" y="2002"/>
                    <a:pt x="4591" y="1333"/>
                  </a:cubicBezTo>
                  <a:cubicBezTo>
                    <a:pt x="4439" y="938"/>
                    <a:pt x="4196" y="604"/>
                    <a:pt x="3831" y="361"/>
                  </a:cubicBezTo>
                  <a:cubicBezTo>
                    <a:pt x="3426" y="122"/>
                    <a:pt x="2943" y="0"/>
                    <a:pt x="2466"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74"/>
            <p:cNvSpPr/>
            <p:nvPr/>
          </p:nvSpPr>
          <p:spPr>
            <a:xfrm>
              <a:off x="2961575" y="1995800"/>
              <a:ext cx="53200" cy="44825"/>
            </a:xfrm>
            <a:custGeom>
              <a:rect b="b" l="l" r="r" t="t"/>
              <a:pathLst>
                <a:path extrusionOk="0" h="1793" w="2128">
                  <a:moveTo>
                    <a:pt x="1030" y="0"/>
                  </a:moveTo>
                  <a:cubicBezTo>
                    <a:pt x="637" y="0"/>
                    <a:pt x="269" y="197"/>
                    <a:pt x="152" y="607"/>
                  </a:cubicBezTo>
                  <a:cubicBezTo>
                    <a:pt x="0" y="1184"/>
                    <a:pt x="365" y="1762"/>
                    <a:pt x="942" y="1792"/>
                  </a:cubicBezTo>
                  <a:cubicBezTo>
                    <a:pt x="1246" y="1792"/>
                    <a:pt x="1642" y="1731"/>
                    <a:pt x="1824" y="1458"/>
                  </a:cubicBezTo>
                  <a:cubicBezTo>
                    <a:pt x="2098" y="1245"/>
                    <a:pt x="2128" y="850"/>
                    <a:pt x="2006" y="576"/>
                  </a:cubicBezTo>
                  <a:cubicBezTo>
                    <a:pt x="1946" y="424"/>
                    <a:pt x="1824" y="272"/>
                    <a:pt x="1672" y="181"/>
                  </a:cubicBezTo>
                  <a:cubicBezTo>
                    <a:pt x="1476" y="62"/>
                    <a:pt x="1249" y="0"/>
                    <a:pt x="10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74"/>
            <p:cNvSpPr/>
            <p:nvPr/>
          </p:nvSpPr>
          <p:spPr>
            <a:xfrm>
              <a:off x="4450950" y="2111375"/>
              <a:ext cx="120850" cy="101200"/>
            </a:xfrm>
            <a:custGeom>
              <a:rect b="b" l="l" r="r" t="t"/>
              <a:pathLst>
                <a:path extrusionOk="0" h="4048" w="4834">
                  <a:moveTo>
                    <a:pt x="2466" y="0"/>
                  </a:moveTo>
                  <a:cubicBezTo>
                    <a:pt x="1546" y="0"/>
                    <a:pt x="646" y="453"/>
                    <a:pt x="366" y="1394"/>
                  </a:cubicBezTo>
                  <a:cubicBezTo>
                    <a:pt x="1" y="2640"/>
                    <a:pt x="913" y="3978"/>
                    <a:pt x="2250" y="4039"/>
                  </a:cubicBezTo>
                  <a:cubicBezTo>
                    <a:pt x="2320" y="4045"/>
                    <a:pt x="2390" y="4048"/>
                    <a:pt x="2462" y="4048"/>
                  </a:cubicBezTo>
                  <a:cubicBezTo>
                    <a:pt x="3109" y="4048"/>
                    <a:pt x="3818" y="3799"/>
                    <a:pt x="4256" y="3279"/>
                  </a:cubicBezTo>
                  <a:cubicBezTo>
                    <a:pt x="4712" y="2792"/>
                    <a:pt x="4834" y="2002"/>
                    <a:pt x="4591" y="1333"/>
                  </a:cubicBezTo>
                  <a:cubicBezTo>
                    <a:pt x="4439" y="938"/>
                    <a:pt x="4226" y="604"/>
                    <a:pt x="3831" y="361"/>
                  </a:cubicBezTo>
                  <a:cubicBezTo>
                    <a:pt x="3426" y="122"/>
                    <a:pt x="2943" y="0"/>
                    <a:pt x="2466"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74"/>
            <p:cNvSpPr/>
            <p:nvPr/>
          </p:nvSpPr>
          <p:spPr>
            <a:xfrm>
              <a:off x="4485900" y="2140550"/>
              <a:ext cx="53225" cy="44450"/>
            </a:xfrm>
            <a:custGeom>
              <a:rect b="b" l="l" r="r" t="t"/>
              <a:pathLst>
                <a:path extrusionOk="0" h="1778" w="2129">
                  <a:moveTo>
                    <a:pt x="1049" y="0"/>
                  </a:moveTo>
                  <a:cubicBezTo>
                    <a:pt x="653" y="0"/>
                    <a:pt x="271" y="191"/>
                    <a:pt x="153" y="622"/>
                  </a:cubicBezTo>
                  <a:cubicBezTo>
                    <a:pt x="1" y="1170"/>
                    <a:pt x="396" y="1747"/>
                    <a:pt x="943" y="1777"/>
                  </a:cubicBezTo>
                  <a:cubicBezTo>
                    <a:pt x="1247" y="1777"/>
                    <a:pt x="1642" y="1717"/>
                    <a:pt x="1825" y="1443"/>
                  </a:cubicBezTo>
                  <a:cubicBezTo>
                    <a:pt x="2068" y="1230"/>
                    <a:pt x="2129" y="866"/>
                    <a:pt x="2007" y="562"/>
                  </a:cubicBezTo>
                  <a:cubicBezTo>
                    <a:pt x="1946" y="410"/>
                    <a:pt x="1825" y="258"/>
                    <a:pt x="1673" y="166"/>
                  </a:cubicBezTo>
                  <a:cubicBezTo>
                    <a:pt x="1489" y="58"/>
                    <a:pt x="1267" y="0"/>
                    <a:pt x="10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74"/>
            <p:cNvSpPr/>
            <p:nvPr/>
          </p:nvSpPr>
          <p:spPr>
            <a:xfrm>
              <a:off x="4640175" y="1900325"/>
              <a:ext cx="120075" cy="101600"/>
            </a:xfrm>
            <a:custGeom>
              <a:rect b="b" l="l" r="r" t="t"/>
              <a:pathLst>
                <a:path extrusionOk="0" h="4064" w="4803">
                  <a:moveTo>
                    <a:pt x="2440" y="1"/>
                  </a:moveTo>
                  <a:cubicBezTo>
                    <a:pt x="1528" y="1"/>
                    <a:pt x="643" y="454"/>
                    <a:pt x="365" y="1386"/>
                  </a:cubicBezTo>
                  <a:cubicBezTo>
                    <a:pt x="0" y="2663"/>
                    <a:pt x="882" y="4000"/>
                    <a:pt x="2219" y="4061"/>
                  </a:cubicBezTo>
                  <a:cubicBezTo>
                    <a:pt x="2264" y="4063"/>
                    <a:pt x="2309" y="4064"/>
                    <a:pt x="2355" y="4064"/>
                  </a:cubicBezTo>
                  <a:cubicBezTo>
                    <a:pt x="3045" y="4064"/>
                    <a:pt x="3771" y="3843"/>
                    <a:pt x="4256" y="3301"/>
                  </a:cubicBezTo>
                  <a:cubicBezTo>
                    <a:pt x="4712" y="2815"/>
                    <a:pt x="4803" y="2025"/>
                    <a:pt x="4590" y="1325"/>
                  </a:cubicBezTo>
                  <a:cubicBezTo>
                    <a:pt x="4438" y="961"/>
                    <a:pt x="4195" y="596"/>
                    <a:pt x="3830" y="383"/>
                  </a:cubicBezTo>
                  <a:cubicBezTo>
                    <a:pt x="3418" y="130"/>
                    <a:pt x="2925" y="1"/>
                    <a:pt x="2440" y="1"/>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74"/>
            <p:cNvSpPr/>
            <p:nvPr/>
          </p:nvSpPr>
          <p:spPr>
            <a:xfrm>
              <a:off x="4675125" y="1929475"/>
              <a:ext cx="53225" cy="45025"/>
            </a:xfrm>
            <a:custGeom>
              <a:rect b="b" l="l" r="r" t="t"/>
              <a:pathLst>
                <a:path extrusionOk="0" h="1801" w="2129">
                  <a:moveTo>
                    <a:pt x="1055" y="1"/>
                  </a:moveTo>
                  <a:cubicBezTo>
                    <a:pt x="653" y="1"/>
                    <a:pt x="272" y="197"/>
                    <a:pt x="152" y="615"/>
                  </a:cubicBezTo>
                  <a:cubicBezTo>
                    <a:pt x="1" y="1193"/>
                    <a:pt x="365" y="1740"/>
                    <a:pt x="943" y="1801"/>
                  </a:cubicBezTo>
                  <a:cubicBezTo>
                    <a:pt x="1247" y="1801"/>
                    <a:pt x="1642" y="1710"/>
                    <a:pt x="1824" y="1436"/>
                  </a:cubicBezTo>
                  <a:cubicBezTo>
                    <a:pt x="2098" y="1223"/>
                    <a:pt x="2128" y="889"/>
                    <a:pt x="2007" y="585"/>
                  </a:cubicBezTo>
                  <a:cubicBezTo>
                    <a:pt x="1946" y="433"/>
                    <a:pt x="1824" y="281"/>
                    <a:pt x="1672" y="159"/>
                  </a:cubicBezTo>
                  <a:cubicBezTo>
                    <a:pt x="1484" y="55"/>
                    <a:pt x="1267"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74"/>
            <p:cNvSpPr/>
            <p:nvPr/>
          </p:nvSpPr>
          <p:spPr>
            <a:xfrm>
              <a:off x="4860550" y="2507500"/>
              <a:ext cx="120075" cy="101575"/>
            </a:xfrm>
            <a:custGeom>
              <a:rect b="b" l="l" r="r" t="t"/>
              <a:pathLst>
                <a:path extrusionOk="0" h="4063" w="4803">
                  <a:moveTo>
                    <a:pt x="2439" y="0"/>
                  </a:moveTo>
                  <a:cubicBezTo>
                    <a:pt x="1528" y="0"/>
                    <a:pt x="642" y="453"/>
                    <a:pt x="365" y="1385"/>
                  </a:cubicBezTo>
                  <a:cubicBezTo>
                    <a:pt x="0" y="2662"/>
                    <a:pt x="882" y="3969"/>
                    <a:pt x="2219" y="4060"/>
                  </a:cubicBezTo>
                  <a:cubicBezTo>
                    <a:pt x="2264" y="4062"/>
                    <a:pt x="2309" y="4063"/>
                    <a:pt x="2354" y="4063"/>
                  </a:cubicBezTo>
                  <a:cubicBezTo>
                    <a:pt x="3045" y="4063"/>
                    <a:pt x="3769" y="3842"/>
                    <a:pt x="4225" y="3300"/>
                  </a:cubicBezTo>
                  <a:cubicBezTo>
                    <a:pt x="4711" y="2753"/>
                    <a:pt x="4803" y="1963"/>
                    <a:pt x="4590" y="1325"/>
                  </a:cubicBezTo>
                  <a:cubicBezTo>
                    <a:pt x="4438" y="929"/>
                    <a:pt x="4195" y="595"/>
                    <a:pt x="3830" y="382"/>
                  </a:cubicBezTo>
                  <a:cubicBezTo>
                    <a:pt x="3418" y="129"/>
                    <a:pt x="2925" y="0"/>
                    <a:pt x="2439"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74"/>
            <p:cNvSpPr/>
            <p:nvPr/>
          </p:nvSpPr>
          <p:spPr>
            <a:xfrm>
              <a:off x="4895500" y="2536625"/>
              <a:ext cx="52450" cy="45025"/>
            </a:xfrm>
            <a:custGeom>
              <a:rect b="b" l="l" r="r" t="t"/>
              <a:pathLst>
                <a:path extrusionOk="0" h="1801" w="2098">
                  <a:moveTo>
                    <a:pt x="1055" y="1"/>
                  </a:moveTo>
                  <a:cubicBezTo>
                    <a:pt x="653" y="1"/>
                    <a:pt x="272" y="197"/>
                    <a:pt x="152" y="615"/>
                  </a:cubicBezTo>
                  <a:cubicBezTo>
                    <a:pt x="0" y="1193"/>
                    <a:pt x="365" y="1740"/>
                    <a:pt x="943" y="1801"/>
                  </a:cubicBezTo>
                  <a:cubicBezTo>
                    <a:pt x="1246" y="1801"/>
                    <a:pt x="1642" y="1710"/>
                    <a:pt x="1824" y="1436"/>
                  </a:cubicBezTo>
                  <a:cubicBezTo>
                    <a:pt x="2037" y="1193"/>
                    <a:pt x="2098" y="828"/>
                    <a:pt x="2006" y="585"/>
                  </a:cubicBezTo>
                  <a:cubicBezTo>
                    <a:pt x="1946" y="433"/>
                    <a:pt x="1824" y="281"/>
                    <a:pt x="1672" y="160"/>
                  </a:cubicBezTo>
                  <a:cubicBezTo>
                    <a:pt x="1484" y="55"/>
                    <a:pt x="1266"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74"/>
            <p:cNvSpPr/>
            <p:nvPr/>
          </p:nvSpPr>
          <p:spPr>
            <a:xfrm>
              <a:off x="5207800" y="2384925"/>
              <a:ext cx="120850" cy="101800"/>
            </a:xfrm>
            <a:custGeom>
              <a:rect b="b" l="l" r="r" t="t"/>
              <a:pathLst>
                <a:path extrusionOk="0" h="4072" w="4834">
                  <a:moveTo>
                    <a:pt x="2466" y="1"/>
                  </a:moveTo>
                  <a:cubicBezTo>
                    <a:pt x="1546" y="1"/>
                    <a:pt x="646" y="454"/>
                    <a:pt x="366" y="1395"/>
                  </a:cubicBezTo>
                  <a:cubicBezTo>
                    <a:pt x="1" y="2641"/>
                    <a:pt x="913" y="3978"/>
                    <a:pt x="2250" y="4069"/>
                  </a:cubicBezTo>
                  <a:cubicBezTo>
                    <a:pt x="2289" y="4071"/>
                    <a:pt x="2328" y="4072"/>
                    <a:pt x="2367" y="4072"/>
                  </a:cubicBezTo>
                  <a:cubicBezTo>
                    <a:pt x="3039" y="4072"/>
                    <a:pt x="3797" y="3826"/>
                    <a:pt x="4256" y="3310"/>
                  </a:cubicBezTo>
                  <a:cubicBezTo>
                    <a:pt x="4743" y="2793"/>
                    <a:pt x="4834" y="2003"/>
                    <a:pt x="4591" y="1334"/>
                  </a:cubicBezTo>
                  <a:cubicBezTo>
                    <a:pt x="4439" y="939"/>
                    <a:pt x="4226" y="604"/>
                    <a:pt x="3831" y="361"/>
                  </a:cubicBezTo>
                  <a:cubicBezTo>
                    <a:pt x="3426" y="123"/>
                    <a:pt x="2943" y="1"/>
                    <a:pt x="2466" y="1"/>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74"/>
            <p:cNvSpPr/>
            <p:nvPr/>
          </p:nvSpPr>
          <p:spPr>
            <a:xfrm>
              <a:off x="5242775" y="2414100"/>
              <a:ext cx="53200" cy="44450"/>
            </a:xfrm>
            <a:custGeom>
              <a:rect b="b" l="l" r="r" t="t"/>
              <a:pathLst>
                <a:path extrusionOk="0" h="1778" w="2128">
                  <a:moveTo>
                    <a:pt x="1055" y="1"/>
                  </a:moveTo>
                  <a:cubicBezTo>
                    <a:pt x="666" y="1"/>
                    <a:pt x="289" y="192"/>
                    <a:pt x="152" y="623"/>
                  </a:cubicBezTo>
                  <a:cubicBezTo>
                    <a:pt x="0" y="1170"/>
                    <a:pt x="395" y="1747"/>
                    <a:pt x="973" y="1778"/>
                  </a:cubicBezTo>
                  <a:cubicBezTo>
                    <a:pt x="1277" y="1778"/>
                    <a:pt x="1641" y="1717"/>
                    <a:pt x="1824" y="1443"/>
                  </a:cubicBezTo>
                  <a:cubicBezTo>
                    <a:pt x="2097" y="1231"/>
                    <a:pt x="2128" y="866"/>
                    <a:pt x="2037" y="562"/>
                  </a:cubicBezTo>
                  <a:cubicBezTo>
                    <a:pt x="1945" y="410"/>
                    <a:pt x="1824" y="258"/>
                    <a:pt x="1672" y="167"/>
                  </a:cubicBezTo>
                  <a:cubicBezTo>
                    <a:pt x="1488" y="59"/>
                    <a:pt x="1270"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74"/>
            <p:cNvSpPr/>
            <p:nvPr/>
          </p:nvSpPr>
          <p:spPr>
            <a:xfrm>
              <a:off x="5370425" y="2089550"/>
              <a:ext cx="121600" cy="101600"/>
            </a:xfrm>
            <a:custGeom>
              <a:rect b="b" l="l" r="r" t="t"/>
              <a:pathLst>
                <a:path extrusionOk="0" h="4064" w="4864">
                  <a:moveTo>
                    <a:pt x="2440" y="0"/>
                  </a:moveTo>
                  <a:cubicBezTo>
                    <a:pt x="1529" y="0"/>
                    <a:pt x="643" y="454"/>
                    <a:pt x="365" y="1386"/>
                  </a:cubicBezTo>
                  <a:cubicBezTo>
                    <a:pt x="1" y="2662"/>
                    <a:pt x="912" y="3969"/>
                    <a:pt x="2219" y="4061"/>
                  </a:cubicBezTo>
                  <a:cubicBezTo>
                    <a:pt x="2264" y="4062"/>
                    <a:pt x="2310" y="4063"/>
                    <a:pt x="2355" y="4063"/>
                  </a:cubicBezTo>
                  <a:cubicBezTo>
                    <a:pt x="3045" y="4063"/>
                    <a:pt x="3771" y="3843"/>
                    <a:pt x="4256" y="3301"/>
                  </a:cubicBezTo>
                  <a:cubicBezTo>
                    <a:pt x="4742" y="2754"/>
                    <a:pt x="4864" y="1963"/>
                    <a:pt x="4590" y="1325"/>
                  </a:cubicBezTo>
                  <a:cubicBezTo>
                    <a:pt x="4438" y="930"/>
                    <a:pt x="4226" y="595"/>
                    <a:pt x="3830" y="383"/>
                  </a:cubicBezTo>
                  <a:cubicBezTo>
                    <a:pt x="3418" y="129"/>
                    <a:pt x="2926" y="0"/>
                    <a:pt x="2440"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74"/>
            <p:cNvSpPr/>
            <p:nvPr/>
          </p:nvSpPr>
          <p:spPr>
            <a:xfrm>
              <a:off x="5406150" y="2117750"/>
              <a:ext cx="52450" cy="44450"/>
            </a:xfrm>
            <a:custGeom>
              <a:rect b="b" l="l" r="r" t="t"/>
              <a:pathLst>
                <a:path extrusionOk="0" h="1778" w="2098">
                  <a:moveTo>
                    <a:pt x="1055" y="0"/>
                  </a:moveTo>
                  <a:cubicBezTo>
                    <a:pt x="666" y="0"/>
                    <a:pt x="289" y="192"/>
                    <a:pt x="152" y="623"/>
                  </a:cubicBezTo>
                  <a:cubicBezTo>
                    <a:pt x="0" y="1170"/>
                    <a:pt x="395" y="1747"/>
                    <a:pt x="973" y="1778"/>
                  </a:cubicBezTo>
                  <a:cubicBezTo>
                    <a:pt x="1277" y="1778"/>
                    <a:pt x="1642" y="1717"/>
                    <a:pt x="1824" y="1443"/>
                  </a:cubicBezTo>
                  <a:cubicBezTo>
                    <a:pt x="2067" y="1230"/>
                    <a:pt x="2097" y="866"/>
                    <a:pt x="2037" y="562"/>
                  </a:cubicBezTo>
                  <a:cubicBezTo>
                    <a:pt x="1946" y="410"/>
                    <a:pt x="1824" y="258"/>
                    <a:pt x="1672" y="167"/>
                  </a:cubicBezTo>
                  <a:cubicBezTo>
                    <a:pt x="1488" y="59"/>
                    <a:pt x="1270" y="0"/>
                    <a:pt x="10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74"/>
            <p:cNvSpPr/>
            <p:nvPr/>
          </p:nvSpPr>
          <p:spPr>
            <a:xfrm>
              <a:off x="5628800" y="2151125"/>
              <a:ext cx="120850" cy="101575"/>
            </a:xfrm>
            <a:custGeom>
              <a:rect b="b" l="l" r="r" t="t"/>
              <a:pathLst>
                <a:path extrusionOk="0" h="4063" w="4834">
                  <a:moveTo>
                    <a:pt x="2447" y="1"/>
                  </a:moveTo>
                  <a:cubicBezTo>
                    <a:pt x="1533" y="1"/>
                    <a:pt x="643" y="461"/>
                    <a:pt x="365" y="1415"/>
                  </a:cubicBezTo>
                  <a:cubicBezTo>
                    <a:pt x="0" y="2661"/>
                    <a:pt x="912" y="3999"/>
                    <a:pt x="2249" y="4060"/>
                  </a:cubicBezTo>
                  <a:cubicBezTo>
                    <a:pt x="2292" y="4061"/>
                    <a:pt x="2336" y="4062"/>
                    <a:pt x="2380" y="4062"/>
                  </a:cubicBezTo>
                  <a:cubicBezTo>
                    <a:pt x="3048" y="4062"/>
                    <a:pt x="3799" y="3842"/>
                    <a:pt x="4256" y="3300"/>
                  </a:cubicBezTo>
                  <a:cubicBezTo>
                    <a:pt x="4711" y="2813"/>
                    <a:pt x="4833" y="2023"/>
                    <a:pt x="4590" y="1324"/>
                  </a:cubicBezTo>
                  <a:cubicBezTo>
                    <a:pt x="4438" y="959"/>
                    <a:pt x="4225" y="595"/>
                    <a:pt x="3830" y="382"/>
                  </a:cubicBezTo>
                  <a:cubicBezTo>
                    <a:pt x="3420" y="129"/>
                    <a:pt x="2930" y="1"/>
                    <a:pt x="2447" y="1"/>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74"/>
            <p:cNvSpPr/>
            <p:nvPr/>
          </p:nvSpPr>
          <p:spPr>
            <a:xfrm>
              <a:off x="5663750" y="2180250"/>
              <a:ext cx="53225" cy="45025"/>
            </a:xfrm>
            <a:custGeom>
              <a:rect b="b" l="l" r="r" t="t"/>
              <a:pathLst>
                <a:path extrusionOk="0" h="1801" w="2129">
                  <a:moveTo>
                    <a:pt x="1068" y="0"/>
                  </a:moveTo>
                  <a:cubicBezTo>
                    <a:pt x="666" y="0"/>
                    <a:pt x="272" y="197"/>
                    <a:pt x="152" y="615"/>
                  </a:cubicBezTo>
                  <a:cubicBezTo>
                    <a:pt x="0" y="1192"/>
                    <a:pt x="395" y="1770"/>
                    <a:pt x="943" y="1800"/>
                  </a:cubicBezTo>
                  <a:cubicBezTo>
                    <a:pt x="1247" y="1800"/>
                    <a:pt x="1642" y="1709"/>
                    <a:pt x="1824" y="1466"/>
                  </a:cubicBezTo>
                  <a:cubicBezTo>
                    <a:pt x="2098" y="1223"/>
                    <a:pt x="2128" y="858"/>
                    <a:pt x="2006" y="585"/>
                  </a:cubicBezTo>
                  <a:cubicBezTo>
                    <a:pt x="1946" y="433"/>
                    <a:pt x="1824" y="281"/>
                    <a:pt x="1672" y="159"/>
                  </a:cubicBezTo>
                  <a:cubicBezTo>
                    <a:pt x="1494" y="54"/>
                    <a:pt x="1280" y="0"/>
                    <a:pt x="10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74"/>
            <p:cNvSpPr/>
            <p:nvPr/>
          </p:nvSpPr>
          <p:spPr>
            <a:xfrm>
              <a:off x="5786850" y="2407725"/>
              <a:ext cx="120850" cy="101800"/>
            </a:xfrm>
            <a:custGeom>
              <a:rect b="b" l="l" r="r" t="t"/>
              <a:pathLst>
                <a:path extrusionOk="0" h="4072" w="4834">
                  <a:moveTo>
                    <a:pt x="2496" y="1"/>
                  </a:moveTo>
                  <a:cubicBezTo>
                    <a:pt x="1576" y="1"/>
                    <a:pt x="676" y="454"/>
                    <a:pt x="396" y="1395"/>
                  </a:cubicBezTo>
                  <a:cubicBezTo>
                    <a:pt x="0" y="2641"/>
                    <a:pt x="912" y="3978"/>
                    <a:pt x="2250" y="4069"/>
                  </a:cubicBezTo>
                  <a:cubicBezTo>
                    <a:pt x="2290" y="4071"/>
                    <a:pt x="2331" y="4072"/>
                    <a:pt x="2371" y="4072"/>
                  </a:cubicBezTo>
                  <a:cubicBezTo>
                    <a:pt x="3066" y="4072"/>
                    <a:pt x="3796" y="3826"/>
                    <a:pt x="4256" y="3309"/>
                  </a:cubicBezTo>
                  <a:cubicBezTo>
                    <a:pt x="4742" y="2762"/>
                    <a:pt x="4833" y="1972"/>
                    <a:pt x="4621" y="1334"/>
                  </a:cubicBezTo>
                  <a:cubicBezTo>
                    <a:pt x="4469" y="939"/>
                    <a:pt x="4225" y="604"/>
                    <a:pt x="3861" y="361"/>
                  </a:cubicBezTo>
                  <a:cubicBezTo>
                    <a:pt x="3456" y="122"/>
                    <a:pt x="2973" y="1"/>
                    <a:pt x="2496" y="1"/>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74"/>
            <p:cNvSpPr/>
            <p:nvPr/>
          </p:nvSpPr>
          <p:spPr>
            <a:xfrm>
              <a:off x="5822575" y="2435575"/>
              <a:ext cx="53200" cy="45025"/>
            </a:xfrm>
            <a:custGeom>
              <a:rect b="b" l="l" r="r" t="t"/>
              <a:pathLst>
                <a:path extrusionOk="0" h="1801" w="2128">
                  <a:moveTo>
                    <a:pt x="1055" y="0"/>
                  </a:moveTo>
                  <a:cubicBezTo>
                    <a:pt x="652" y="0"/>
                    <a:pt x="272" y="196"/>
                    <a:pt x="152" y="615"/>
                  </a:cubicBezTo>
                  <a:cubicBezTo>
                    <a:pt x="0" y="1192"/>
                    <a:pt x="365" y="1770"/>
                    <a:pt x="942" y="1800"/>
                  </a:cubicBezTo>
                  <a:cubicBezTo>
                    <a:pt x="1246" y="1800"/>
                    <a:pt x="1641" y="1740"/>
                    <a:pt x="1824" y="1466"/>
                  </a:cubicBezTo>
                  <a:cubicBezTo>
                    <a:pt x="2097" y="1223"/>
                    <a:pt x="2128" y="888"/>
                    <a:pt x="2006" y="584"/>
                  </a:cubicBezTo>
                  <a:cubicBezTo>
                    <a:pt x="1945" y="432"/>
                    <a:pt x="1824" y="281"/>
                    <a:pt x="1672" y="159"/>
                  </a:cubicBezTo>
                  <a:cubicBezTo>
                    <a:pt x="1483" y="54"/>
                    <a:pt x="1266" y="0"/>
                    <a:pt x="10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74"/>
            <p:cNvSpPr/>
            <p:nvPr/>
          </p:nvSpPr>
          <p:spPr>
            <a:xfrm>
              <a:off x="6293700" y="2334275"/>
              <a:ext cx="120850" cy="101550"/>
            </a:xfrm>
            <a:custGeom>
              <a:rect b="b" l="l" r="r" t="t"/>
              <a:pathLst>
                <a:path extrusionOk="0" h="4062" w="4834">
                  <a:moveTo>
                    <a:pt x="2447" y="0"/>
                  </a:moveTo>
                  <a:cubicBezTo>
                    <a:pt x="1533" y="0"/>
                    <a:pt x="643" y="460"/>
                    <a:pt x="365" y="1415"/>
                  </a:cubicBezTo>
                  <a:cubicBezTo>
                    <a:pt x="0" y="2661"/>
                    <a:pt x="912" y="3998"/>
                    <a:pt x="2250" y="4059"/>
                  </a:cubicBezTo>
                  <a:cubicBezTo>
                    <a:pt x="2293" y="4061"/>
                    <a:pt x="2336" y="4062"/>
                    <a:pt x="2380" y="4062"/>
                  </a:cubicBezTo>
                  <a:cubicBezTo>
                    <a:pt x="3049" y="4062"/>
                    <a:pt x="3799" y="3841"/>
                    <a:pt x="4256" y="3299"/>
                  </a:cubicBezTo>
                  <a:cubicBezTo>
                    <a:pt x="4712" y="2782"/>
                    <a:pt x="4833" y="1992"/>
                    <a:pt x="4590" y="1323"/>
                  </a:cubicBezTo>
                  <a:cubicBezTo>
                    <a:pt x="4438" y="959"/>
                    <a:pt x="4225" y="624"/>
                    <a:pt x="3830" y="381"/>
                  </a:cubicBezTo>
                  <a:cubicBezTo>
                    <a:pt x="3420" y="129"/>
                    <a:pt x="2930" y="0"/>
                    <a:pt x="2447" y="0"/>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74"/>
            <p:cNvSpPr/>
            <p:nvPr/>
          </p:nvSpPr>
          <p:spPr>
            <a:xfrm>
              <a:off x="6328650" y="2362625"/>
              <a:ext cx="53225" cy="45025"/>
            </a:xfrm>
            <a:custGeom>
              <a:rect b="b" l="l" r="r" t="t"/>
              <a:pathLst>
                <a:path extrusionOk="0" h="1801" w="2129">
                  <a:moveTo>
                    <a:pt x="1069" y="0"/>
                  </a:moveTo>
                  <a:cubicBezTo>
                    <a:pt x="666" y="0"/>
                    <a:pt x="272" y="196"/>
                    <a:pt x="153" y="615"/>
                  </a:cubicBezTo>
                  <a:cubicBezTo>
                    <a:pt x="1" y="1192"/>
                    <a:pt x="396" y="1770"/>
                    <a:pt x="943" y="1800"/>
                  </a:cubicBezTo>
                  <a:cubicBezTo>
                    <a:pt x="1247" y="1800"/>
                    <a:pt x="1642" y="1709"/>
                    <a:pt x="1824" y="1436"/>
                  </a:cubicBezTo>
                  <a:cubicBezTo>
                    <a:pt x="2067" y="1223"/>
                    <a:pt x="2128" y="888"/>
                    <a:pt x="2007" y="585"/>
                  </a:cubicBezTo>
                  <a:cubicBezTo>
                    <a:pt x="1946" y="433"/>
                    <a:pt x="1824" y="281"/>
                    <a:pt x="1672" y="159"/>
                  </a:cubicBezTo>
                  <a:cubicBezTo>
                    <a:pt x="1494" y="54"/>
                    <a:pt x="1280" y="0"/>
                    <a:pt x="1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74"/>
            <p:cNvSpPr/>
            <p:nvPr/>
          </p:nvSpPr>
          <p:spPr>
            <a:xfrm>
              <a:off x="6511775" y="2018150"/>
              <a:ext cx="120850" cy="101575"/>
            </a:xfrm>
            <a:custGeom>
              <a:rect b="b" l="l" r="r" t="t"/>
              <a:pathLst>
                <a:path extrusionOk="0" h="4063" w="4834">
                  <a:moveTo>
                    <a:pt x="2478" y="1"/>
                  </a:moveTo>
                  <a:cubicBezTo>
                    <a:pt x="1564" y="1"/>
                    <a:pt x="674" y="461"/>
                    <a:pt x="396" y="1415"/>
                  </a:cubicBezTo>
                  <a:cubicBezTo>
                    <a:pt x="1" y="2661"/>
                    <a:pt x="913" y="3999"/>
                    <a:pt x="2250" y="4059"/>
                  </a:cubicBezTo>
                  <a:cubicBezTo>
                    <a:pt x="2295" y="4061"/>
                    <a:pt x="2340" y="4062"/>
                    <a:pt x="2386" y="4062"/>
                  </a:cubicBezTo>
                  <a:cubicBezTo>
                    <a:pt x="3076" y="4062"/>
                    <a:pt x="3800" y="3841"/>
                    <a:pt x="4256" y="3300"/>
                  </a:cubicBezTo>
                  <a:cubicBezTo>
                    <a:pt x="4712" y="2783"/>
                    <a:pt x="4834" y="1962"/>
                    <a:pt x="4621" y="1324"/>
                  </a:cubicBezTo>
                  <a:cubicBezTo>
                    <a:pt x="4469" y="959"/>
                    <a:pt x="4226" y="594"/>
                    <a:pt x="3861" y="382"/>
                  </a:cubicBezTo>
                  <a:cubicBezTo>
                    <a:pt x="3451" y="129"/>
                    <a:pt x="2961" y="1"/>
                    <a:pt x="2478" y="1"/>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74"/>
            <p:cNvSpPr/>
            <p:nvPr/>
          </p:nvSpPr>
          <p:spPr>
            <a:xfrm>
              <a:off x="6547500" y="2046500"/>
              <a:ext cx="53225" cy="45025"/>
            </a:xfrm>
            <a:custGeom>
              <a:rect b="b" l="l" r="r" t="t"/>
              <a:pathLst>
                <a:path extrusionOk="0" h="1801" w="2129">
                  <a:moveTo>
                    <a:pt x="1055" y="1"/>
                  </a:moveTo>
                  <a:cubicBezTo>
                    <a:pt x="653" y="1"/>
                    <a:pt x="272" y="197"/>
                    <a:pt x="153" y="615"/>
                  </a:cubicBezTo>
                  <a:cubicBezTo>
                    <a:pt x="1" y="1193"/>
                    <a:pt x="365" y="1740"/>
                    <a:pt x="943" y="1801"/>
                  </a:cubicBezTo>
                  <a:cubicBezTo>
                    <a:pt x="1247" y="1801"/>
                    <a:pt x="1612" y="1710"/>
                    <a:pt x="1824" y="1436"/>
                  </a:cubicBezTo>
                  <a:cubicBezTo>
                    <a:pt x="2067" y="1223"/>
                    <a:pt x="2128" y="889"/>
                    <a:pt x="2007" y="585"/>
                  </a:cubicBezTo>
                  <a:cubicBezTo>
                    <a:pt x="1915" y="433"/>
                    <a:pt x="1824" y="281"/>
                    <a:pt x="1672" y="159"/>
                  </a:cubicBezTo>
                  <a:cubicBezTo>
                    <a:pt x="1484" y="55"/>
                    <a:pt x="1267" y="1"/>
                    <a:pt x="1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74"/>
            <p:cNvSpPr/>
            <p:nvPr/>
          </p:nvSpPr>
          <p:spPr>
            <a:xfrm>
              <a:off x="4169800" y="2162525"/>
              <a:ext cx="120850" cy="101575"/>
            </a:xfrm>
            <a:custGeom>
              <a:rect b="b" l="l" r="r" t="t"/>
              <a:pathLst>
                <a:path extrusionOk="0" h="4063" w="4834">
                  <a:moveTo>
                    <a:pt x="2447" y="1"/>
                  </a:moveTo>
                  <a:cubicBezTo>
                    <a:pt x="1533" y="1"/>
                    <a:pt x="643" y="461"/>
                    <a:pt x="365" y="1415"/>
                  </a:cubicBezTo>
                  <a:cubicBezTo>
                    <a:pt x="0" y="2661"/>
                    <a:pt x="912" y="3999"/>
                    <a:pt x="2219" y="4060"/>
                  </a:cubicBezTo>
                  <a:cubicBezTo>
                    <a:pt x="2264" y="4061"/>
                    <a:pt x="2309" y="4062"/>
                    <a:pt x="2355" y="4062"/>
                  </a:cubicBezTo>
                  <a:cubicBezTo>
                    <a:pt x="3045" y="4062"/>
                    <a:pt x="3771" y="3842"/>
                    <a:pt x="4256" y="3300"/>
                  </a:cubicBezTo>
                  <a:cubicBezTo>
                    <a:pt x="4712" y="2783"/>
                    <a:pt x="4833" y="1962"/>
                    <a:pt x="4590" y="1324"/>
                  </a:cubicBezTo>
                  <a:cubicBezTo>
                    <a:pt x="4438" y="959"/>
                    <a:pt x="4225" y="594"/>
                    <a:pt x="3830" y="382"/>
                  </a:cubicBezTo>
                  <a:cubicBezTo>
                    <a:pt x="3420" y="129"/>
                    <a:pt x="2930" y="1"/>
                    <a:pt x="2447" y="1"/>
                  </a:cubicBezTo>
                  <a:close/>
                </a:path>
              </a:pathLst>
            </a:custGeom>
            <a:solidFill>
              <a:srgbClr val="DAE9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74"/>
            <p:cNvSpPr/>
            <p:nvPr/>
          </p:nvSpPr>
          <p:spPr>
            <a:xfrm>
              <a:off x="4204750" y="2191650"/>
              <a:ext cx="52450" cy="45025"/>
            </a:xfrm>
            <a:custGeom>
              <a:rect b="b" l="l" r="r" t="t"/>
              <a:pathLst>
                <a:path extrusionOk="0" h="1801" w="2098">
                  <a:moveTo>
                    <a:pt x="1069" y="0"/>
                  </a:moveTo>
                  <a:cubicBezTo>
                    <a:pt x="666" y="0"/>
                    <a:pt x="272" y="196"/>
                    <a:pt x="153" y="615"/>
                  </a:cubicBezTo>
                  <a:cubicBezTo>
                    <a:pt x="1" y="1192"/>
                    <a:pt x="396" y="1770"/>
                    <a:pt x="943" y="1800"/>
                  </a:cubicBezTo>
                  <a:cubicBezTo>
                    <a:pt x="1247" y="1800"/>
                    <a:pt x="1642" y="1709"/>
                    <a:pt x="1824" y="1436"/>
                  </a:cubicBezTo>
                  <a:cubicBezTo>
                    <a:pt x="2067" y="1223"/>
                    <a:pt x="2098" y="858"/>
                    <a:pt x="2007" y="584"/>
                  </a:cubicBezTo>
                  <a:cubicBezTo>
                    <a:pt x="1946" y="433"/>
                    <a:pt x="1824" y="281"/>
                    <a:pt x="1672" y="159"/>
                  </a:cubicBezTo>
                  <a:cubicBezTo>
                    <a:pt x="1494" y="54"/>
                    <a:pt x="1280" y="0"/>
                    <a:pt x="1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8" name="Shape 2148"/>
        <p:cNvGrpSpPr/>
        <p:nvPr/>
      </p:nvGrpSpPr>
      <p:grpSpPr>
        <a:xfrm>
          <a:off x="0" y="0"/>
          <a:ext cx="0" cy="0"/>
          <a:chOff x="0" y="0"/>
          <a:chExt cx="0" cy="0"/>
        </a:xfrm>
      </p:grpSpPr>
      <p:sp>
        <p:nvSpPr>
          <p:cNvPr id="2149" name="Google Shape;2149;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Dow Jones Industrial Average Index daily price 2006</a:t>
            </a:r>
            <a:endParaRPr/>
          </a:p>
        </p:txBody>
      </p:sp>
      <p:pic>
        <p:nvPicPr>
          <p:cNvPr id="2150" name="Google Shape;2150;p75"/>
          <p:cNvPicPr preferRelativeResize="0"/>
          <p:nvPr/>
        </p:nvPicPr>
        <p:blipFill>
          <a:blip r:embed="rId3">
            <a:alphaModFix/>
          </a:blip>
          <a:stretch>
            <a:fillRect/>
          </a:stretch>
        </p:blipFill>
        <p:spPr>
          <a:xfrm>
            <a:off x="1681288" y="1149850"/>
            <a:ext cx="5781424" cy="3148601"/>
          </a:xfrm>
          <a:prstGeom prst="rect">
            <a:avLst/>
          </a:prstGeom>
          <a:noFill/>
          <a:ln>
            <a:noFill/>
          </a:ln>
        </p:spPr>
      </p:pic>
      <p:sp>
        <p:nvSpPr>
          <p:cNvPr id="2151" name="Google Shape;2151;p75"/>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5" name="Shape 2155"/>
        <p:cNvGrpSpPr/>
        <p:nvPr/>
      </p:nvGrpSpPr>
      <p:grpSpPr>
        <a:xfrm>
          <a:off x="0" y="0"/>
          <a:ext cx="0" cy="0"/>
          <a:chOff x="0" y="0"/>
          <a:chExt cx="0" cy="0"/>
        </a:xfrm>
      </p:grpSpPr>
      <p:sp>
        <p:nvSpPr>
          <p:cNvPr id="2156" name="Google Shape;2156;p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Dow Jones Industrial Average Stocks daily price 2006</a:t>
            </a:r>
            <a:endParaRPr/>
          </a:p>
        </p:txBody>
      </p:sp>
      <p:sp>
        <p:nvSpPr>
          <p:cNvPr id="2157" name="Google Shape;2157;p76"/>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pic>
        <p:nvPicPr>
          <p:cNvPr id="2158" name="Google Shape;2158;p76"/>
          <p:cNvPicPr preferRelativeResize="0"/>
          <p:nvPr/>
        </p:nvPicPr>
        <p:blipFill>
          <a:blip r:embed="rId3">
            <a:alphaModFix/>
          </a:blip>
          <a:stretch>
            <a:fillRect/>
          </a:stretch>
        </p:blipFill>
        <p:spPr>
          <a:xfrm>
            <a:off x="1710237" y="1240025"/>
            <a:ext cx="5723526" cy="2997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2" name="Shape 2162"/>
        <p:cNvGrpSpPr/>
        <p:nvPr/>
      </p:nvGrpSpPr>
      <p:grpSpPr>
        <a:xfrm>
          <a:off x="0" y="0"/>
          <a:ext cx="0" cy="0"/>
          <a:chOff x="0" y="0"/>
          <a:chExt cx="0" cy="0"/>
        </a:xfrm>
      </p:grpSpPr>
      <p:sp>
        <p:nvSpPr>
          <p:cNvPr id="2163" name="Google Shape;2163;p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Sampling and Asset Allocation Methods</a:t>
            </a:r>
            <a:endParaRPr/>
          </a:p>
        </p:txBody>
      </p:sp>
      <p:sp>
        <p:nvSpPr>
          <p:cNvPr id="2164" name="Google Shape;2164;p77"/>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165" name="Google Shape;2165;p77"/>
          <p:cNvSpPr txBox="1"/>
          <p:nvPr>
            <p:ph idx="1" type="body"/>
          </p:nvPr>
        </p:nvSpPr>
        <p:spPr>
          <a:xfrm>
            <a:off x="2173650" y="1678875"/>
            <a:ext cx="4796700" cy="25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Fira Sans Condensed ExtraBold"/>
                <a:ea typeface="Fira Sans Condensed ExtraBold"/>
                <a:cs typeface="Fira Sans Condensed ExtraBold"/>
                <a:sym typeface="Fira Sans Condensed ExtraBold"/>
              </a:rPr>
              <a:t>Sampling:</a:t>
            </a:r>
            <a:endParaRPr>
              <a:latin typeface="Fira Sans Condensed ExtraBold"/>
              <a:ea typeface="Fira Sans Condensed ExtraBold"/>
              <a:cs typeface="Fira Sans Condensed ExtraBold"/>
              <a:sym typeface="Fira Sans Condensed ExtraBold"/>
            </a:endParaRPr>
          </a:p>
          <a:p>
            <a:pPr indent="-298450" lvl="0" marL="457200" rtl="0" algn="l">
              <a:spcBef>
                <a:spcPts val="1200"/>
              </a:spcBef>
              <a:spcAft>
                <a:spcPts val="0"/>
              </a:spcAft>
              <a:buSzPts val="1100"/>
              <a:buChar char="●"/>
            </a:pPr>
            <a:r>
              <a:rPr lang="en">
                <a:latin typeface="Albert Sans SemiBold"/>
                <a:ea typeface="Albert Sans SemiBold"/>
                <a:cs typeface="Albert Sans SemiBold"/>
                <a:sym typeface="Albert Sans SemiBold"/>
              </a:rPr>
              <a:t>Training sample</a:t>
            </a:r>
            <a:r>
              <a:rPr lang="en"/>
              <a:t> ← </a:t>
            </a:r>
            <a:r>
              <a:rPr lang="en">
                <a:latin typeface="Albert Sans SemiBold"/>
                <a:ea typeface="Albert Sans SemiBold"/>
                <a:cs typeface="Albert Sans SemiBold"/>
                <a:sym typeface="Albert Sans SemiBold"/>
              </a:rPr>
              <a:t>First 100 days</a:t>
            </a:r>
            <a:r>
              <a:rPr lang="en"/>
              <a:t> of the trading year</a:t>
            </a:r>
            <a:endParaRPr/>
          </a:p>
          <a:p>
            <a:pPr indent="-298450" lvl="0" marL="457200" rtl="0" algn="l">
              <a:spcBef>
                <a:spcPts val="0"/>
              </a:spcBef>
              <a:spcAft>
                <a:spcPts val="0"/>
              </a:spcAft>
              <a:buSzPts val="1100"/>
              <a:buChar char="●"/>
            </a:pPr>
            <a:r>
              <a:rPr lang="en">
                <a:latin typeface="Albert Sans SemiBold"/>
                <a:ea typeface="Albert Sans SemiBold"/>
                <a:cs typeface="Albert Sans SemiBold"/>
                <a:sym typeface="Albert Sans SemiBold"/>
              </a:rPr>
              <a:t>Testing sample</a:t>
            </a:r>
            <a:r>
              <a:rPr lang="en"/>
              <a:t> ← </a:t>
            </a:r>
            <a:r>
              <a:rPr lang="en">
                <a:latin typeface="Albert Sans SemiBold"/>
                <a:ea typeface="Albert Sans SemiBold"/>
                <a:cs typeface="Albert Sans SemiBold"/>
                <a:sym typeface="Albert Sans SemiBold"/>
              </a:rPr>
              <a:t>Remaining 150 days</a:t>
            </a:r>
            <a:r>
              <a:rPr lang="en"/>
              <a:t> of the trading year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latin typeface="Fira Sans Condensed ExtraBold"/>
                <a:ea typeface="Fira Sans Condensed ExtraBold"/>
                <a:cs typeface="Fira Sans Condensed ExtraBold"/>
                <a:sym typeface="Fira Sans Condensed ExtraBold"/>
              </a:rPr>
              <a:t>Asset allocation methods:</a:t>
            </a:r>
            <a:endParaRPr>
              <a:latin typeface="Fira Sans Condensed ExtraBold"/>
              <a:ea typeface="Fira Sans Condensed ExtraBold"/>
              <a:cs typeface="Fira Sans Condensed ExtraBold"/>
              <a:sym typeface="Fira Sans Condensed ExtraBold"/>
            </a:endParaRPr>
          </a:p>
          <a:p>
            <a:pPr indent="-298450" lvl="0" marL="457200" rtl="0" algn="l">
              <a:spcBef>
                <a:spcPts val="1200"/>
              </a:spcBef>
              <a:spcAft>
                <a:spcPts val="0"/>
              </a:spcAft>
              <a:buSzPts val="1100"/>
              <a:buChar char="●"/>
            </a:pPr>
            <a:r>
              <a:rPr lang="en">
                <a:latin typeface="Albert Sans SemiBold"/>
                <a:ea typeface="Albert Sans SemiBold"/>
                <a:cs typeface="Albert Sans SemiBold"/>
                <a:sym typeface="Albert Sans SemiBold"/>
              </a:rPr>
              <a:t>Hierarchical Risk-parity</a:t>
            </a:r>
            <a:r>
              <a:rPr lang="en"/>
              <a:t> portfolio </a:t>
            </a:r>
            <a:r>
              <a:rPr lang="en">
                <a:latin typeface="Albert Sans ExtraLight"/>
                <a:ea typeface="Albert Sans ExtraLight"/>
                <a:cs typeface="Albert Sans ExtraLight"/>
                <a:sym typeface="Albert Sans ExtraLight"/>
              </a:rPr>
              <a:t>(6 clusters)</a:t>
            </a:r>
            <a:endParaRPr>
              <a:latin typeface="Albert Sans ExtraLight"/>
              <a:ea typeface="Albert Sans ExtraLight"/>
              <a:cs typeface="Albert Sans ExtraLight"/>
              <a:sym typeface="Albert Sans ExtraLight"/>
            </a:endParaRPr>
          </a:p>
          <a:p>
            <a:pPr indent="-298450" lvl="0" marL="457200" rtl="0" algn="l">
              <a:spcBef>
                <a:spcPts val="0"/>
              </a:spcBef>
              <a:spcAft>
                <a:spcPts val="0"/>
              </a:spcAft>
              <a:buSzPts val="1100"/>
              <a:buChar char="●"/>
            </a:pPr>
            <a:r>
              <a:rPr lang="en">
                <a:latin typeface="Albert Sans SemiBold"/>
                <a:ea typeface="Albert Sans SemiBold"/>
                <a:cs typeface="Albert Sans SemiBold"/>
                <a:sym typeface="Albert Sans SemiBold"/>
              </a:rPr>
              <a:t>Equally-weighted</a:t>
            </a:r>
            <a:r>
              <a:rPr lang="en"/>
              <a:t> portfolio </a:t>
            </a:r>
            <a:r>
              <a:rPr lang="en">
                <a:latin typeface="Albert Sans ExtraLight"/>
                <a:ea typeface="Albert Sans ExtraLight"/>
                <a:cs typeface="Albert Sans ExtraLight"/>
                <a:sym typeface="Albert Sans ExtraLight"/>
              </a:rPr>
              <a:t>(3,33% to every asset)</a:t>
            </a:r>
            <a:endParaRPr>
              <a:latin typeface="Albert Sans ExtraLight"/>
              <a:ea typeface="Albert Sans ExtraLight"/>
              <a:cs typeface="Albert Sans ExtraLight"/>
              <a:sym typeface="Albert Sans Extra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9" name="Shape 2169"/>
        <p:cNvGrpSpPr/>
        <p:nvPr/>
      </p:nvGrpSpPr>
      <p:grpSpPr>
        <a:xfrm>
          <a:off x="0" y="0"/>
          <a:ext cx="0" cy="0"/>
          <a:chOff x="0" y="0"/>
          <a:chExt cx="0" cy="0"/>
        </a:xfrm>
      </p:grpSpPr>
      <p:sp>
        <p:nvSpPr>
          <p:cNvPr id="2170" name="Google Shape;2170;p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First 100 days’ Risk Parity Portfolio Weights</a:t>
            </a:r>
            <a:endParaRPr/>
          </a:p>
        </p:txBody>
      </p:sp>
      <p:sp>
        <p:nvSpPr>
          <p:cNvPr id="2171" name="Google Shape;2171;p78"/>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pic>
        <p:nvPicPr>
          <p:cNvPr id="2172" name="Google Shape;2172;p78"/>
          <p:cNvPicPr preferRelativeResize="0"/>
          <p:nvPr/>
        </p:nvPicPr>
        <p:blipFill>
          <a:blip r:embed="rId3">
            <a:alphaModFix/>
          </a:blip>
          <a:stretch>
            <a:fillRect/>
          </a:stretch>
        </p:blipFill>
        <p:spPr>
          <a:xfrm>
            <a:off x="1825600" y="1207613"/>
            <a:ext cx="5492801" cy="2880675"/>
          </a:xfrm>
          <a:prstGeom prst="rect">
            <a:avLst/>
          </a:prstGeom>
          <a:noFill/>
          <a:ln>
            <a:noFill/>
          </a:ln>
        </p:spPr>
      </p:pic>
      <p:pic>
        <p:nvPicPr>
          <p:cNvPr id="2173" name="Google Shape;2173;p78"/>
          <p:cNvPicPr preferRelativeResize="0"/>
          <p:nvPr/>
        </p:nvPicPr>
        <p:blipFill>
          <a:blip r:embed="rId4">
            <a:alphaModFix/>
          </a:blip>
          <a:stretch>
            <a:fillRect/>
          </a:stretch>
        </p:blipFill>
        <p:spPr>
          <a:xfrm>
            <a:off x="3133425" y="1394298"/>
            <a:ext cx="484275" cy="200275"/>
          </a:xfrm>
          <a:prstGeom prst="rect">
            <a:avLst/>
          </a:prstGeom>
          <a:noFill/>
          <a:ln>
            <a:noFill/>
          </a:ln>
        </p:spPr>
      </p:pic>
      <p:pic>
        <p:nvPicPr>
          <p:cNvPr id="2174" name="Google Shape;2174;p78"/>
          <p:cNvPicPr preferRelativeResize="0"/>
          <p:nvPr/>
        </p:nvPicPr>
        <p:blipFill>
          <a:blip r:embed="rId5">
            <a:alphaModFix/>
          </a:blip>
          <a:stretch>
            <a:fillRect/>
          </a:stretch>
        </p:blipFill>
        <p:spPr>
          <a:xfrm>
            <a:off x="3559225" y="2366223"/>
            <a:ext cx="306875" cy="306875"/>
          </a:xfrm>
          <a:prstGeom prst="rect">
            <a:avLst/>
          </a:prstGeom>
          <a:noFill/>
          <a:ln>
            <a:noFill/>
          </a:ln>
        </p:spPr>
      </p:pic>
      <p:pic>
        <p:nvPicPr>
          <p:cNvPr id="2175" name="Google Shape;2175;p78"/>
          <p:cNvPicPr preferRelativeResize="0"/>
          <p:nvPr/>
        </p:nvPicPr>
        <p:blipFill>
          <a:blip r:embed="rId6">
            <a:alphaModFix/>
          </a:blip>
          <a:stretch>
            <a:fillRect/>
          </a:stretch>
        </p:blipFill>
        <p:spPr>
          <a:xfrm>
            <a:off x="4357562" y="2192802"/>
            <a:ext cx="336550" cy="136475"/>
          </a:xfrm>
          <a:prstGeom prst="rect">
            <a:avLst/>
          </a:prstGeom>
          <a:noFill/>
          <a:ln>
            <a:noFill/>
          </a:ln>
        </p:spPr>
      </p:pic>
      <p:pic>
        <p:nvPicPr>
          <p:cNvPr id="2176" name="Google Shape;2176;p78"/>
          <p:cNvPicPr preferRelativeResize="0"/>
          <p:nvPr/>
        </p:nvPicPr>
        <p:blipFill>
          <a:blip r:embed="rId7">
            <a:alphaModFix/>
          </a:blip>
          <a:stretch>
            <a:fillRect/>
          </a:stretch>
        </p:blipFill>
        <p:spPr>
          <a:xfrm>
            <a:off x="4931375" y="1133076"/>
            <a:ext cx="535327" cy="401526"/>
          </a:xfrm>
          <a:prstGeom prst="rect">
            <a:avLst/>
          </a:prstGeom>
          <a:noFill/>
          <a:ln>
            <a:noFill/>
          </a:ln>
        </p:spPr>
      </p:pic>
      <p:pic>
        <p:nvPicPr>
          <p:cNvPr id="2177" name="Google Shape;2177;p78"/>
          <p:cNvPicPr preferRelativeResize="0"/>
          <p:nvPr/>
        </p:nvPicPr>
        <p:blipFill>
          <a:blip r:embed="rId8">
            <a:alphaModFix/>
          </a:blip>
          <a:stretch>
            <a:fillRect/>
          </a:stretch>
        </p:blipFill>
        <p:spPr>
          <a:xfrm>
            <a:off x="5466700" y="1278500"/>
            <a:ext cx="789101" cy="789101"/>
          </a:xfrm>
          <a:prstGeom prst="rect">
            <a:avLst/>
          </a:prstGeom>
          <a:noFill/>
          <a:ln>
            <a:noFill/>
          </a:ln>
        </p:spPr>
      </p:pic>
      <p:sp>
        <p:nvSpPr>
          <p:cNvPr id="2178" name="Google Shape;2178;p78"/>
          <p:cNvSpPr txBox="1"/>
          <p:nvPr/>
        </p:nvSpPr>
        <p:spPr>
          <a:xfrm>
            <a:off x="2981025" y="4217350"/>
            <a:ext cx="646500" cy="25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Albert Sans SemiBold"/>
                <a:ea typeface="Albert Sans SemiBold"/>
                <a:cs typeface="Albert Sans SemiBold"/>
                <a:sym typeface="Albert Sans SemiBold"/>
              </a:rPr>
              <a:t>17,3%</a:t>
            </a:r>
            <a:endParaRPr sz="900">
              <a:solidFill>
                <a:schemeClr val="dk1"/>
              </a:solidFill>
              <a:latin typeface="Albert Sans SemiBold"/>
              <a:ea typeface="Albert Sans SemiBold"/>
              <a:cs typeface="Albert Sans SemiBold"/>
              <a:sym typeface="Albert Sans SemiBold"/>
            </a:endParaRPr>
          </a:p>
        </p:txBody>
      </p:sp>
      <p:sp>
        <p:nvSpPr>
          <p:cNvPr id="2179" name="Google Shape;2179;p78"/>
          <p:cNvSpPr txBox="1"/>
          <p:nvPr/>
        </p:nvSpPr>
        <p:spPr>
          <a:xfrm>
            <a:off x="3666825" y="4217350"/>
            <a:ext cx="646500" cy="25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Albert Sans SemiBold"/>
                <a:ea typeface="Albert Sans SemiBold"/>
                <a:cs typeface="Albert Sans SemiBold"/>
                <a:sym typeface="Albert Sans SemiBold"/>
              </a:rPr>
              <a:t>8,8%</a:t>
            </a:r>
            <a:endParaRPr sz="900">
              <a:solidFill>
                <a:schemeClr val="dk1"/>
              </a:solidFill>
              <a:latin typeface="Albert Sans SemiBold"/>
              <a:ea typeface="Albert Sans SemiBold"/>
              <a:cs typeface="Albert Sans SemiBold"/>
              <a:sym typeface="Albert Sans SemiBold"/>
            </a:endParaRPr>
          </a:p>
        </p:txBody>
      </p:sp>
      <p:sp>
        <p:nvSpPr>
          <p:cNvPr id="2180" name="Google Shape;2180;p78"/>
          <p:cNvSpPr txBox="1"/>
          <p:nvPr/>
        </p:nvSpPr>
        <p:spPr>
          <a:xfrm>
            <a:off x="4428825" y="4217350"/>
            <a:ext cx="646500" cy="25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Albert Sans SemiBold"/>
                <a:ea typeface="Albert Sans SemiBold"/>
                <a:cs typeface="Albert Sans SemiBold"/>
                <a:sym typeface="Albert Sans SemiBold"/>
              </a:rPr>
              <a:t>11,5%</a:t>
            </a:r>
            <a:endParaRPr sz="900">
              <a:solidFill>
                <a:schemeClr val="dk1"/>
              </a:solidFill>
              <a:latin typeface="Albert Sans SemiBold"/>
              <a:ea typeface="Albert Sans SemiBold"/>
              <a:cs typeface="Albert Sans SemiBold"/>
              <a:sym typeface="Albert Sans SemiBold"/>
            </a:endParaRPr>
          </a:p>
        </p:txBody>
      </p:sp>
      <p:sp>
        <p:nvSpPr>
          <p:cNvPr id="2181" name="Google Shape;2181;p78"/>
          <p:cNvSpPr txBox="1"/>
          <p:nvPr/>
        </p:nvSpPr>
        <p:spPr>
          <a:xfrm>
            <a:off x="5114625" y="4217350"/>
            <a:ext cx="646500" cy="25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Albert Sans SemiBold"/>
                <a:ea typeface="Albert Sans SemiBold"/>
                <a:cs typeface="Albert Sans SemiBold"/>
                <a:sym typeface="Albert Sans SemiBold"/>
              </a:rPr>
              <a:t>18,3%</a:t>
            </a:r>
            <a:endParaRPr sz="900">
              <a:solidFill>
                <a:schemeClr val="dk1"/>
              </a:solidFill>
              <a:latin typeface="Albert Sans SemiBold"/>
              <a:ea typeface="Albert Sans SemiBold"/>
              <a:cs typeface="Albert Sans SemiBold"/>
              <a:sym typeface="Albert Sans SemiBold"/>
            </a:endParaRPr>
          </a:p>
        </p:txBody>
      </p:sp>
      <p:sp>
        <p:nvSpPr>
          <p:cNvPr id="2182" name="Google Shape;2182;p78"/>
          <p:cNvSpPr txBox="1"/>
          <p:nvPr/>
        </p:nvSpPr>
        <p:spPr>
          <a:xfrm>
            <a:off x="5800425" y="4217350"/>
            <a:ext cx="646500" cy="25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Albert Sans SemiBold"/>
                <a:ea typeface="Albert Sans SemiBold"/>
                <a:cs typeface="Albert Sans SemiBold"/>
                <a:sym typeface="Albert Sans SemiBold"/>
              </a:rPr>
              <a:t>16%</a:t>
            </a:r>
            <a:r>
              <a:rPr lang="en" sz="900">
                <a:solidFill>
                  <a:schemeClr val="dk1"/>
                </a:solidFill>
                <a:latin typeface="Albert Sans SemiBold"/>
                <a:ea typeface="Albert Sans SemiBold"/>
                <a:cs typeface="Albert Sans SemiBold"/>
                <a:sym typeface="Albert Sans SemiBold"/>
              </a:rPr>
              <a:t>%</a:t>
            </a:r>
            <a:endParaRPr sz="900">
              <a:solidFill>
                <a:schemeClr val="dk1"/>
              </a:solidFill>
              <a:latin typeface="Albert Sans SemiBold"/>
              <a:ea typeface="Albert Sans SemiBold"/>
              <a:cs typeface="Albert Sans SemiBold"/>
              <a:sym typeface="Albert Sans SemiBold"/>
            </a:endParaRPr>
          </a:p>
        </p:txBody>
      </p:sp>
      <p:cxnSp>
        <p:nvCxnSpPr>
          <p:cNvPr id="2183" name="Google Shape;2183;p78"/>
          <p:cNvCxnSpPr>
            <a:endCxn id="2178" idx="0"/>
          </p:cNvCxnSpPr>
          <p:nvPr/>
        </p:nvCxnSpPr>
        <p:spPr>
          <a:xfrm flipH="1">
            <a:off x="3304275" y="3938050"/>
            <a:ext cx="75600" cy="279300"/>
          </a:xfrm>
          <a:prstGeom prst="straightConnector1">
            <a:avLst/>
          </a:prstGeom>
          <a:noFill/>
          <a:ln cap="flat" cmpd="sng" w="9525">
            <a:solidFill>
              <a:schemeClr val="dk2"/>
            </a:solidFill>
            <a:prstDash val="solid"/>
            <a:round/>
            <a:headEnd len="med" w="med" type="none"/>
            <a:tailEnd len="med" w="med" type="triangle"/>
          </a:ln>
        </p:spPr>
      </p:cxnSp>
      <p:cxnSp>
        <p:nvCxnSpPr>
          <p:cNvPr id="2184" name="Google Shape;2184;p78"/>
          <p:cNvCxnSpPr>
            <a:endCxn id="2179" idx="0"/>
          </p:cNvCxnSpPr>
          <p:nvPr/>
        </p:nvCxnSpPr>
        <p:spPr>
          <a:xfrm>
            <a:off x="3721275" y="3938050"/>
            <a:ext cx="268800" cy="279300"/>
          </a:xfrm>
          <a:prstGeom prst="straightConnector1">
            <a:avLst/>
          </a:prstGeom>
          <a:noFill/>
          <a:ln cap="flat" cmpd="sng" w="9525">
            <a:solidFill>
              <a:schemeClr val="dk2"/>
            </a:solidFill>
            <a:prstDash val="solid"/>
            <a:round/>
            <a:headEnd len="med" w="med" type="none"/>
            <a:tailEnd len="med" w="med" type="triangle"/>
          </a:ln>
        </p:spPr>
      </p:cxnSp>
      <p:cxnSp>
        <p:nvCxnSpPr>
          <p:cNvPr id="2185" name="Google Shape;2185;p78"/>
          <p:cNvCxnSpPr>
            <a:endCxn id="2180" idx="0"/>
          </p:cNvCxnSpPr>
          <p:nvPr/>
        </p:nvCxnSpPr>
        <p:spPr>
          <a:xfrm>
            <a:off x="4559475" y="3938050"/>
            <a:ext cx="192600" cy="279300"/>
          </a:xfrm>
          <a:prstGeom prst="straightConnector1">
            <a:avLst/>
          </a:prstGeom>
          <a:noFill/>
          <a:ln cap="flat" cmpd="sng" w="9525">
            <a:solidFill>
              <a:schemeClr val="dk2"/>
            </a:solidFill>
            <a:prstDash val="solid"/>
            <a:round/>
            <a:headEnd len="med" w="med" type="none"/>
            <a:tailEnd len="med" w="med" type="triangle"/>
          </a:ln>
        </p:spPr>
      </p:cxnSp>
      <p:cxnSp>
        <p:nvCxnSpPr>
          <p:cNvPr id="2186" name="Google Shape;2186;p78"/>
          <p:cNvCxnSpPr>
            <a:endCxn id="2181" idx="0"/>
          </p:cNvCxnSpPr>
          <p:nvPr/>
        </p:nvCxnSpPr>
        <p:spPr>
          <a:xfrm>
            <a:off x="5190675" y="3938050"/>
            <a:ext cx="247200" cy="279300"/>
          </a:xfrm>
          <a:prstGeom prst="straightConnector1">
            <a:avLst/>
          </a:prstGeom>
          <a:noFill/>
          <a:ln cap="flat" cmpd="sng" w="9525">
            <a:solidFill>
              <a:schemeClr val="dk2"/>
            </a:solidFill>
            <a:prstDash val="solid"/>
            <a:round/>
            <a:headEnd len="med" w="med" type="none"/>
            <a:tailEnd len="med" w="med" type="triangle"/>
          </a:ln>
        </p:spPr>
      </p:cxnSp>
      <p:cxnSp>
        <p:nvCxnSpPr>
          <p:cNvPr id="2187" name="Google Shape;2187;p78"/>
          <p:cNvCxnSpPr>
            <a:endCxn id="2182" idx="0"/>
          </p:cNvCxnSpPr>
          <p:nvPr/>
        </p:nvCxnSpPr>
        <p:spPr>
          <a:xfrm>
            <a:off x="5876475" y="3938050"/>
            <a:ext cx="247200" cy="279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Risk-adjusted returns improve in the testing sample</a:t>
            </a:r>
            <a:endParaRPr/>
          </a:p>
        </p:txBody>
      </p:sp>
      <p:graphicFrame>
        <p:nvGraphicFramePr>
          <p:cNvPr id="2193" name="Google Shape;2193;p79"/>
          <p:cNvGraphicFramePr/>
          <p:nvPr/>
        </p:nvGraphicFramePr>
        <p:xfrm>
          <a:off x="1275738" y="1992700"/>
          <a:ext cx="3000000" cy="3000000"/>
        </p:xfrm>
        <a:graphic>
          <a:graphicData uri="http://schemas.openxmlformats.org/drawingml/2006/table">
            <a:tbl>
              <a:tblPr>
                <a:noFill/>
                <a:tableStyleId>{3DD91C83-5C06-48FC-BFA2-74F5C8E401EC}</a:tableStyleId>
              </a:tblPr>
              <a:tblGrid>
                <a:gridCol w="1318500"/>
                <a:gridCol w="1318500"/>
                <a:gridCol w="1318500"/>
                <a:gridCol w="1318500"/>
                <a:gridCol w="1318500"/>
              </a:tblGrid>
              <a:tr h="356500">
                <a:tc>
                  <a:txBody>
                    <a:bodyPr/>
                    <a:lstStyle/>
                    <a:p>
                      <a:pPr indent="0" lvl="0" marL="0" rtl="0" algn="ctr">
                        <a:spcBef>
                          <a:spcPts val="0"/>
                        </a:spcBef>
                        <a:spcAft>
                          <a:spcPts val="0"/>
                        </a:spcAft>
                        <a:buNone/>
                      </a:pPr>
                      <a:r>
                        <a:t/>
                      </a:r>
                      <a:endParaRPr sz="12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Days 1 to 100</a:t>
                      </a:r>
                      <a:endParaRPr sz="12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hMerge="1"/>
                <a:tc gridSpan="2">
                  <a:txBody>
                    <a:bodyPr/>
                    <a:lstStyle/>
                    <a:p>
                      <a:pPr indent="0" lvl="0" marL="0" rtl="0" algn="ctr">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Days 101 to 250</a:t>
                      </a:r>
                      <a:endParaRPr sz="12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hMerge="1"/>
              </a:tr>
              <a:tr h="356500">
                <a:tc>
                  <a:txBody>
                    <a:bodyPr/>
                    <a:lstStyle/>
                    <a:p>
                      <a:pPr indent="0" lvl="0" marL="0" rtl="0" algn="ctr">
                        <a:spcBef>
                          <a:spcPts val="0"/>
                        </a:spcBef>
                        <a:spcAft>
                          <a:spcPts val="0"/>
                        </a:spcAft>
                        <a:buNone/>
                      </a:pPr>
                      <a:r>
                        <a:t/>
                      </a:r>
                      <a:endParaRPr sz="12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Risk</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Return</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Risk</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Return</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356500">
                <a:tc>
                  <a:txBody>
                    <a:bodyPr/>
                    <a:lstStyle/>
                    <a:p>
                      <a:pPr indent="0" lvl="0" marL="0" rtl="0" algn="l">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Risk Parity</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 sz="1200">
                          <a:solidFill>
                            <a:schemeClr val="dk1"/>
                          </a:solidFill>
                          <a:latin typeface="Albert Sans"/>
                          <a:ea typeface="Albert Sans"/>
                          <a:cs typeface="Albert Sans"/>
                          <a:sym typeface="Albert Sans"/>
                        </a:rPr>
                        <a:t>0,68%</a:t>
                      </a:r>
                      <a:endParaRPr sz="12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Albert Sans"/>
                          <a:ea typeface="Albert Sans"/>
                          <a:cs typeface="Albert Sans"/>
                          <a:sym typeface="Albert Sans"/>
                        </a:rPr>
                        <a:t>0,0313%</a:t>
                      </a:r>
                      <a:endParaRPr sz="12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rgbClr val="FF0000"/>
                          </a:solidFill>
                          <a:latin typeface="Albert Sans"/>
                          <a:ea typeface="Albert Sans"/>
                          <a:cs typeface="Albert Sans"/>
                          <a:sym typeface="Albert Sans"/>
                        </a:rPr>
                        <a:t>0,69%</a:t>
                      </a:r>
                      <a:endParaRPr sz="1200">
                        <a:solidFill>
                          <a:srgbClr val="FF0000"/>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rgbClr val="38761D"/>
                          </a:solidFill>
                          <a:latin typeface="Albert Sans"/>
                          <a:ea typeface="Albert Sans"/>
                          <a:cs typeface="Albert Sans"/>
                          <a:sym typeface="Albert Sans"/>
                        </a:rPr>
                        <a:t>0,0948%</a:t>
                      </a:r>
                      <a:endParaRPr sz="1200">
                        <a:solidFill>
                          <a:srgbClr val="38761D"/>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500">
                <a:tc>
                  <a:txBody>
                    <a:bodyPr/>
                    <a:lstStyle/>
                    <a:p>
                      <a:pPr indent="0" lvl="0" marL="0" rtl="0" algn="l">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Equally Weighted</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 sz="1200">
                          <a:solidFill>
                            <a:schemeClr val="dk1"/>
                          </a:solidFill>
                          <a:latin typeface="Albert Sans"/>
                          <a:ea typeface="Albert Sans"/>
                          <a:cs typeface="Albert Sans"/>
                          <a:sym typeface="Albert Sans"/>
                        </a:rPr>
                        <a:t>0,60%</a:t>
                      </a:r>
                      <a:endParaRPr sz="12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Albert Sans"/>
                          <a:ea typeface="Albert Sans"/>
                          <a:cs typeface="Albert Sans"/>
                          <a:sym typeface="Albert Sans"/>
                        </a:rPr>
                        <a:t>0,0576%</a:t>
                      </a:r>
                      <a:endParaRPr sz="12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rgbClr val="38761D"/>
                          </a:solidFill>
                          <a:latin typeface="Albert Sans"/>
                          <a:ea typeface="Albert Sans"/>
                          <a:cs typeface="Albert Sans"/>
                          <a:sym typeface="Albert Sans"/>
                        </a:rPr>
                        <a:t>0,56%</a:t>
                      </a:r>
                      <a:endParaRPr sz="1200">
                        <a:solidFill>
                          <a:srgbClr val="38761D"/>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rgbClr val="38761D"/>
                          </a:solidFill>
                          <a:latin typeface="Albert Sans"/>
                          <a:ea typeface="Albert Sans"/>
                          <a:cs typeface="Albert Sans"/>
                          <a:sym typeface="Albert Sans"/>
                        </a:rPr>
                        <a:t>0,0796%</a:t>
                      </a:r>
                      <a:endParaRPr sz="1200">
                        <a:solidFill>
                          <a:srgbClr val="38761D"/>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Both portfolios outperform the training sample</a:t>
            </a:r>
            <a:endParaRPr/>
          </a:p>
          <a:p>
            <a:pPr indent="0" lvl="0" marL="0" rtl="0" algn="ctr">
              <a:spcBef>
                <a:spcPts val="0"/>
              </a:spcBef>
              <a:spcAft>
                <a:spcPts val="0"/>
              </a:spcAft>
              <a:buNone/>
            </a:pPr>
            <a:r>
              <a:rPr lang="en"/>
              <a:t>in the testing sample</a:t>
            </a:r>
            <a:endParaRPr/>
          </a:p>
        </p:txBody>
      </p:sp>
      <p:graphicFrame>
        <p:nvGraphicFramePr>
          <p:cNvPr id="2199" name="Google Shape;2199;p80"/>
          <p:cNvGraphicFramePr/>
          <p:nvPr/>
        </p:nvGraphicFramePr>
        <p:xfrm>
          <a:off x="1571188" y="1732275"/>
          <a:ext cx="3000000" cy="3000000"/>
        </p:xfrm>
        <a:graphic>
          <a:graphicData uri="http://schemas.openxmlformats.org/drawingml/2006/table">
            <a:tbl>
              <a:tblPr>
                <a:noFill/>
                <a:tableStyleId>{3DD91C83-5C06-48FC-BFA2-74F5C8E401EC}</a:tableStyleId>
              </a:tblPr>
              <a:tblGrid>
                <a:gridCol w="1200325"/>
                <a:gridCol w="1200325"/>
                <a:gridCol w="1200325"/>
                <a:gridCol w="1200325"/>
                <a:gridCol w="1200325"/>
              </a:tblGrid>
              <a:tr h="334325">
                <a:tc>
                  <a:txBody>
                    <a:bodyPr/>
                    <a:lstStyle/>
                    <a:p>
                      <a:pPr indent="0" lvl="0" marL="0" rtl="0" algn="ctr">
                        <a:spcBef>
                          <a:spcPts val="0"/>
                        </a:spcBef>
                        <a:spcAft>
                          <a:spcPts val="0"/>
                        </a:spcAft>
                        <a:buNone/>
                      </a:pPr>
                      <a:r>
                        <a:t/>
                      </a:r>
                      <a:endParaRPr sz="1100"/>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rtl="0" algn="ctr">
                        <a:spcBef>
                          <a:spcPts val="0"/>
                        </a:spcBef>
                        <a:spcAft>
                          <a:spcPts val="0"/>
                        </a:spcAft>
                        <a:buNone/>
                      </a:pPr>
                      <a:r>
                        <a:rPr lang="en" sz="1100">
                          <a:solidFill>
                            <a:schemeClr val="dk1"/>
                          </a:solidFill>
                          <a:latin typeface="Fira Sans Condensed ExtraBold"/>
                          <a:ea typeface="Fira Sans Condensed ExtraBold"/>
                          <a:cs typeface="Fira Sans Condensed ExtraBold"/>
                          <a:sym typeface="Fira Sans Condensed ExtraBold"/>
                        </a:rPr>
                        <a:t>Days 1 to 100</a:t>
                      </a:r>
                      <a:endParaRPr sz="11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hMerge="1"/>
                <a:tc gridSpan="2">
                  <a:txBody>
                    <a:bodyPr/>
                    <a:lstStyle/>
                    <a:p>
                      <a:pPr indent="0" lvl="0" marL="0" rtl="0" algn="ctr">
                        <a:spcBef>
                          <a:spcPts val="0"/>
                        </a:spcBef>
                        <a:spcAft>
                          <a:spcPts val="0"/>
                        </a:spcAft>
                        <a:buNone/>
                      </a:pPr>
                      <a:r>
                        <a:rPr lang="en" sz="1100">
                          <a:solidFill>
                            <a:schemeClr val="dk1"/>
                          </a:solidFill>
                          <a:latin typeface="Fira Sans Condensed ExtraBold"/>
                          <a:ea typeface="Fira Sans Condensed ExtraBold"/>
                          <a:cs typeface="Fira Sans Condensed ExtraBold"/>
                          <a:sym typeface="Fira Sans Condensed ExtraBold"/>
                        </a:rPr>
                        <a:t>Days 101 to 250</a:t>
                      </a:r>
                      <a:endParaRPr sz="11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hMerge="1"/>
              </a:tr>
              <a:tr h="334325">
                <a:tc>
                  <a:txBody>
                    <a:bodyPr/>
                    <a:lstStyle/>
                    <a:p>
                      <a:pPr indent="0" lvl="0" marL="0" rtl="0" algn="ctr">
                        <a:spcBef>
                          <a:spcPts val="0"/>
                        </a:spcBef>
                        <a:spcAft>
                          <a:spcPts val="0"/>
                        </a:spcAft>
                        <a:buNone/>
                      </a:pPr>
                      <a:r>
                        <a:t/>
                      </a:r>
                      <a:endParaRPr sz="1100"/>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accent3"/>
                          </a:solidFill>
                          <a:latin typeface="Fira Sans Condensed ExtraBold"/>
                          <a:ea typeface="Fira Sans Condensed ExtraBold"/>
                          <a:cs typeface="Fira Sans Condensed ExtraBold"/>
                          <a:sym typeface="Fira Sans Condensed ExtraBold"/>
                        </a:rPr>
                        <a:t>Sharpe Ratio</a:t>
                      </a:r>
                      <a:endParaRPr sz="11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100">
                          <a:solidFill>
                            <a:schemeClr val="accent3"/>
                          </a:solidFill>
                          <a:latin typeface="Fira Sans Condensed ExtraBold"/>
                          <a:ea typeface="Fira Sans Condensed ExtraBold"/>
                          <a:cs typeface="Fira Sans Condensed ExtraBold"/>
                          <a:sym typeface="Fira Sans Condensed ExtraBold"/>
                        </a:rPr>
                        <a:t>p</a:t>
                      </a:r>
                      <a:r>
                        <a:rPr lang="en" sz="1100">
                          <a:solidFill>
                            <a:schemeClr val="accent3"/>
                          </a:solidFill>
                          <a:latin typeface="Fira Sans Condensed ExtraBold"/>
                          <a:ea typeface="Fira Sans Condensed ExtraBold"/>
                          <a:cs typeface="Fira Sans Condensed ExtraBold"/>
                          <a:sym typeface="Fira Sans Condensed ExtraBold"/>
                        </a:rPr>
                        <a:t>-value</a:t>
                      </a:r>
                      <a:endParaRPr sz="11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100">
                          <a:solidFill>
                            <a:schemeClr val="accent3"/>
                          </a:solidFill>
                          <a:latin typeface="Fira Sans Condensed ExtraBold"/>
                          <a:ea typeface="Fira Sans Condensed ExtraBold"/>
                          <a:cs typeface="Fira Sans Condensed ExtraBold"/>
                          <a:sym typeface="Fira Sans Condensed ExtraBold"/>
                        </a:rPr>
                        <a:t>Sharpe Ratio</a:t>
                      </a:r>
                      <a:endParaRPr sz="11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100">
                          <a:solidFill>
                            <a:schemeClr val="accent3"/>
                          </a:solidFill>
                          <a:latin typeface="Fira Sans Condensed ExtraBold"/>
                          <a:ea typeface="Fira Sans Condensed ExtraBold"/>
                          <a:cs typeface="Fira Sans Condensed ExtraBold"/>
                          <a:sym typeface="Fira Sans Condensed ExtraBold"/>
                        </a:rPr>
                        <a:t>p-value</a:t>
                      </a:r>
                      <a:endParaRPr sz="11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solidFill>
                      <a:schemeClr val="accent4"/>
                    </a:solidFill>
                  </a:tcPr>
                </a:tc>
              </a:tr>
              <a:tr h="334325">
                <a:tc>
                  <a:txBody>
                    <a:bodyPr/>
                    <a:lstStyle/>
                    <a:p>
                      <a:pPr indent="0" lvl="0" marL="0" rtl="0" algn="l">
                        <a:spcBef>
                          <a:spcPts val="0"/>
                        </a:spcBef>
                        <a:spcAft>
                          <a:spcPts val="0"/>
                        </a:spcAft>
                        <a:buNone/>
                      </a:pPr>
                      <a:r>
                        <a:rPr lang="en" sz="1100">
                          <a:solidFill>
                            <a:schemeClr val="accent3"/>
                          </a:solidFill>
                          <a:latin typeface="Fira Sans Condensed ExtraBold"/>
                          <a:ea typeface="Fira Sans Condensed ExtraBold"/>
                          <a:cs typeface="Fira Sans Condensed ExtraBold"/>
                          <a:sym typeface="Fira Sans Condensed ExtraBold"/>
                        </a:rPr>
                        <a:t>Risk Parity</a:t>
                      </a:r>
                      <a:endParaRPr sz="11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 sz="1100">
                          <a:solidFill>
                            <a:schemeClr val="dk1"/>
                          </a:solidFill>
                          <a:latin typeface="Albert Sans"/>
                          <a:ea typeface="Albert Sans"/>
                          <a:cs typeface="Albert Sans"/>
                          <a:sym typeface="Albert Sans"/>
                        </a:rPr>
                        <a:t>0,046</a:t>
                      </a:r>
                      <a:endParaRPr sz="11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accent3"/>
                          </a:solidFill>
                          <a:latin typeface="Albert Sans"/>
                          <a:ea typeface="Albert Sans"/>
                          <a:cs typeface="Albert Sans"/>
                          <a:sym typeface="Albert Sans"/>
                        </a:rPr>
                        <a:t>0,64854</a:t>
                      </a:r>
                      <a:endParaRPr sz="1100">
                        <a:solidFill>
                          <a:schemeClr val="accent3"/>
                        </a:solidFill>
                        <a:latin typeface="Albert Sans"/>
                        <a:ea typeface="Albert Sans"/>
                        <a:cs typeface="Albert Sans"/>
                        <a:sym typeface="Albert Sans"/>
                      </a:endParaRPr>
                    </a:p>
                  </a:txBody>
                  <a:tcPr marT="91425" marB="91425" marR="91425" marL="91425"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38761D"/>
                          </a:solidFill>
                          <a:latin typeface="Albert Sans"/>
                          <a:ea typeface="Albert Sans"/>
                          <a:cs typeface="Albert Sans"/>
                          <a:sym typeface="Albert Sans"/>
                        </a:rPr>
                        <a:t>0,138</a:t>
                      </a:r>
                      <a:endParaRPr sz="1100">
                        <a:solidFill>
                          <a:srgbClr val="38761D"/>
                        </a:solidFill>
                        <a:latin typeface="Albert Sans"/>
                        <a:ea typeface="Albert Sans"/>
                        <a:cs typeface="Albert Sans"/>
                        <a:sym typeface="Albert Sans"/>
                      </a:endParaRPr>
                    </a:p>
                  </a:txBody>
                  <a:tcPr marT="91425" marB="91425" marR="91425" marL="91425"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accent3"/>
                          </a:solidFill>
                          <a:latin typeface="Albert Sans"/>
                          <a:ea typeface="Albert Sans"/>
                          <a:cs typeface="Albert Sans"/>
                          <a:sym typeface="Albert Sans"/>
                        </a:rPr>
                        <a:t>0,09306</a:t>
                      </a:r>
                      <a:endParaRPr sz="1100">
                        <a:solidFill>
                          <a:schemeClr val="accent3"/>
                        </a:solidFill>
                        <a:latin typeface="Albert Sans"/>
                        <a:ea typeface="Albert Sans"/>
                        <a:cs typeface="Albert Sans"/>
                        <a:sym typeface="Albert Sans"/>
                      </a:endParaRPr>
                    </a:p>
                  </a:txBody>
                  <a:tcPr marT="91425" marB="91425" marR="91425" marL="91425"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334325">
                <a:tc>
                  <a:txBody>
                    <a:bodyPr/>
                    <a:lstStyle/>
                    <a:p>
                      <a:pPr indent="0" lvl="0" marL="0" rtl="0" algn="l">
                        <a:spcBef>
                          <a:spcPts val="0"/>
                        </a:spcBef>
                        <a:spcAft>
                          <a:spcPts val="0"/>
                        </a:spcAft>
                        <a:buNone/>
                      </a:pPr>
                      <a:r>
                        <a:rPr lang="en" sz="1100">
                          <a:solidFill>
                            <a:schemeClr val="accent3"/>
                          </a:solidFill>
                          <a:latin typeface="Fira Sans Condensed ExtraBold"/>
                          <a:ea typeface="Fira Sans Condensed ExtraBold"/>
                          <a:cs typeface="Fira Sans Condensed ExtraBold"/>
                          <a:sym typeface="Fira Sans Condensed ExtraBold"/>
                        </a:rPr>
                        <a:t>Equally Weighted</a:t>
                      </a:r>
                      <a:endParaRPr sz="11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 sz="1100">
                          <a:solidFill>
                            <a:schemeClr val="dk1"/>
                          </a:solidFill>
                          <a:latin typeface="Albert Sans"/>
                          <a:ea typeface="Albert Sans"/>
                          <a:cs typeface="Albert Sans"/>
                          <a:sym typeface="Albert Sans"/>
                        </a:rPr>
                        <a:t>0,096</a:t>
                      </a:r>
                      <a:endParaRPr sz="11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accent3"/>
                          </a:solidFill>
                          <a:latin typeface="Albert Sans"/>
                          <a:ea typeface="Albert Sans"/>
                          <a:cs typeface="Albert Sans"/>
                          <a:sym typeface="Albert Sans"/>
                        </a:rPr>
                        <a:t>0,33915</a:t>
                      </a:r>
                      <a:endParaRPr sz="1100">
                        <a:solidFill>
                          <a:schemeClr val="accent3"/>
                        </a:solidFill>
                        <a:latin typeface="Albert Sans"/>
                        <a:ea typeface="Albert Sans"/>
                        <a:cs typeface="Albert Sans"/>
                        <a:sym typeface="Albert Sans"/>
                      </a:endParaRPr>
                    </a:p>
                  </a:txBody>
                  <a:tcPr marT="91425" marB="91425" marR="91425" marL="91425"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38761D"/>
                          </a:solidFill>
                          <a:latin typeface="Albert Sans"/>
                          <a:ea typeface="Albert Sans"/>
                          <a:cs typeface="Albert Sans"/>
                          <a:sym typeface="Albert Sans"/>
                        </a:rPr>
                        <a:t>0,143</a:t>
                      </a:r>
                      <a:endParaRPr sz="1100">
                        <a:solidFill>
                          <a:srgbClr val="38761D"/>
                        </a:solidFill>
                        <a:latin typeface="Albert Sans"/>
                        <a:ea typeface="Albert Sans"/>
                        <a:cs typeface="Albert Sans"/>
                        <a:sym typeface="Albert Sans"/>
                      </a:endParaRPr>
                    </a:p>
                  </a:txBody>
                  <a:tcPr marT="91425" marB="91425" marR="91425" marL="91425"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accent3"/>
                          </a:solidFill>
                          <a:latin typeface="Albert Sans"/>
                          <a:ea typeface="Albert Sans"/>
                          <a:cs typeface="Albert Sans"/>
                          <a:sym typeface="Albert Sans"/>
                        </a:rPr>
                        <a:t>0,08198</a:t>
                      </a:r>
                      <a:endParaRPr sz="1100">
                        <a:solidFill>
                          <a:schemeClr val="accent3"/>
                        </a:solidFill>
                        <a:latin typeface="Albert Sans"/>
                        <a:ea typeface="Albert Sans"/>
                        <a:cs typeface="Albert Sans"/>
                        <a:sym typeface="Albert Sans"/>
                      </a:endParaRPr>
                    </a:p>
                  </a:txBody>
                  <a:tcPr marT="91425" marB="91425" marR="91425" marL="91425"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bl>
          </a:graphicData>
        </a:graphic>
      </p:graphicFrame>
      <p:graphicFrame>
        <p:nvGraphicFramePr>
          <p:cNvPr id="2200" name="Google Shape;2200;p80"/>
          <p:cNvGraphicFramePr/>
          <p:nvPr/>
        </p:nvGraphicFramePr>
        <p:xfrm>
          <a:off x="2928600" y="3585450"/>
          <a:ext cx="3000000" cy="3000000"/>
        </p:xfrm>
        <a:graphic>
          <a:graphicData uri="http://schemas.openxmlformats.org/drawingml/2006/table">
            <a:tbl>
              <a:tblPr>
                <a:noFill/>
                <a:tableStyleId>{3DD91C83-5C06-48FC-BFA2-74F5C8E401EC}</a:tableStyleId>
              </a:tblPr>
              <a:tblGrid>
                <a:gridCol w="1095600"/>
                <a:gridCol w="1095600"/>
                <a:gridCol w="1095600"/>
              </a:tblGrid>
              <a:tr h="316800">
                <a:tc>
                  <a:txBody>
                    <a:bodyPr/>
                    <a:lstStyle/>
                    <a:p>
                      <a:pPr indent="0" lvl="0" marL="0" rtl="0" algn="ctr">
                        <a:spcBef>
                          <a:spcPts val="0"/>
                        </a:spcBef>
                        <a:spcAft>
                          <a:spcPts val="0"/>
                        </a:spcAft>
                        <a:buNone/>
                      </a:pPr>
                      <a:r>
                        <a:t/>
                      </a:r>
                      <a:endParaRPr sz="1000"/>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Fira Sans Condensed ExtraBold"/>
                          <a:ea typeface="Fira Sans Condensed ExtraBold"/>
                          <a:cs typeface="Fira Sans Condensed ExtraBold"/>
                          <a:sym typeface="Fira Sans Condensed ExtraBold"/>
                        </a:rPr>
                        <a:t>Days 1 to 100</a:t>
                      </a:r>
                      <a:endParaRPr sz="10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lang="en" sz="1000">
                          <a:solidFill>
                            <a:schemeClr val="dk1"/>
                          </a:solidFill>
                          <a:latin typeface="Fira Sans Condensed ExtraBold"/>
                          <a:ea typeface="Fira Sans Condensed ExtraBold"/>
                          <a:cs typeface="Fira Sans Condensed ExtraBold"/>
                          <a:sym typeface="Fira Sans Condensed ExtraBold"/>
                        </a:rPr>
                        <a:t>Days 101 to 250</a:t>
                      </a:r>
                      <a:endParaRPr sz="10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r>
              <a:tr h="316800">
                <a:tc>
                  <a:txBody>
                    <a:bodyPr/>
                    <a:lstStyle/>
                    <a:p>
                      <a:pPr indent="0" lvl="0" marL="0" rtl="0" algn="l">
                        <a:spcBef>
                          <a:spcPts val="0"/>
                        </a:spcBef>
                        <a:spcAft>
                          <a:spcPts val="0"/>
                        </a:spcAft>
                        <a:buNone/>
                      </a:pPr>
                      <a:r>
                        <a:rPr lang="en" sz="1000">
                          <a:solidFill>
                            <a:schemeClr val="accent3"/>
                          </a:solidFill>
                          <a:latin typeface="Fira Sans Condensed ExtraBold"/>
                          <a:ea typeface="Fira Sans Condensed ExtraBold"/>
                          <a:cs typeface="Fira Sans Condensed ExtraBold"/>
                          <a:sym typeface="Fira Sans Condensed ExtraBold"/>
                        </a:rPr>
                        <a:t>Target p-value</a:t>
                      </a:r>
                      <a:endParaRPr sz="10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000">
                          <a:solidFill>
                            <a:schemeClr val="dk1"/>
                          </a:solidFill>
                          <a:latin typeface="Albert Sans"/>
                          <a:ea typeface="Albert Sans"/>
                          <a:cs typeface="Albert Sans"/>
                          <a:sym typeface="Albert Sans"/>
                        </a:rPr>
                        <a:t>0,01</a:t>
                      </a:r>
                      <a:endParaRPr sz="10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Albert Sans"/>
                          <a:ea typeface="Albert Sans"/>
                          <a:cs typeface="Albert Sans"/>
                          <a:sym typeface="Albert Sans"/>
                        </a:rPr>
                        <a:t>0,00667</a:t>
                      </a:r>
                      <a:endParaRPr sz="1000">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201" name="Google Shape;2201;p80"/>
          <p:cNvSpPr txBox="1"/>
          <p:nvPr/>
        </p:nvSpPr>
        <p:spPr>
          <a:xfrm>
            <a:off x="6372500" y="3740400"/>
            <a:ext cx="1303800" cy="6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accent3"/>
                </a:solidFill>
                <a:latin typeface="Fira Sans Condensed"/>
                <a:ea typeface="Fira Sans Condensed"/>
                <a:cs typeface="Fira Sans Condensed"/>
                <a:sym typeface="Fira Sans Condensed"/>
              </a:rPr>
              <a:t>Not enough statistical evidence to prove that the Sharpe Ratios are different from 0.</a:t>
            </a:r>
            <a:endParaRPr b="1" sz="800">
              <a:solidFill>
                <a:schemeClr val="accent3"/>
              </a:solidFill>
              <a:latin typeface="Fira Sans Condensed"/>
              <a:ea typeface="Fira Sans Condensed"/>
              <a:cs typeface="Fira Sans Condensed"/>
              <a:sym typeface="Fira Sans Condensed"/>
            </a:endParaRPr>
          </a:p>
        </p:txBody>
      </p:sp>
      <p:sp>
        <p:nvSpPr>
          <p:cNvPr id="2202" name="Google Shape;2202;p80"/>
          <p:cNvSpPr txBox="1"/>
          <p:nvPr/>
        </p:nvSpPr>
        <p:spPr>
          <a:xfrm>
            <a:off x="6159900" y="3909150"/>
            <a:ext cx="434700" cy="3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accent3"/>
                </a:solidFill>
                <a:latin typeface="Fira Sans Condensed"/>
                <a:ea typeface="Fira Sans Condensed"/>
                <a:cs typeface="Fira Sans Condensed"/>
                <a:sym typeface="Fira Sans Condensed"/>
              </a:rPr>
              <a:t>⇒</a:t>
            </a:r>
            <a:endParaRPr b="1" sz="1200">
              <a:solidFill>
                <a:schemeClr val="accent3"/>
              </a:solidFill>
              <a:latin typeface="Fira Sans Condensed"/>
              <a:ea typeface="Fira Sans Condensed"/>
              <a:cs typeface="Fira Sans Condensed"/>
              <a:sym typeface="Fira Sans Condense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grpSp>
        <p:nvGrpSpPr>
          <p:cNvPr id="2207" name="Google Shape;2207;p81"/>
          <p:cNvGrpSpPr/>
          <p:nvPr/>
        </p:nvGrpSpPr>
        <p:grpSpPr>
          <a:xfrm flipH="1">
            <a:off x="604725" y="564375"/>
            <a:ext cx="8402475" cy="4579125"/>
            <a:chOff x="490525" y="170500"/>
            <a:chExt cx="8402475" cy="4579125"/>
          </a:xfrm>
        </p:grpSpPr>
        <p:sp>
          <p:nvSpPr>
            <p:cNvPr id="2208" name="Google Shape;2208;p81"/>
            <p:cNvSpPr/>
            <p:nvPr/>
          </p:nvSpPr>
          <p:spPr>
            <a:xfrm>
              <a:off x="2002575" y="792100"/>
              <a:ext cx="9125" cy="417950"/>
            </a:xfrm>
            <a:custGeom>
              <a:rect b="b" l="l" r="r" t="t"/>
              <a:pathLst>
                <a:path extrusionOk="0" h="16718" w="365">
                  <a:moveTo>
                    <a:pt x="0" y="0"/>
                  </a:moveTo>
                  <a:lnTo>
                    <a:pt x="0" y="16718"/>
                  </a:lnTo>
                  <a:lnTo>
                    <a:pt x="365" y="16718"/>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81"/>
            <p:cNvSpPr/>
            <p:nvPr/>
          </p:nvSpPr>
          <p:spPr>
            <a:xfrm>
              <a:off x="1931125" y="861900"/>
              <a:ext cx="152025" cy="280450"/>
            </a:xfrm>
            <a:custGeom>
              <a:rect b="b" l="l" r="r" t="t"/>
              <a:pathLst>
                <a:path extrusionOk="0" h="11218" w="6081">
                  <a:moveTo>
                    <a:pt x="3070" y="1"/>
                  </a:moveTo>
                  <a:cubicBezTo>
                    <a:pt x="1765" y="1"/>
                    <a:pt x="459" y="108"/>
                    <a:pt x="366" y="309"/>
                  </a:cubicBezTo>
                  <a:cubicBezTo>
                    <a:pt x="153" y="674"/>
                    <a:pt x="1" y="10430"/>
                    <a:pt x="366" y="10886"/>
                  </a:cubicBezTo>
                  <a:cubicBezTo>
                    <a:pt x="515" y="11110"/>
                    <a:pt x="1736" y="11217"/>
                    <a:pt x="2979" y="11217"/>
                  </a:cubicBezTo>
                  <a:cubicBezTo>
                    <a:pt x="4266" y="11217"/>
                    <a:pt x="5576" y="11103"/>
                    <a:pt x="5746" y="10886"/>
                  </a:cubicBezTo>
                  <a:cubicBezTo>
                    <a:pt x="6080" y="10491"/>
                    <a:pt x="6080" y="704"/>
                    <a:pt x="5746" y="309"/>
                  </a:cubicBezTo>
                  <a:cubicBezTo>
                    <a:pt x="5582" y="100"/>
                    <a:pt x="4327" y="1"/>
                    <a:pt x="3070"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81"/>
            <p:cNvSpPr/>
            <p:nvPr/>
          </p:nvSpPr>
          <p:spPr>
            <a:xfrm>
              <a:off x="2693300" y="570975"/>
              <a:ext cx="9150" cy="756100"/>
            </a:xfrm>
            <a:custGeom>
              <a:rect b="b" l="l" r="r" t="t"/>
              <a:pathLst>
                <a:path extrusionOk="0" h="30244" w="366">
                  <a:moveTo>
                    <a:pt x="1" y="0"/>
                  </a:moveTo>
                  <a:lnTo>
                    <a:pt x="1" y="30244"/>
                  </a:lnTo>
                  <a:lnTo>
                    <a:pt x="366" y="30244"/>
                  </a:lnTo>
                  <a:lnTo>
                    <a:pt x="36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81"/>
            <p:cNvSpPr/>
            <p:nvPr/>
          </p:nvSpPr>
          <p:spPr>
            <a:xfrm>
              <a:off x="2621875" y="837100"/>
              <a:ext cx="152000" cy="280925"/>
            </a:xfrm>
            <a:custGeom>
              <a:rect b="b" l="l" r="r" t="t"/>
              <a:pathLst>
                <a:path extrusionOk="0" h="11237" w="6080">
                  <a:moveTo>
                    <a:pt x="3142" y="1"/>
                  </a:moveTo>
                  <a:cubicBezTo>
                    <a:pt x="1809" y="1"/>
                    <a:pt x="445" y="108"/>
                    <a:pt x="335" y="298"/>
                  </a:cubicBezTo>
                  <a:cubicBezTo>
                    <a:pt x="153" y="693"/>
                    <a:pt x="1" y="10450"/>
                    <a:pt x="335" y="10906"/>
                  </a:cubicBezTo>
                  <a:cubicBezTo>
                    <a:pt x="484" y="11130"/>
                    <a:pt x="1713" y="11236"/>
                    <a:pt x="2963" y="11236"/>
                  </a:cubicBezTo>
                  <a:cubicBezTo>
                    <a:pt x="4257" y="11236"/>
                    <a:pt x="5575" y="11122"/>
                    <a:pt x="5745" y="10906"/>
                  </a:cubicBezTo>
                  <a:cubicBezTo>
                    <a:pt x="6080" y="10480"/>
                    <a:pt x="6080" y="723"/>
                    <a:pt x="5745" y="298"/>
                  </a:cubicBezTo>
                  <a:cubicBezTo>
                    <a:pt x="5585" y="93"/>
                    <a:pt x="4377" y="1"/>
                    <a:pt x="3142"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81"/>
            <p:cNvSpPr/>
            <p:nvPr/>
          </p:nvSpPr>
          <p:spPr>
            <a:xfrm>
              <a:off x="2522350" y="1920525"/>
              <a:ext cx="9900" cy="756125"/>
            </a:xfrm>
            <a:custGeom>
              <a:rect b="b" l="l" r="r" t="t"/>
              <a:pathLst>
                <a:path extrusionOk="0" h="30245" w="396">
                  <a:moveTo>
                    <a:pt x="0" y="1"/>
                  </a:moveTo>
                  <a:lnTo>
                    <a:pt x="0" y="30244"/>
                  </a:lnTo>
                  <a:lnTo>
                    <a:pt x="396" y="30244"/>
                  </a:lnTo>
                  <a:lnTo>
                    <a:pt x="39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81"/>
            <p:cNvSpPr/>
            <p:nvPr/>
          </p:nvSpPr>
          <p:spPr>
            <a:xfrm>
              <a:off x="2450150" y="2185450"/>
              <a:ext cx="152025" cy="280625"/>
            </a:xfrm>
            <a:custGeom>
              <a:rect b="b" l="l" r="r" t="t"/>
              <a:pathLst>
                <a:path extrusionOk="0" h="11225" w="6081">
                  <a:moveTo>
                    <a:pt x="3075" y="0"/>
                  </a:moveTo>
                  <a:cubicBezTo>
                    <a:pt x="1769" y="0"/>
                    <a:pt x="459" y="99"/>
                    <a:pt x="366" y="285"/>
                  </a:cubicBezTo>
                  <a:cubicBezTo>
                    <a:pt x="153" y="681"/>
                    <a:pt x="1" y="10437"/>
                    <a:pt x="366" y="10893"/>
                  </a:cubicBezTo>
                  <a:cubicBezTo>
                    <a:pt x="515" y="11117"/>
                    <a:pt x="1736" y="11224"/>
                    <a:pt x="2979" y="11224"/>
                  </a:cubicBezTo>
                  <a:cubicBezTo>
                    <a:pt x="4265" y="11224"/>
                    <a:pt x="5576" y="11110"/>
                    <a:pt x="5746" y="10893"/>
                  </a:cubicBezTo>
                  <a:cubicBezTo>
                    <a:pt x="6080" y="10468"/>
                    <a:pt x="6080" y="741"/>
                    <a:pt x="5746" y="285"/>
                  </a:cubicBezTo>
                  <a:cubicBezTo>
                    <a:pt x="5582" y="92"/>
                    <a:pt x="4331" y="0"/>
                    <a:pt x="3075"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81"/>
            <p:cNvSpPr/>
            <p:nvPr/>
          </p:nvSpPr>
          <p:spPr>
            <a:xfrm>
              <a:off x="3039050" y="342250"/>
              <a:ext cx="9150" cy="756100"/>
            </a:xfrm>
            <a:custGeom>
              <a:rect b="b" l="l" r="r" t="t"/>
              <a:pathLst>
                <a:path extrusionOk="0" h="30244" w="366">
                  <a:moveTo>
                    <a:pt x="1" y="0"/>
                  </a:moveTo>
                  <a:lnTo>
                    <a:pt x="1" y="30244"/>
                  </a:lnTo>
                  <a:lnTo>
                    <a:pt x="366" y="30244"/>
                  </a:lnTo>
                  <a:lnTo>
                    <a:pt x="36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81"/>
            <p:cNvSpPr/>
            <p:nvPr/>
          </p:nvSpPr>
          <p:spPr>
            <a:xfrm>
              <a:off x="2966875" y="607150"/>
              <a:ext cx="152000" cy="280625"/>
            </a:xfrm>
            <a:custGeom>
              <a:rect b="b" l="l" r="r" t="t"/>
              <a:pathLst>
                <a:path extrusionOk="0" h="11225" w="6080">
                  <a:moveTo>
                    <a:pt x="3048" y="1"/>
                  </a:moveTo>
                  <a:cubicBezTo>
                    <a:pt x="1738" y="1"/>
                    <a:pt x="428" y="100"/>
                    <a:pt x="335" y="286"/>
                  </a:cubicBezTo>
                  <a:cubicBezTo>
                    <a:pt x="152" y="681"/>
                    <a:pt x="0" y="10438"/>
                    <a:pt x="335" y="10894"/>
                  </a:cubicBezTo>
                  <a:cubicBezTo>
                    <a:pt x="484" y="11118"/>
                    <a:pt x="1705" y="11225"/>
                    <a:pt x="2952" y="11225"/>
                  </a:cubicBezTo>
                  <a:cubicBezTo>
                    <a:pt x="4242" y="11225"/>
                    <a:pt x="5560" y="11110"/>
                    <a:pt x="5745" y="10894"/>
                  </a:cubicBezTo>
                  <a:cubicBezTo>
                    <a:pt x="6079" y="10499"/>
                    <a:pt x="6079" y="711"/>
                    <a:pt x="5745" y="286"/>
                  </a:cubicBezTo>
                  <a:cubicBezTo>
                    <a:pt x="5566" y="92"/>
                    <a:pt x="4307" y="1"/>
                    <a:pt x="3048"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81"/>
            <p:cNvSpPr/>
            <p:nvPr/>
          </p:nvSpPr>
          <p:spPr>
            <a:xfrm>
              <a:off x="8294950" y="479038"/>
              <a:ext cx="9125" cy="484825"/>
            </a:xfrm>
            <a:custGeom>
              <a:rect b="b" l="l" r="r" t="t"/>
              <a:pathLst>
                <a:path extrusionOk="0" h="19393" w="365">
                  <a:moveTo>
                    <a:pt x="0" y="0"/>
                  </a:moveTo>
                  <a:lnTo>
                    <a:pt x="0" y="19392"/>
                  </a:lnTo>
                  <a:lnTo>
                    <a:pt x="365" y="19392"/>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81"/>
            <p:cNvSpPr/>
            <p:nvPr/>
          </p:nvSpPr>
          <p:spPr>
            <a:xfrm>
              <a:off x="8222750" y="617238"/>
              <a:ext cx="152750" cy="215075"/>
            </a:xfrm>
            <a:custGeom>
              <a:rect b="b" l="l" r="r" t="t"/>
              <a:pathLst>
                <a:path extrusionOk="0" h="8603" w="6110">
                  <a:moveTo>
                    <a:pt x="3043" y="0"/>
                  </a:moveTo>
                  <a:cubicBezTo>
                    <a:pt x="1734" y="0"/>
                    <a:pt x="428" y="107"/>
                    <a:pt x="335" y="308"/>
                  </a:cubicBezTo>
                  <a:cubicBezTo>
                    <a:pt x="152" y="673"/>
                    <a:pt x="0" y="7816"/>
                    <a:pt x="335" y="8272"/>
                  </a:cubicBezTo>
                  <a:cubicBezTo>
                    <a:pt x="484" y="8496"/>
                    <a:pt x="1705" y="8602"/>
                    <a:pt x="2952" y="8602"/>
                  </a:cubicBezTo>
                  <a:cubicBezTo>
                    <a:pt x="4242" y="8602"/>
                    <a:pt x="5560" y="8488"/>
                    <a:pt x="5745" y="8272"/>
                  </a:cubicBezTo>
                  <a:cubicBezTo>
                    <a:pt x="6110" y="7876"/>
                    <a:pt x="6110" y="734"/>
                    <a:pt x="5745" y="308"/>
                  </a:cubicBezTo>
                  <a:cubicBezTo>
                    <a:pt x="5566" y="99"/>
                    <a:pt x="4304" y="0"/>
                    <a:pt x="3043"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81"/>
            <p:cNvSpPr/>
            <p:nvPr/>
          </p:nvSpPr>
          <p:spPr>
            <a:xfrm>
              <a:off x="8123200" y="583888"/>
              <a:ext cx="9150" cy="484075"/>
            </a:xfrm>
            <a:custGeom>
              <a:rect b="b" l="l" r="r" t="t"/>
              <a:pathLst>
                <a:path extrusionOk="0" h="19363" w="366">
                  <a:moveTo>
                    <a:pt x="1" y="1"/>
                  </a:moveTo>
                  <a:lnTo>
                    <a:pt x="1" y="19363"/>
                  </a:lnTo>
                  <a:lnTo>
                    <a:pt x="365" y="19363"/>
                  </a:lnTo>
                  <a:lnTo>
                    <a:pt x="365"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81"/>
            <p:cNvSpPr/>
            <p:nvPr/>
          </p:nvSpPr>
          <p:spPr>
            <a:xfrm>
              <a:off x="8051025" y="722863"/>
              <a:ext cx="152000" cy="215075"/>
            </a:xfrm>
            <a:custGeom>
              <a:rect b="b" l="l" r="r" t="t"/>
              <a:pathLst>
                <a:path extrusionOk="0" h="8603" w="6080">
                  <a:moveTo>
                    <a:pt x="3038" y="0"/>
                  </a:moveTo>
                  <a:cubicBezTo>
                    <a:pt x="1734" y="0"/>
                    <a:pt x="427" y="107"/>
                    <a:pt x="334" y="308"/>
                  </a:cubicBezTo>
                  <a:cubicBezTo>
                    <a:pt x="152" y="673"/>
                    <a:pt x="0" y="7816"/>
                    <a:pt x="334" y="8272"/>
                  </a:cubicBezTo>
                  <a:cubicBezTo>
                    <a:pt x="484" y="8496"/>
                    <a:pt x="1705" y="8602"/>
                    <a:pt x="2948" y="8602"/>
                  </a:cubicBezTo>
                  <a:cubicBezTo>
                    <a:pt x="4234" y="8602"/>
                    <a:pt x="5544" y="8488"/>
                    <a:pt x="5714" y="8272"/>
                  </a:cubicBezTo>
                  <a:cubicBezTo>
                    <a:pt x="6079" y="7846"/>
                    <a:pt x="6079" y="703"/>
                    <a:pt x="5714" y="308"/>
                  </a:cubicBezTo>
                  <a:cubicBezTo>
                    <a:pt x="5550" y="99"/>
                    <a:pt x="4296" y="0"/>
                    <a:pt x="3038"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81"/>
            <p:cNvSpPr/>
            <p:nvPr/>
          </p:nvSpPr>
          <p:spPr>
            <a:xfrm>
              <a:off x="8640700" y="264738"/>
              <a:ext cx="9125" cy="484825"/>
            </a:xfrm>
            <a:custGeom>
              <a:rect b="b" l="l" r="r" t="t"/>
              <a:pathLst>
                <a:path extrusionOk="0" h="19393" w="365">
                  <a:moveTo>
                    <a:pt x="0" y="0"/>
                  </a:moveTo>
                  <a:lnTo>
                    <a:pt x="0" y="19393"/>
                  </a:lnTo>
                  <a:lnTo>
                    <a:pt x="365" y="19393"/>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81"/>
            <p:cNvSpPr/>
            <p:nvPr/>
          </p:nvSpPr>
          <p:spPr>
            <a:xfrm>
              <a:off x="8568500" y="402738"/>
              <a:ext cx="152000" cy="215275"/>
            </a:xfrm>
            <a:custGeom>
              <a:rect b="b" l="l" r="r" t="t"/>
              <a:pathLst>
                <a:path extrusionOk="0" h="8611" w="6080">
                  <a:moveTo>
                    <a:pt x="3049" y="1"/>
                  </a:moveTo>
                  <a:cubicBezTo>
                    <a:pt x="1738" y="1"/>
                    <a:pt x="428" y="100"/>
                    <a:pt x="335" y="286"/>
                  </a:cubicBezTo>
                  <a:cubicBezTo>
                    <a:pt x="152" y="681"/>
                    <a:pt x="0" y="7824"/>
                    <a:pt x="335" y="8280"/>
                  </a:cubicBezTo>
                  <a:cubicBezTo>
                    <a:pt x="484" y="8504"/>
                    <a:pt x="1705" y="8611"/>
                    <a:pt x="2952" y="8611"/>
                  </a:cubicBezTo>
                  <a:cubicBezTo>
                    <a:pt x="4242" y="8611"/>
                    <a:pt x="5560" y="8496"/>
                    <a:pt x="5745" y="8280"/>
                  </a:cubicBezTo>
                  <a:cubicBezTo>
                    <a:pt x="6080" y="7855"/>
                    <a:pt x="6080" y="712"/>
                    <a:pt x="5745" y="286"/>
                  </a:cubicBezTo>
                  <a:cubicBezTo>
                    <a:pt x="5567" y="92"/>
                    <a:pt x="4308" y="1"/>
                    <a:pt x="3049"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81"/>
            <p:cNvSpPr/>
            <p:nvPr/>
          </p:nvSpPr>
          <p:spPr>
            <a:xfrm>
              <a:off x="2348325" y="1830875"/>
              <a:ext cx="9925" cy="563100"/>
            </a:xfrm>
            <a:custGeom>
              <a:rect b="b" l="l" r="r" t="t"/>
              <a:pathLst>
                <a:path extrusionOk="0" h="22524" w="397">
                  <a:moveTo>
                    <a:pt x="1" y="0"/>
                  </a:moveTo>
                  <a:lnTo>
                    <a:pt x="1" y="22523"/>
                  </a:lnTo>
                  <a:lnTo>
                    <a:pt x="396" y="22523"/>
                  </a:lnTo>
                  <a:lnTo>
                    <a:pt x="39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81"/>
            <p:cNvSpPr/>
            <p:nvPr/>
          </p:nvSpPr>
          <p:spPr>
            <a:xfrm>
              <a:off x="2276900" y="2025875"/>
              <a:ext cx="152000" cy="280625"/>
            </a:xfrm>
            <a:custGeom>
              <a:rect b="b" l="l" r="r" t="t"/>
              <a:pathLst>
                <a:path extrusionOk="0" h="11225" w="6080">
                  <a:moveTo>
                    <a:pt x="3045" y="0"/>
                  </a:moveTo>
                  <a:cubicBezTo>
                    <a:pt x="1738" y="0"/>
                    <a:pt x="428" y="99"/>
                    <a:pt x="335" y="285"/>
                  </a:cubicBezTo>
                  <a:cubicBezTo>
                    <a:pt x="153" y="680"/>
                    <a:pt x="1" y="10437"/>
                    <a:pt x="335" y="10893"/>
                  </a:cubicBezTo>
                  <a:cubicBezTo>
                    <a:pt x="484" y="11117"/>
                    <a:pt x="1705" y="11224"/>
                    <a:pt x="2948" y="11224"/>
                  </a:cubicBezTo>
                  <a:cubicBezTo>
                    <a:pt x="4235" y="11224"/>
                    <a:pt x="5545" y="11110"/>
                    <a:pt x="5715" y="10893"/>
                  </a:cubicBezTo>
                  <a:cubicBezTo>
                    <a:pt x="6080" y="10468"/>
                    <a:pt x="6080" y="711"/>
                    <a:pt x="5715" y="285"/>
                  </a:cubicBezTo>
                  <a:cubicBezTo>
                    <a:pt x="5551" y="92"/>
                    <a:pt x="4300" y="0"/>
                    <a:pt x="3045"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81"/>
            <p:cNvSpPr/>
            <p:nvPr/>
          </p:nvSpPr>
          <p:spPr>
            <a:xfrm>
              <a:off x="2693325" y="2080875"/>
              <a:ext cx="9900" cy="394400"/>
            </a:xfrm>
            <a:custGeom>
              <a:rect b="b" l="l" r="r" t="t"/>
              <a:pathLst>
                <a:path extrusionOk="0" h="15776" w="396">
                  <a:moveTo>
                    <a:pt x="1" y="0"/>
                  </a:moveTo>
                  <a:lnTo>
                    <a:pt x="1" y="15776"/>
                  </a:lnTo>
                  <a:lnTo>
                    <a:pt x="396" y="15776"/>
                  </a:lnTo>
                  <a:lnTo>
                    <a:pt x="396"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81"/>
            <p:cNvSpPr/>
            <p:nvPr/>
          </p:nvSpPr>
          <p:spPr>
            <a:xfrm>
              <a:off x="2621125" y="2138800"/>
              <a:ext cx="153525" cy="129700"/>
            </a:xfrm>
            <a:custGeom>
              <a:rect b="b" l="l" r="r" t="t"/>
              <a:pathLst>
                <a:path extrusionOk="0" h="5188" w="6141">
                  <a:moveTo>
                    <a:pt x="3146" y="0"/>
                  </a:moveTo>
                  <a:cubicBezTo>
                    <a:pt x="1817" y="0"/>
                    <a:pt x="460" y="108"/>
                    <a:pt x="366" y="297"/>
                  </a:cubicBezTo>
                  <a:cubicBezTo>
                    <a:pt x="153" y="723"/>
                    <a:pt x="1" y="4401"/>
                    <a:pt x="366" y="4857"/>
                  </a:cubicBezTo>
                  <a:cubicBezTo>
                    <a:pt x="515" y="5081"/>
                    <a:pt x="1736" y="5187"/>
                    <a:pt x="2979" y="5187"/>
                  </a:cubicBezTo>
                  <a:cubicBezTo>
                    <a:pt x="4265" y="5187"/>
                    <a:pt x="5576" y="5073"/>
                    <a:pt x="5746" y="4857"/>
                  </a:cubicBezTo>
                  <a:cubicBezTo>
                    <a:pt x="6141" y="4431"/>
                    <a:pt x="6141" y="753"/>
                    <a:pt x="5746" y="297"/>
                  </a:cubicBezTo>
                  <a:cubicBezTo>
                    <a:pt x="5585" y="93"/>
                    <a:pt x="4377" y="0"/>
                    <a:pt x="3146"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81"/>
            <p:cNvSpPr/>
            <p:nvPr/>
          </p:nvSpPr>
          <p:spPr>
            <a:xfrm>
              <a:off x="2175825" y="688000"/>
              <a:ext cx="9150" cy="394400"/>
            </a:xfrm>
            <a:custGeom>
              <a:rect b="b" l="l" r="r" t="t"/>
              <a:pathLst>
                <a:path extrusionOk="0" h="15776" w="366">
                  <a:moveTo>
                    <a:pt x="0" y="0"/>
                  </a:moveTo>
                  <a:lnTo>
                    <a:pt x="0" y="15776"/>
                  </a:lnTo>
                  <a:lnTo>
                    <a:pt x="365" y="15776"/>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81"/>
            <p:cNvSpPr/>
            <p:nvPr/>
          </p:nvSpPr>
          <p:spPr>
            <a:xfrm>
              <a:off x="2104400" y="745925"/>
              <a:ext cx="152000" cy="129700"/>
            </a:xfrm>
            <a:custGeom>
              <a:rect b="b" l="l" r="r" t="t"/>
              <a:pathLst>
                <a:path extrusionOk="0" h="5188" w="6080">
                  <a:moveTo>
                    <a:pt x="3119" y="0"/>
                  </a:moveTo>
                  <a:cubicBezTo>
                    <a:pt x="1785" y="0"/>
                    <a:pt x="429" y="108"/>
                    <a:pt x="335" y="297"/>
                  </a:cubicBezTo>
                  <a:cubicBezTo>
                    <a:pt x="152" y="723"/>
                    <a:pt x="0" y="4401"/>
                    <a:pt x="335" y="4857"/>
                  </a:cubicBezTo>
                  <a:cubicBezTo>
                    <a:pt x="484" y="5081"/>
                    <a:pt x="1705" y="5187"/>
                    <a:pt x="2951" y="5187"/>
                  </a:cubicBezTo>
                  <a:cubicBezTo>
                    <a:pt x="4242" y="5187"/>
                    <a:pt x="5559" y="5073"/>
                    <a:pt x="5745" y="4857"/>
                  </a:cubicBezTo>
                  <a:cubicBezTo>
                    <a:pt x="6079" y="4431"/>
                    <a:pt x="6079" y="753"/>
                    <a:pt x="5745" y="297"/>
                  </a:cubicBezTo>
                  <a:cubicBezTo>
                    <a:pt x="5570" y="93"/>
                    <a:pt x="4354" y="0"/>
                    <a:pt x="3119"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81"/>
            <p:cNvSpPr/>
            <p:nvPr/>
          </p:nvSpPr>
          <p:spPr>
            <a:xfrm>
              <a:off x="2175850" y="1903050"/>
              <a:ext cx="9900" cy="394400"/>
            </a:xfrm>
            <a:custGeom>
              <a:rect b="b" l="l" r="r" t="t"/>
              <a:pathLst>
                <a:path extrusionOk="0" h="15776" w="396">
                  <a:moveTo>
                    <a:pt x="0" y="1"/>
                  </a:moveTo>
                  <a:lnTo>
                    <a:pt x="0" y="15776"/>
                  </a:lnTo>
                  <a:lnTo>
                    <a:pt x="395" y="15776"/>
                  </a:lnTo>
                  <a:lnTo>
                    <a:pt x="395"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81"/>
            <p:cNvSpPr/>
            <p:nvPr/>
          </p:nvSpPr>
          <p:spPr>
            <a:xfrm>
              <a:off x="2103650" y="1961275"/>
              <a:ext cx="152000" cy="129400"/>
            </a:xfrm>
            <a:custGeom>
              <a:rect b="b" l="l" r="r" t="t"/>
              <a:pathLst>
                <a:path extrusionOk="0" h="5176" w="6080">
                  <a:moveTo>
                    <a:pt x="3071" y="1"/>
                  </a:moveTo>
                  <a:cubicBezTo>
                    <a:pt x="1761" y="1"/>
                    <a:pt x="443" y="100"/>
                    <a:pt x="335" y="286"/>
                  </a:cubicBezTo>
                  <a:cubicBezTo>
                    <a:pt x="152" y="711"/>
                    <a:pt x="0" y="4389"/>
                    <a:pt x="335" y="4845"/>
                  </a:cubicBezTo>
                  <a:cubicBezTo>
                    <a:pt x="484" y="5069"/>
                    <a:pt x="1712" y="5176"/>
                    <a:pt x="2963" y="5176"/>
                  </a:cubicBezTo>
                  <a:cubicBezTo>
                    <a:pt x="4257" y="5176"/>
                    <a:pt x="5575" y="5061"/>
                    <a:pt x="5745" y="4845"/>
                  </a:cubicBezTo>
                  <a:cubicBezTo>
                    <a:pt x="6080" y="4450"/>
                    <a:pt x="6080" y="742"/>
                    <a:pt x="5745" y="286"/>
                  </a:cubicBezTo>
                  <a:cubicBezTo>
                    <a:pt x="5581" y="92"/>
                    <a:pt x="4330" y="1"/>
                    <a:pt x="3071"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81"/>
            <p:cNvSpPr/>
            <p:nvPr/>
          </p:nvSpPr>
          <p:spPr>
            <a:xfrm>
              <a:off x="2865800" y="707750"/>
              <a:ext cx="9900" cy="394400"/>
            </a:xfrm>
            <a:custGeom>
              <a:rect b="b" l="l" r="r" t="t"/>
              <a:pathLst>
                <a:path extrusionOk="0" h="15776" w="396">
                  <a:moveTo>
                    <a:pt x="1" y="1"/>
                  </a:moveTo>
                  <a:lnTo>
                    <a:pt x="1" y="15776"/>
                  </a:lnTo>
                  <a:lnTo>
                    <a:pt x="396" y="15776"/>
                  </a:lnTo>
                  <a:lnTo>
                    <a:pt x="39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81"/>
            <p:cNvSpPr/>
            <p:nvPr/>
          </p:nvSpPr>
          <p:spPr>
            <a:xfrm>
              <a:off x="2793625" y="765975"/>
              <a:ext cx="153525" cy="129400"/>
            </a:xfrm>
            <a:custGeom>
              <a:rect b="b" l="l" r="r" t="t"/>
              <a:pathLst>
                <a:path extrusionOk="0" h="5176" w="6141">
                  <a:moveTo>
                    <a:pt x="3075" y="0"/>
                  </a:moveTo>
                  <a:cubicBezTo>
                    <a:pt x="1768" y="0"/>
                    <a:pt x="458" y="100"/>
                    <a:pt x="365" y="286"/>
                  </a:cubicBezTo>
                  <a:cubicBezTo>
                    <a:pt x="152" y="711"/>
                    <a:pt x="0" y="4389"/>
                    <a:pt x="365" y="4845"/>
                  </a:cubicBezTo>
                  <a:cubicBezTo>
                    <a:pt x="514" y="5069"/>
                    <a:pt x="1735" y="5176"/>
                    <a:pt x="2978" y="5176"/>
                  </a:cubicBezTo>
                  <a:cubicBezTo>
                    <a:pt x="4265" y="5176"/>
                    <a:pt x="5575" y="5061"/>
                    <a:pt x="5745" y="4845"/>
                  </a:cubicBezTo>
                  <a:cubicBezTo>
                    <a:pt x="6140" y="4450"/>
                    <a:pt x="6140" y="741"/>
                    <a:pt x="5745" y="286"/>
                  </a:cubicBezTo>
                  <a:cubicBezTo>
                    <a:pt x="5581" y="92"/>
                    <a:pt x="4330" y="0"/>
                    <a:pt x="3075"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81"/>
            <p:cNvSpPr/>
            <p:nvPr/>
          </p:nvSpPr>
          <p:spPr>
            <a:xfrm>
              <a:off x="7949950" y="602138"/>
              <a:ext cx="9150" cy="394400"/>
            </a:xfrm>
            <a:custGeom>
              <a:rect b="b" l="l" r="r" t="t"/>
              <a:pathLst>
                <a:path extrusionOk="0" h="15776" w="366">
                  <a:moveTo>
                    <a:pt x="0" y="0"/>
                  </a:moveTo>
                  <a:lnTo>
                    <a:pt x="0" y="15775"/>
                  </a:lnTo>
                  <a:lnTo>
                    <a:pt x="365" y="15775"/>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81"/>
            <p:cNvSpPr/>
            <p:nvPr/>
          </p:nvSpPr>
          <p:spPr>
            <a:xfrm>
              <a:off x="7877750" y="660063"/>
              <a:ext cx="152775" cy="129700"/>
            </a:xfrm>
            <a:custGeom>
              <a:rect b="b" l="l" r="r" t="t"/>
              <a:pathLst>
                <a:path extrusionOk="0" h="5188" w="6111">
                  <a:moveTo>
                    <a:pt x="3142" y="0"/>
                  </a:moveTo>
                  <a:cubicBezTo>
                    <a:pt x="1809" y="0"/>
                    <a:pt x="446" y="108"/>
                    <a:pt x="335" y="297"/>
                  </a:cubicBezTo>
                  <a:cubicBezTo>
                    <a:pt x="153" y="723"/>
                    <a:pt x="1" y="4401"/>
                    <a:pt x="335" y="4856"/>
                  </a:cubicBezTo>
                  <a:cubicBezTo>
                    <a:pt x="485" y="5080"/>
                    <a:pt x="1713" y="5187"/>
                    <a:pt x="2963" y="5187"/>
                  </a:cubicBezTo>
                  <a:cubicBezTo>
                    <a:pt x="4257" y="5187"/>
                    <a:pt x="5576" y="5073"/>
                    <a:pt x="5746" y="4856"/>
                  </a:cubicBezTo>
                  <a:cubicBezTo>
                    <a:pt x="6110" y="4431"/>
                    <a:pt x="6110" y="723"/>
                    <a:pt x="5746" y="297"/>
                  </a:cubicBezTo>
                  <a:cubicBezTo>
                    <a:pt x="5585" y="92"/>
                    <a:pt x="4377" y="0"/>
                    <a:pt x="3142"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81"/>
            <p:cNvSpPr/>
            <p:nvPr/>
          </p:nvSpPr>
          <p:spPr>
            <a:xfrm>
              <a:off x="8813175" y="273088"/>
              <a:ext cx="9925" cy="394425"/>
            </a:xfrm>
            <a:custGeom>
              <a:rect b="b" l="l" r="r" t="t"/>
              <a:pathLst>
                <a:path extrusionOk="0" h="15777" w="397">
                  <a:moveTo>
                    <a:pt x="1" y="1"/>
                  </a:moveTo>
                  <a:lnTo>
                    <a:pt x="1" y="15776"/>
                  </a:lnTo>
                  <a:lnTo>
                    <a:pt x="396" y="15776"/>
                  </a:lnTo>
                  <a:lnTo>
                    <a:pt x="39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81"/>
            <p:cNvSpPr/>
            <p:nvPr/>
          </p:nvSpPr>
          <p:spPr>
            <a:xfrm>
              <a:off x="8741750" y="331238"/>
              <a:ext cx="151250" cy="129975"/>
            </a:xfrm>
            <a:custGeom>
              <a:rect b="b" l="l" r="r" t="t"/>
              <a:pathLst>
                <a:path extrusionOk="0" h="5199" w="6050">
                  <a:moveTo>
                    <a:pt x="2964" y="0"/>
                  </a:moveTo>
                  <a:cubicBezTo>
                    <a:pt x="1680" y="0"/>
                    <a:pt x="411" y="106"/>
                    <a:pt x="305" y="319"/>
                  </a:cubicBezTo>
                  <a:cubicBezTo>
                    <a:pt x="122" y="714"/>
                    <a:pt x="1" y="4423"/>
                    <a:pt x="305" y="4879"/>
                  </a:cubicBezTo>
                  <a:cubicBezTo>
                    <a:pt x="466" y="5098"/>
                    <a:pt x="1652" y="5198"/>
                    <a:pt x="2874" y="5198"/>
                  </a:cubicBezTo>
                  <a:cubicBezTo>
                    <a:pt x="4187" y="5198"/>
                    <a:pt x="5542" y="5083"/>
                    <a:pt x="5715" y="4879"/>
                  </a:cubicBezTo>
                  <a:cubicBezTo>
                    <a:pt x="6049" y="4453"/>
                    <a:pt x="6049" y="775"/>
                    <a:pt x="5715" y="319"/>
                  </a:cubicBezTo>
                  <a:cubicBezTo>
                    <a:pt x="5548" y="106"/>
                    <a:pt x="4249" y="0"/>
                    <a:pt x="2964"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81"/>
            <p:cNvSpPr/>
            <p:nvPr/>
          </p:nvSpPr>
          <p:spPr>
            <a:xfrm>
              <a:off x="1830100" y="1631025"/>
              <a:ext cx="9900" cy="680125"/>
            </a:xfrm>
            <a:custGeom>
              <a:rect b="b" l="l" r="r" t="t"/>
              <a:pathLst>
                <a:path extrusionOk="0" h="27205" w="396">
                  <a:moveTo>
                    <a:pt x="0" y="0"/>
                  </a:moveTo>
                  <a:lnTo>
                    <a:pt x="0" y="27204"/>
                  </a:lnTo>
                  <a:lnTo>
                    <a:pt x="395" y="27204"/>
                  </a:lnTo>
                  <a:lnTo>
                    <a:pt x="39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81"/>
            <p:cNvSpPr/>
            <p:nvPr/>
          </p:nvSpPr>
          <p:spPr>
            <a:xfrm>
              <a:off x="1758650" y="1842175"/>
              <a:ext cx="152000" cy="364775"/>
            </a:xfrm>
            <a:custGeom>
              <a:rect b="b" l="l" r="r" t="t"/>
              <a:pathLst>
                <a:path extrusionOk="0" h="14591" w="6080">
                  <a:moveTo>
                    <a:pt x="3070" y="0"/>
                  </a:moveTo>
                  <a:cubicBezTo>
                    <a:pt x="1765" y="0"/>
                    <a:pt x="458" y="107"/>
                    <a:pt x="366" y="308"/>
                  </a:cubicBezTo>
                  <a:cubicBezTo>
                    <a:pt x="153" y="673"/>
                    <a:pt x="1" y="13804"/>
                    <a:pt x="366" y="14260"/>
                  </a:cubicBezTo>
                  <a:cubicBezTo>
                    <a:pt x="500" y="14484"/>
                    <a:pt x="1721" y="14590"/>
                    <a:pt x="2967" y="14590"/>
                  </a:cubicBezTo>
                  <a:cubicBezTo>
                    <a:pt x="4257" y="14590"/>
                    <a:pt x="5576" y="14476"/>
                    <a:pt x="5746" y="14260"/>
                  </a:cubicBezTo>
                  <a:cubicBezTo>
                    <a:pt x="6080" y="13834"/>
                    <a:pt x="6080" y="734"/>
                    <a:pt x="5746" y="308"/>
                  </a:cubicBezTo>
                  <a:cubicBezTo>
                    <a:pt x="5582" y="99"/>
                    <a:pt x="4327" y="0"/>
                    <a:pt x="3070"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81"/>
            <p:cNvSpPr/>
            <p:nvPr/>
          </p:nvSpPr>
          <p:spPr>
            <a:xfrm>
              <a:off x="3211550" y="170500"/>
              <a:ext cx="9900" cy="679375"/>
            </a:xfrm>
            <a:custGeom>
              <a:rect b="b" l="l" r="r" t="t"/>
              <a:pathLst>
                <a:path extrusionOk="0" h="27175" w="396">
                  <a:moveTo>
                    <a:pt x="1" y="1"/>
                  </a:moveTo>
                  <a:lnTo>
                    <a:pt x="1" y="27174"/>
                  </a:lnTo>
                  <a:lnTo>
                    <a:pt x="396" y="27174"/>
                  </a:lnTo>
                  <a:lnTo>
                    <a:pt x="39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81"/>
            <p:cNvSpPr/>
            <p:nvPr/>
          </p:nvSpPr>
          <p:spPr>
            <a:xfrm>
              <a:off x="3139375" y="381175"/>
              <a:ext cx="152000" cy="364500"/>
            </a:xfrm>
            <a:custGeom>
              <a:rect b="b" l="l" r="r" t="t"/>
              <a:pathLst>
                <a:path extrusionOk="0" h="14580" w="6080">
                  <a:moveTo>
                    <a:pt x="3145" y="1"/>
                  </a:moveTo>
                  <a:cubicBezTo>
                    <a:pt x="1816" y="1"/>
                    <a:pt x="460" y="108"/>
                    <a:pt x="365" y="297"/>
                  </a:cubicBezTo>
                  <a:cubicBezTo>
                    <a:pt x="152" y="693"/>
                    <a:pt x="0" y="13793"/>
                    <a:pt x="365" y="14249"/>
                  </a:cubicBezTo>
                  <a:cubicBezTo>
                    <a:pt x="514" y="14473"/>
                    <a:pt x="1735" y="14580"/>
                    <a:pt x="2978" y="14580"/>
                  </a:cubicBezTo>
                  <a:cubicBezTo>
                    <a:pt x="4265" y="14580"/>
                    <a:pt x="5575" y="14465"/>
                    <a:pt x="5745" y="14249"/>
                  </a:cubicBezTo>
                  <a:cubicBezTo>
                    <a:pt x="6079" y="13823"/>
                    <a:pt x="6079" y="753"/>
                    <a:pt x="5745" y="297"/>
                  </a:cubicBezTo>
                  <a:cubicBezTo>
                    <a:pt x="5584" y="93"/>
                    <a:pt x="4376" y="1"/>
                    <a:pt x="3145" y="1"/>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81"/>
            <p:cNvSpPr/>
            <p:nvPr/>
          </p:nvSpPr>
          <p:spPr>
            <a:xfrm>
              <a:off x="2003350" y="1299700"/>
              <a:ext cx="9125" cy="846550"/>
            </a:xfrm>
            <a:custGeom>
              <a:rect b="b" l="l" r="r" t="t"/>
              <a:pathLst>
                <a:path extrusionOk="0" h="33862" w="365">
                  <a:moveTo>
                    <a:pt x="0" y="1"/>
                  </a:moveTo>
                  <a:lnTo>
                    <a:pt x="0" y="33861"/>
                  </a:lnTo>
                  <a:lnTo>
                    <a:pt x="365" y="33861"/>
                  </a:lnTo>
                  <a:lnTo>
                    <a:pt x="365"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81"/>
            <p:cNvSpPr/>
            <p:nvPr/>
          </p:nvSpPr>
          <p:spPr>
            <a:xfrm>
              <a:off x="1931150" y="1381675"/>
              <a:ext cx="152775" cy="587425"/>
            </a:xfrm>
            <a:custGeom>
              <a:rect b="b" l="l" r="r" t="t"/>
              <a:pathLst>
                <a:path extrusionOk="0" h="23497" w="6111">
                  <a:moveTo>
                    <a:pt x="3039" y="0"/>
                  </a:moveTo>
                  <a:cubicBezTo>
                    <a:pt x="1735" y="0"/>
                    <a:pt x="428" y="107"/>
                    <a:pt x="335" y="308"/>
                  </a:cubicBezTo>
                  <a:cubicBezTo>
                    <a:pt x="153" y="673"/>
                    <a:pt x="1" y="22710"/>
                    <a:pt x="335" y="23166"/>
                  </a:cubicBezTo>
                  <a:cubicBezTo>
                    <a:pt x="484" y="23390"/>
                    <a:pt x="1705" y="23496"/>
                    <a:pt x="2948" y="23496"/>
                  </a:cubicBezTo>
                  <a:cubicBezTo>
                    <a:pt x="4235" y="23496"/>
                    <a:pt x="5545" y="23382"/>
                    <a:pt x="5715" y="23166"/>
                  </a:cubicBezTo>
                  <a:cubicBezTo>
                    <a:pt x="6110" y="22801"/>
                    <a:pt x="6110" y="764"/>
                    <a:pt x="5715" y="308"/>
                  </a:cubicBezTo>
                  <a:cubicBezTo>
                    <a:pt x="5551" y="99"/>
                    <a:pt x="4296" y="0"/>
                    <a:pt x="3039"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81"/>
            <p:cNvSpPr/>
            <p:nvPr/>
          </p:nvSpPr>
          <p:spPr>
            <a:xfrm>
              <a:off x="8467425" y="411388"/>
              <a:ext cx="9900" cy="764475"/>
            </a:xfrm>
            <a:custGeom>
              <a:rect b="b" l="l" r="r" t="t"/>
              <a:pathLst>
                <a:path extrusionOk="0" h="30579" w="396">
                  <a:moveTo>
                    <a:pt x="1" y="1"/>
                  </a:moveTo>
                  <a:lnTo>
                    <a:pt x="1" y="30579"/>
                  </a:lnTo>
                  <a:lnTo>
                    <a:pt x="396" y="30579"/>
                  </a:lnTo>
                  <a:lnTo>
                    <a:pt x="396"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81"/>
            <p:cNvSpPr/>
            <p:nvPr/>
          </p:nvSpPr>
          <p:spPr>
            <a:xfrm>
              <a:off x="8396775" y="492888"/>
              <a:ext cx="152000" cy="506600"/>
            </a:xfrm>
            <a:custGeom>
              <a:rect b="b" l="l" r="r" t="t"/>
              <a:pathLst>
                <a:path extrusionOk="0" h="20264" w="6080">
                  <a:moveTo>
                    <a:pt x="3115" y="0"/>
                  </a:moveTo>
                  <a:cubicBezTo>
                    <a:pt x="1785" y="0"/>
                    <a:pt x="429" y="108"/>
                    <a:pt x="334" y="297"/>
                  </a:cubicBezTo>
                  <a:cubicBezTo>
                    <a:pt x="152" y="723"/>
                    <a:pt x="0" y="19477"/>
                    <a:pt x="334" y="19933"/>
                  </a:cubicBezTo>
                  <a:cubicBezTo>
                    <a:pt x="484" y="20157"/>
                    <a:pt x="1705" y="20263"/>
                    <a:pt x="2948" y="20263"/>
                  </a:cubicBezTo>
                  <a:cubicBezTo>
                    <a:pt x="4234" y="20263"/>
                    <a:pt x="5544" y="20149"/>
                    <a:pt x="5714" y="19933"/>
                  </a:cubicBezTo>
                  <a:cubicBezTo>
                    <a:pt x="6079" y="19568"/>
                    <a:pt x="6079" y="753"/>
                    <a:pt x="5714" y="297"/>
                  </a:cubicBezTo>
                  <a:cubicBezTo>
                    <a:pt x="5554" y="92"/>
                    <a:pt x="4346" y="0"/>
                    <a:pt x="3115"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81"/>
            <p:cNvSpPr/>
            <p:nvPr/>
          </p:nvSpPr>
          <p:spPr>
            <a:xfrm>
              <a:off x="2520825" y="890125"/>
              <a:ext cx="9900" cy="728000"/>
            </a:xfrm>
            <a:custGeom>
              <a:rect b="b" l="l" r="r" t="t"/>
              <a:pathLst>
                <a:path extrusionOk="0" h="29120" w="396">
                  <a:moveTo>
                    <a:pt x="0" y="0"/>
                  </a:moveTo>
                  <a:lnTo>
                    <a:pt x="0" y="29119"/>
                  </a:lnTo>
                  <a:lnTo>
                    <a:pt x="395" y="29119"/>
                  </a:lnTo>
                  <a:lnTo>
                    <a:pt x="39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81"/>
            <p:cNvSpPr/>
            <p:nvPr/>
          </p:nvSpPr>
          <p:spPr>
            <a:xfrm>
              <a:off x="2449375" y="972100"/>
              <a:ext cx="152000" cy="469625"/>
            </a:xfrm>
            <a:custGeom>
              <a:rect b="b" l="l" r="r" t="t"/>
              <a:pathLst>
                <a:path extrusionOk="0" h="18785" w="6080">
                  <a:moveTo>
                    <a:pt x="3039" y="0"/>
                  </a:moveTo>
                  <a:cubicBezTo>
                    <a:pt x="1735" y="0"/>
                    <a:pt x="428" y="107"/>
                    <a:pt x="335" y="308"/>
                  </a:cubicBezTo>
                  <a:cubicBezTo>
                    <a:pt x="153" y="703"/>
                    <a:pt x="1" y="17998"/>
                    <a:pt x="335" y="18454"/>
                  </a:cubicBezTo>
                  <a:cubicBezTo>
                    <a:pt x="485" y="18678"/>
                    <a:pt x="1705" y="18785"/>
                    <a:pt x="2948" y="18785"/>
                  </a:cubicBezTo>
                  <a:cubicBezTo>
                    <a:pt x="4235" y="18785"/>
                    <a:pt x="5545" y="18671"/>
                    <a:pt x="5715" y="18454"/>
                  </a:cubicBezTo>
                  <a:cubicBezTo>
                    <a:pt x="6080" y="18029"/>
                    <a:pt x="6080" y="764"/>
                    <a:pt x="5715" y="308"/>
                  </a:cubicBezTo>
                  <a:cubicBezTo>
                    <a:pt x="5551" y="99"/>
                    <a:pt x="4296" y="0"/>
                    <a:pt x="3039"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81"/>
            <p:cNvSpPr/>
            <p:nvPr/>
          </p:nvSpPr>
          <p:spPr>
            <a:xfrm>
              <a:off x="3384050" y="560075"/>
              <a:ext cx="9150" cy="478000"/>
            </a:xfrm>
            <a:custGeom>
              <a:rect b="b" l="l" r="r" t="t"/>
              <a:pathLst>
                <a:path extrusionOk="0" h="19120" w="366">
                  <a:moveTo>
                    <a:pt x="1" y="1"/>
                  </a:moveTo>
                  <a:lnTo>
                    <a:pt x="1" y="19119"/>
                  </a:lnTo>
                  <a:lnTo>
                    <a:pt x="365" y="19119"/>
                  </a:lnTo>
                  <a:lnTo>
                    <a:pt x="365"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81"/>
            <p:cNvSpPr/>
            <p:nvPr/>
          </p:nvSpPr>
          <p:spPr>
            <a:xfrm>
              <a:off x="3312625" y="613175"/>
              <a:ext cx="152000" cy="364200"/>
            </a:xfrm>
            <a:custGeom>
              <a:rect b="b" l="l" r="r" t="t"/>
              <a:pathLst>
                <a:path extrusionOk="0" h="14568" w="6080">
                  <a:moveTo>
                    <a:pt x="3043" y="0"/>
                  </a:moveTo>
                  <a:cubicBezTo>
                    <a:pt x="1734" y="0"/>
                    <a:pt x="428" y="107"/>
                    <a:pt x="335" y="308"/>
                  </a:cubicBezTo>
                  <a:cubicBezTo>
                    <a:pt x="152" y="673"/>
                    <a:pt x="0" y="13804"/>
                    <a:pt x="335" y="14260"/>
                  </a:cubicBezTo>
                  <a:cubicBezTo>
                    <a:pt x="484" y="14469"/>
                    <a:pt x="1702" y="14568"/>
                    <a:pt x="2947" y="14568"/>
                  </a:cubicBezTo>
                  <a:cubicBezTo>
                    <a:pt x="4239" y="14568"/>
                    <a:pt x="5559" y="14461"/>
                    <a:pt x="5745" y="14260"/>
                  </a:cubicBezTo>
                  <a:cubicBezTo>
                    <a:pt x="6080" y="13865"/>
                    <a:pt x="6080" y="764"/>
                    <a:pt x="5745" y="308"/>
                  </a:cubicBezTo>
                  <a:cubicBezTo>
                    <a:pt x="5566" y="99"/>
                    <a:pt x="4304" y="0"/>
                    <a:pt x="3043"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81"/>
            <p:cNvSpPr/>
            <p:nvPr/>
          </p:nvSpPr>
          <p:spPr>
            <a:xfrm>
              <a:off x="1830825" y="928125"/>
              <a:ext cx="9150" cy="478000"/>
            </a:xfrm>
            <a:custGeom>
              <a:rect b="b" l="l" r="r" t="t"/>
              <a:pathLst>
                <a:path extrusionOk="0" h="19120" w="366">
                  <a:moveTo>
                    <a:pt x="1" y="0"/>
                  </a:moveTo>
                  <a:lnTo>
                    <a:pt x="1" y="19119"/>
                  </a:lnTo>
                  <a:lnTo>
                    <a:pt x="365" y="19119"/>
                  </a:lnTo>
                  <a:lnTo>
                    <a:pt x="36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81"/>
            <p:cNvSpPr/>
            <p:nvPr/>
          </p:nvSpPr>
          <p:spPr>
            <a:xfrm>
              <a:off x="1758650" y="981500"/>
              <a:ext cx="152000" cy="364500"/>
            </a:xfrm>
            <a:custGeom>
              <a:rect b="b" l="l" r="r" t="t"/>
              <a:pathLst>
                <a:path extrusionOk="0" h="14580" w="6080">
                  <a:moveTo>
                    <a:pt x="3119" y="0"/>
                  </a:moveTo>
                  <a:cubicBezTo>
                    <a:pt x="1785" y="0"/>
                    <a:pt x="429" y="108"/>
                    <a:pt x="335" y="297"/>
                  </a:cubicBezTo>
                  <a:cubicBezTo>
                    <a:pt x="152" y="692"/>
                    <a:pt x="0" y="13793"/>
                    <a:pt x="335" y="14248"/>
                  </a:cubicBezTo>
                  <a:cubicBezTo>
                    <a:pt x="484" y="14472"/>
                    <a:pt x="1705" y="14579"/>
                    <a:pt x="2951" y="14579"/>
                  </a:cubicBezTo>
                  <a:cubicBezTo>
                    <a:pt x="4242" y="14579"/>
                    <a:pt x="5559" y="14465"/>
                    <a:pt x="5745" y="14248"/>
                  </a:cubicBezTo>
                  <a:cubicBezTo>
                    <a:pt x="6079" y="13823"/>
                    <a:pt x="6079" y="722"/>
                    <a:pt x="5745" y="297"/>
                  </a:cubicBezTo>
                  <a:cubicBezTo>
                    <a:pt x="5570" y="92"/>
                    <a:pt x="4354" y="0"/>
                    <a:pt x="3119"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81"/>
            <p:cNvSpPr/>
            <p:nvPr/>
          </p:nvSpPr>
          <p:spPr>
            <a:xfrm>
              <a:off x="2348325" y="757150"/>
              <a:ext cx="9900" cy="478000"/>
            </a:xfrm>
            <a:custGeom>
              <a:rect b="b" l="l" r="r" t="t"/>
              <a:pathLst>
                <a:path extrusionOk="0" h="19120" w="396">
                  <a:moveTo>
                    <a:pt x="0" y="0"/>
                  </a:moveTo>
                  <a:lnTo>
                    <a:pt x="0" y="19119"/>
                  </a:lnTo>
                  <a:lnTo>
                    <a:pt x="395" y="19119"/>
                  </a:lnTo>
                  <a:lnTo>
                    <a:pt x="395" y="0"/>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81"/>
            <p:cNvSpPr/>
            <p:nvPr/>
          </p:nvSpPr>
          <p:spPr>
            <a:xfrm>
              <a:off x="2276125" y="810525"/>
              <a:ext cx="152000" cy="364500"/>
            </a:xfrm>
            <a:custGeom>
              <a:rect b="b" l="l" r="r" t="t"/>
              <a:pathLst>
                <a:path extrusionOk="0" h="14580" w="6080">
                  <a:moveTo>
                    <a:pt x="3142" y="0"/>
                  </a:moveTo>
                  <a:cubicBezTo>
                    <a:pt x="1809" y="0"/>
                    <a:pt x="445" y="108"/>
                    <a:pt x="335" y="297"/>
                  </a:cubicBezTo>
                  <a:cubicBezTo>
                    <a:pt x="153" y="692"/>
                    <a:pt x="1" y="13793"/>
                    <a:pt x="335" y="14248"/>
                  </a:cubicBezTo>
                  <a:cubicBezTo>
                    <a:pt x="484" y="14472"/>
                    <a:pt x="1713" y="14579"/>
                    <a:pt x="2963" y="14579"/>
                  </a:cubicBezTo>
                  <a:cubicBezTo>
                    <a:pt x="4257" y="14579"/>
                    <a:pt x="5575" y="14465"/>
                    <a:pt x="5745" y="14248"/>
                  </a:cubicBezTo>
                  <a:cubicBezTo>
                    <a:pt x="6080" y="13823"/>
                    <a:pt x="6080" y="722"/>
                    <a:pt x="5745" y="297"/>
                  </a:cubicBezTo>
                  <a:cubicBezTo>
                    <a:pt x="5585" y="92"/>
                    <a:pt x="4377" y="0"/>
                    <a:pt x="3142"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81"/>
            <p:cNvSpPr/>
            <p:nvPr/>
          </p:nvSpPr>
          <p:spPr>
            <a:xfrm>
              <a:off x="1462300" y="4595350"/>
              <a:ext cx="478000" cy="154275"/>
            </a:xfrm>
            <a:custGeom>
              <a:rect b="b" l="l" r="r" t="t"/>
              <a:pathLst>
                <a:path extrusionOk="0" h="6171" w="19120">
                  <a:moveTo>
                    <a:pt x="9423" y="0"/>
                  </a:moveTo>
                  <a:lnTo>
                    <a:pt x="578" y="152"/>
                  </a:lnTo>
                  <a:cubicBezTo>
                    <a:pt x="152" y="2189"/>
                    <a:pt x="0" y="4195"/>
                    <a:pt x="122" y="6170"/>
                  </a:cubicBezTo>
                  <a:lnTo>
                    <a:pt x="18755" y="6170"/>
                  </a:lnTo>
                  <a:cubicBezTo>
                    <a:pt x="19119" y="4590"/>
                    <a:pt x="18937" y="3708"/>
                    <a:pt x="14834" y="2523"/>
                  </a:cubicBezTo>
                  <a:cubicBezTo>
                    <a:pt x="12463" y="1915"/>
                    <a:pt x="9423" y="0"/>
                    <a:pt x="9423"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81"/>
            <p:cNvSpPr/>
            <p:nvPr/>
          </p:nvSpPr>
          <p:spPr>
            <a:xfrm>
              <a:off x="825500" y="4595350"/>
              <a:ext cx="411125" cy="154275"/>
            </a:xfrm>
            <a:custGeom>
              <a:rect b="b" l="l" r="r" t="t"/>
              <a:pathLst>
                <a:path extrusionOk="0" h="6171" w="16445">
                  <a:moveTo>
                    <a:pt x="9424" y="0"/>
                  </a:moveTo>
                  <a:lnTo>
                    <a:pt x="548" y="152"/>
                  </a:lnTo>
                  <a:cubicBezTo>
                    <a:pt x="153" y="2189"/>
                    <a:pt x="1" y="4195"/>
                    <a:pt x="92" y="6170"/>
                  </a:cubicBezTo>
                  <a:lnTo>
                    <a:pt x="16445" y="6170"/>
                  </a:lnTo>
                  <a:cubicBezTo>
                    <a:pt x="16445" y="6170"/>
                    <a:pt x="16445" y="3556"/>
                    <a:pt x="13375" y="2523"/>
                  </a:cubicBezTo>
                  <a:cubicBezTo>
                    <a:pt x="10639" y="1581"/>
                    <a:pt x="9424" y="0"/>
                    <a:pt x="942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81"/>
            <p:cNvSpPr/>
            <p:nvPr/>
          </p:nvSpPr>
          <p:spPr>
            <a:xfrm>
              <a:off x="693300" y="2688025"/>
              <a:ext cx="1023600" cy="1928875"/>
            </a:xfrm>
            <a:custGeom>
              <a:rect b="b" l="l" r="r" t="t"/>
              <a:pathLst>
                <a:path extrusionOk="0" h="77155" w="40944">
                  <a:moveTo>
                    <a:pt x="29818" y="0"/>
                  </a:moveTo>
                  <a:lnTo>
                    <a:pt x="5137" y="608"/>
                  </a:lnTo>
                  <a:cubicBezTo>
                    <a:pt x="0" y="15076"/>
                    <a:pt x="4073" y="72828"/>
                    <a:pt x="4985" y="76445"/>
                  </a:cubicBezTo>
                  <a:cubicBezTo>
                    <a:pt x="5769" y="76912"/>
                    <a:pt x="7091" y="77141"/>
                    <a:pt x="8910" y="77141"/>
                  </a:cubicBezTo>
                  <a:cubicBezTo>
                    <a:pt x="10760" y="77141"/>
                    <a:pt x="13123" y="76905"/>
                    <a:pt x="15958" y="76445"/>
                  </a:cubicBezTo>
                  <a:cubicBezTo>
                    <a:pt x="16900" y="50183"/>
                    <a:pt x="17204" y="10821"/>
                    <a:pt x="17204" y="10821"/>
                  </a:cubicBezTo>
                  <a:lnTo>
                    <a:pt x="17538" y="10821"/>
                  </a:lnTo>
                  <a:lnTo>
                    <a:pt x="30396" y="76445"/>
                  </a:lnTo>
                  <a:cubicBezTo>
                    <a:pt x="30993" y="76943"/>
                    <a:pt x="32191" y="77155"/>
                    <a:pt x="33834" y="77155"/>
                  </a:cubicBezTo>
                  <a:cubicBezTo>
                    <a:pt x="35702" y="77155"/>
                    <a:pt x="38146" y="76882"/>
                    <a:pt x="40943" y="76445"/>
                  </a:cubicBezTo>
                  <a:cubicBezTo>
                    <a:pt x="38329" y="44834"/>
                    <a:pt x="35411" y="15107"/>
                    <a:pt x="29818" y="0"/>
                  </a:cubicBezTo>
                  <a:close/>
                </a:path>
              </a:pathLst>
            </a:custGeom>
            <a:solidFill>
              <a:srgbClr val="7DB6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81"/>
            <p:cNvSpPr/>
            <p:nvPr/>
          </p:nvSpPr>
          <p:spPr>
            <a:xfrm>
              <a:off x="1023075" y="1149250"/>
              <a:ext cx="359450" cy="525100"/>
            </a:xfrm>
            <a:custGeom>
              <a:rect b="b" l="l" r="r" t="t"/>
              <a:pathLst>
                <a:path extrusionOk="0" h="21004" w="14378">
                  <a:moveTo>
                    <a:pt x="8967" y="0"/>
                  </a:moveTo>
                  <a:lnTo>
                    <a:pt x="4043" y="3830"/>
                  </a:lnTo>
                  <a:lnTo>
                    <a:pt x="366" y="9423"/>
                  </a:lnTo>
                  <a:lnTo>
                    <a:pt x="1" y="17873"/>
                  </a:lnTo>
                  <a:lnTo>
                    <a:pt x="7904" y="21004"/>
                  </a:lnTo>
                  <a:lnTo>
                    <a:pt x="7964" y="16475"/>
                  </a:lnTo>
                  <a:cubicBezTo>
                    <a:pt x="8290" y="16499"/>
                    <a:pt x="8623" y="16510"/>
                    <a:pt x="8962" y="16510"/>
                  </a:cubicBezTo>
                  <a:cubicBezTo>
                    <a:pt x="9889" y="16510"/>
                    <a:pt x="10870" y="16426"/>
                    <a:pt x="11916" y="16292"/>
                  </a:cubicBezTo>
                  <a:cubicBezTo>
                    <a:pt x="14044" y="15684"/>
                    <a:pt x="13010" y="10365"/>
                    <a:pt x="13010" y="10365"/>
                  </a:cubicBezTo>
                  <a:cubicBezTo>
                    <a:pt x="13010" y="10365"/>
                    <a:pt x="14378" y="9727"/>
                    <a:pt x="14378" y="9180"/>
                  </a:cubicBezTo>
                  <a:cubicBezTo>
                    <a:pt x="14378" y="8663"/>
                    <a:pt x="13405" y="7842"/>
                    <a:pt x="13223" y="5988"/>
                  </a:cubicBezTo>
                  <a:cubicBezTo>
                    <a:pt x="12980" y="4134"/>
                    <a:pt x="11156" y="335"/>
                    <a:pt x="11156" y="335"/>
                  </a:cubicBezTo>
                  <a:lnTo>
                    <a:pt x="8967" y="0"/>
                  </a:ln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81"/>
            <p:cNvSpPr/>
            <p:nvPr/>
          </p:nvSpPr>
          <p:spPr>
            <a:xfrm>
              <a:off x="895425" y="1024325"/>
              <a:ext cx="455200" cy="449050"/>
            </a:xfrm>
            <a:custGeom>
              <a:rect b="b" l="l" r="r" t="t"/>
              <a:pathLst>
                <a:path extrusionOk="0" h="17962" w="18208">
                  <a:moveTo>
                    <a:pt x="13044" y="0"/>
                  </a:moveTo>
                  <a:cubicBezTo>
                    <a:pt x="11657" y="0"/>
                    <a:pt x="10018" y="288"/>
                    <a:pt x="8511" y="803"/>
                  </a:cubicBezTo>
                  <a:cubicBezTo>
                    <a:pt x="4560" y="2170"/>
                    <a:pt x="2006" y="4025"/>
                    <a:pt x="2614" y="6912"/>
                  </a:cubicBezTo>
                  <a:cubicBezTo>
                    <a:pt x="0" y="7915"/>
                    <a:pt x="335" y="12930"/>
                    <a:pt x="5472" y="17824"/>
                  </a:cubicBezTo>
                  <a:cubicBezTo>
                    <a:pt x="5909" y="17914"/>
                    <a:pt x="6339" y="17961"/>
                    <a:pt x="6755" y="17961"/>
                  </a:cubicBezTo>
                  <a:cubicBezTo>
                    <a:pt x="8593" y="17961"/>
                    <a:pt x="10172" y="17040"/>
                    <a:pt x="11064" y="14785"/>
                  </a:cubicBezTo>
                  <a:cubicBezTo>
                    <a:pt x="11551" y="13447"/>
                    <a:pt x="11247" y="12231"/>
                    <a:pt x="11520" y="10985"/>
                  </a:cubicBezTo>
                  <a:cubicBezTo>
                    <a:pt x="11677" y="10494"/>
                    <a:pt x="12037" y="10257"/>
                    <a:pt x="12464" y="10257"/>
                  </a:cubicBezTo>
                  <a:cubicBezTo>
                    <a:pt x="13358" y="10257"/>
                    <a:pt x="14546" y="11300"/>
                    <a:pt x="14773" y="13234"/>
                  </a:cubicBezTo>
                  <a:cubicBezTo>
                    <a:pt x="14828" y="13249"/>
                    <a:pt x="14879" y="13255"/>
                    <a:pt x="14926" y="13255"/>
                  </a:cubicBezTo>
                  <a:cubicBezTo>
                    <a:pt x="15476" y="13255"/>
                    <a:pt x="15502" y="12353"/>
                    <a:pt x="15502" y="12353"/>
                  </a:cubicBezTo>
                  <a:cubicBezTo>
                    <a:pt x="15472" y="9800"/>
                    <a:pt x="15168" y="8706"/>
                    <a:pt x="14317" y="6821"/>
                  </a:cubicBezTo>
                  <a:cubicBezTo>
                    <a:pt x="18207" y="5210"/>
                    <a:pt x="16688" y="894"/>
                    <a:pt x="15168" y="316"/>
                  </a:cubicBezTo>
                  <a:cubicBezTo>
                    <a:pt x="14602" y="101"/>
                    <a:pt x="13867" y="0"/>
                    <a:pt x="1304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81"/>
            <p:cNvSpPr/>
            <p:nvPr/>
          </p:nvSpPr>
          <p:spPr>
            <a:xfrm>
              <a:off x="1646450" y="1706950"/>
              <a:ext cx="419225" cy="624300"/>
            </a:xfrm>
            <a:custGeom>
              <a:rect b="b" l="l" r="r" t="t"/>
              <a:pathLst>
                <a:path extrusionOk="0" h="24972" w="16769">
                  <a:moveTo>
                    <a:pt x="14516" y="0"/>
                  </a:moveTo>
                  <a:cubicBezTo>
                    <a:pt x="13849" y="0"/>
                    <a:pt x="13166" y="309"/>
                    <a:pt x="12787" y="945"/>
                  </a:cubicBezTo>
                  <a:cubicBezTo>
                    <a:pt x="12787" y="945"/>
                    <a:pt x="1419" y="16477"/>
                    <a:pt x="1084" y="18817"/>
                  </a:cubicBezTo>
                  <a:cubicBezTo>
                    <a:pt x="0" y="22898"/>
                    <a:pt x="1997" y="24971"/>
                    <a:pt x="4347" y="24971"/>
                  </a:cubicBezTo>
                  <a:cubicBezTo>
                    <a:pt x="5621" y="24971"/>
                    <a:pt x="6998" y="24362"/>
                    <a:pt x="8045" y="23134"/>
                  </a:cubicBezTo>
                  <a:cubicBezTo>
                    <a:pt x="11115" y="19942"/>
                    <a:pt x="16191" y="2647"/>
                    <a:pt x="16191" y="2647"/>
                  </a:cubicBezTo>
                  <a:cubicBezTo>
                    <a:pt x="16768" y="916"/>
                    <a:pt x="15666" y="0"/>
                    <a:pt x="14516" y="0"/>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81"/>
            <p:cNvSpPr/>
            <p:nvPr/>
          </p:nvSpPr>
          <p:spPr>
            <a:xfrm>
              <a:off x="793600" y="2729825"/>
              <a:ext cx="674800" cy="111475"/>
            </a:xfrm>
            <a:custGeom>
              <a:rect b="b" l="l" r="r" t="t"/>
              <a:pathLst>
                <a:path extrusionOk="0" h="4459" w="26992">
                  <a:moveTo>
                    <a:pt x="26688" y="0"/>
                  </a:moveTo>
                  <a:lnTo>
                    <a:pt x="426" y="304"/>
                  </a:lnTo>
                  <a:lnTo>
                    <a:pt x="0" y="2189"/>
                  </a:lnTo>
                  <a:cubicBezTo>
                    <a:pt x="2423" y="3533"/>
                    <a:pt x="6927" y="4459"/>
                    <a:pt x="12050" y="4459"/>
                  </a:cubicBezTo>
                  <a:cubicBezTo>
                    <a:pt x="16889" y="4459"/>
                    <a:pt x="22281" y="3632"/>
                    <a:pt x="26992" y="1550"/>
                  </a:cubicBezTo>
                  <a:lnTo>
                    <a:pt x="266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81"/>
            <p:cNvSpPr/>
            <p:nvPr/>
          </p:nvSpPr>
          <p:spPr>
            <a:xfrm>
              <a:off x="500700" y="2134675"/>
              <a:ext cx="591000" cy="442350"/>
            </a:xfrm>
            <a:custGeom>
              <a:rect b="b" l="l" r="r" t="t"/>
              <a:pathLst>
                <a:path extrusionOk="0" h="17694" w="23640">
                  <a:moveTo>
                    <a:pt x="4693" y="1"/>
                  </a:moveTo>
                  <a:cubicBezTo>
                    <a:pt x="1227" y="1"/>
                    <a:pt x="0" y="3864"/>
                    <a:pt x="2142" y="6572"/>
                  </a:cubicBezTo>
                  <a:cubicBezTo>
                    <a:pt x="4512" y="10006"/>
                    <a:pt x="19589" y="17453"/>
                    <a:pt x="19589" y="17453"/>
                  </a:cubicBezTo>
                  <a:cubicBezTo>
                    <a:pt x="19884" y="17620"/>
                    <a:pt x="20170" y="17694"/>
                    <a:pt x="20444" y="17694"/>
                  </a:cubicBezTo>
                  <a:cubicBezTo>
                    <a:pt x="22370" y="17694"/>
                    <a:pt x="23640" y="14016"/>
                    <a:pt x="22416" y="12924"/>
                  </a:cubicBezTo>
                  <a:cubicBezTo>
                    <a:pt x="22416" y="12924"/>
                    <a:pt x="9558" y="1405"/>
                    <a:pt x="7491" y="705"/>
                  </a:cubicBezTo>
                  <a:cubicBezTo>
                    <a:pt x="6445" y="214"/>
                    <a:pt x="5507" y="1"/>
                    <a:pt x="4693"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81"/>
            <p:cNvSpPr/>
            <p:nvPr/>
          </p:nvSpPr>
          <p:spPr>
            <a:xfrm>
              <a:off x="490525" y="1603775"/>
              <a:ext cx="588050" cy="763825"/>
            </a:xfrm>
            <a:custGeom>
              <a:rect b="b" l="l" r="r" t="t"/>
              <a:pathLst>
                <a:path extrusionOk="0" h="30553" w="23522">
                  <a:moveTo>
                    <a:pt x="18921" y="0"/>
                  </a:moveTo>
                  <a:cubicBezTo>
                    <a:pt x="17088" y="0"/>
                    <a:pt x="14992" y="1168"/>
                    <a:pt x="13278" y="3491"/>
                  </a:cubicBezTo>
                  <a:cubicBezTo>
                    <a:pt x="13278" y="3491"/>
                    <a:pt x="1576" y="21516"/>
                    <a:pt x="1272" y="23826"/>
                  </a:cubicBezTo>
                  <a:cubicBezTo>
                    <a:pt x="1" y="27957"/>
                    <a:pt x="3026" y="30552"/>
                    <a:pt x="5985" y="30552"/>
                  </a:cubicBezTo>
                  <a:cubicBezTo>
                    <a:pt x="7272" y="30552"/>
                    <a:pt x="8546" y="30062"/>
                    <a:pt x="9448" y="28993"/>
                  </a:cubicBezTo>
                  <a:cubicBezTo>
                    <a:pt x="12245" y="26592"/>
                    <a:pt x="22975" y="10330"/>
                    <a:pt x="23309" y="6835"/>
                  </a:cubicBezTo>
                  <a:cubicBezTo>
                    <a:pt x="23521" y="2269"/>
                    <a:pt x="21477" y="0"/>
                    <a:pt x="18921" y="0"/>
                  </a:cubicBezTo>
                  <a:close/>
                </a:path>
              </a:pathLst>
            </a:custGeom>
            <a:solidFill>
              <a:srgbClr val="D9E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81"/>
            <p:cNvSpPr/>
            <p:nvPr/>
          </p:nvSpPr>
          <p:spPr>
            <a:xfrm>
              <a:off x="647700" y="1593775"/>
              <a:ext cx="893650" cy="1189000"/>
            </a:xfrm>
            <a:custGeom>
              <a:rect b="b" l="l" r="r" t="t"/>
              <a:pathLst>
                <a:path extrusionOk="0" h="47560" w="35746">
                  <a:moveTo>
                    <a:pt x="15077" y="1"/>
                  </a:moveTo>
                  <a:cubicBezTo>
                    <a:pt x="13952" y="153"/>
                    <a:pt x="12797" y="213"/>
                    <a:pt x="11672" y="548"/>
                  </a:cubicBezTo>
                  <a:cubicBezTo>
                    <a:pt x="0" y="3375"/>
                    <a:pt x="6414" y="27661"/>
                    <a:pt x="6961" y="33162"/>
                  </a:cubicBezTo>
                  <a:cubicBezTo>
                    <a:pt x="7478" y="38633"/>
                    <a:pt x="4438" y="43709"/>
                    <a:pt x="6231" y="45928"/>
                  </a:cubicBezTo>
                  <a:cubicBezTo>
                    <a:pt x="7078" y="46998"/>
                    <a:pt x="12767" y="47559"/>
                    <a:pt x="18678" y="47559"/>
                  </a:cubicBezTo>
                  <a:cubicBezTo>
                    <a:pt x="24863" y="47559"/>
                    <a:pt x="31292" y="46945"/>
                    <a:pt x="32676" y="45655"/>
                  </a:cubicBezTo>
                  <a:cubicBezTo>
                    <a:pt x="35168" y="43618"/>
                    <a:pt x="32372" y="40062"/>
                    <a:pt x="32736" y="34104"/>
                  </a:cubicBezTo>
                  <a:cubicBezTo>
                    <a:pt x="32980" y="30457"/>
                    <a:pt x="33344" y="26749"/>
                    <a:pt x="34013" y="24165"/>
                  </a:cubicBezTo>
                  <a:cubicBezTo>
                    <a:pt x="35685" y="17326"/>
                    <a:pt x="35746" y="6293"/>
                    <a:pt x="33952" y="4469"/>
                  </a:cubicBezTo>
                  <a:cubicBezTo>
                    <a:pt x="32980" y="3131"/>
                    <a:pt x="28603" y="913"/>
                    <a:pt x="22979" y="61"/>
                  </a:cubicBezTo>
                  <a:cubicBezTo>
                    <a:pt x="21761" y="342"/>
                    <a:pt x="20503" y="467"/>
                    <a:pt x="19263" y="467"/>
                  </a:cubicBezTo>
                  <a:cubicBezTo>
                    <a:pt x="17813" y="467"/>
                    <a:pt x="16387" y="296"/>
                    <a:pt x="15077" y="1"/>
                  </a:cubicBezTo>
                  <a:close/>
                </a:path>
              </a:pathLst>
            </a:custGeom>
            <a:solidFill>
              <a:srgbClr val="2F4A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81"/>
            <p:cNvSpPr/>
            <p:nvPr/>
          </p:nvSpPr>
          <p:spPr>
            <a:xfrm>
              <a:off x="1956225" y="1499550"/>
              <a:ext cx="188475" cy="279925"/>
            </a:xfrm>
            <a:custGeom>
              <a:rect b="b" l="l" r="r" t="t"/>
              <a:pathLst>
                <a:path extrusionOk="0" h="11197" w="7539">
                  <a:moveTo>
                    <a:pt x="4955" y="1"/>
                  </a:moveTo>
                  <a:lnTo>
                    <a:pt x="4986" y="1095"/>
                  </a:lnTo>
                  <a:cubicBezTo>
                    <a:pt x="4166" y="2366"/>
                    <a:pt x="2847" y="4321"/>
                    <a:pt x="2446" y="4321"/>
                  </a:cubicBezTo>
                  <a:cubicBezTo>
                    <a:pt x="2416" y="4321"/>
                    <a:pt x="2391" y="4310"/>
                    <a:pt x="2372" y="4286"/>
                  </a:cubicBezTo>
                  <a:cubicBezTo>
                    <a:pt x="1976" y="3800"/>
                    <a:pt x="1946" y="973"/>
                    <a:pt x="1946" y="973"/>
                  </a:cubicBezTo>
                  <a:cubicBezTo>
                    <a:pt x="1930" y="619"/>
                    <a:pt x="1598" y="401"/>
                    <a:pt x="1281" y="401"/>
                  </a:cubicBezTo>
                  <a:cubicBezTo>
                    <a:pt x="999" y="401"/>
                    <a:pt x="728" y="573"/>
                    <a:pt x="700" y="973"/>
                  </a:cubicBezTo>
                  <a:cubicBezTo>
                    <a:pt x="700" y="973"/>
                    <a:pt x="1" y="4469"/>
                    <a:pt x="31" y="5320"/>
                  </a:cubicBezTo>
                  <a:cubicBezTo>
                    <a:pt x="92" y="6141"/>
                    <a:pt x="426" y="9271"/>
                    <a:pt x="426" y="9271"/>
                  </a:cubicBezTo>
                  <a:cubicBezTo>
                    <a:pt x="489" y="10234"/>
                    <a:pt x="811" y="11197"/>
                    <a:pt x="1909" y="11197"/>
                  </a:cubicBezTo>
                  <a:cubicBezTo>
                    <a:pt x="2406" y="11197"/>
                    <a:pt x="3061" y="11000"/>
                    <a:pt x="3922" y="10517"/>
                  </a:cubicBezTo>
                  <a:cubicBezTo>
                    <a:pt x="6323" y="9028"/>
                    <a:pt x="7539" y="1186"/>
                    <a:pt x="4955" y="1"/>
                  </a:cubicBezTo>
                  <a:close/>
                </a:path>
              </a:pathLst>
            </a:custGeom>
            <a:solidFill>
              <a:srgbClr val="EFAB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81"/>
            <p:cNvSpPr/>
            <p:nvPr/>
          </p:nvSpPr>
          <p:spPr>
            <a:xfrm>
              <a:off x="1195450" y="1659025"/>
              <a:ext cx="689800" cy="709400"/>
            </a:xfrm>
            <a:custGeom>
              <a:rect b="b" l="l" r="r" t="t"/>
              <a:pathLst>
                <a:path extrusionOk="0" h="28376" w="27592">
                  <a:moveTo>
                    <a:pt x="7443" y="0"/>
                  </a:moveTo>
                  <a:cubicBezTo>
                    <a:pt x="2284" y="0"/>
                    <a:pt x="0" y="5887"/>
                    <a:pt x="3349" y="10704"/>
                  </a:cubicBezTo>
                  <a:cubicBezTo>
                    <a:pt x="3349" y="10704"/>
                    <a:pt x="17240" y="26175"/>
                    <a:pt x="19307" y="27209"/>
                  </a:cubicBezTo>
                  <a:cubicBezTo>
                    <a:pt x="20437" y="28028"/>
                    <a:pt x="21507" y="28375"/>
                    <a:pt x="22460" y="28375"/>
                  </a:cubicBezTo>
                  <a:cubicBezTo>
                    <a:pt x="25711" y="28375"/>
                    <a:pt x="27591" y="24338"/>
                    <a:pt x="25781" y="21282"/>
                  </a:cubicBezTo>
                  <a:cubicBezTo>
                    <a:pt x="24444" y="17816"/>
                    <a:pt x="15143" y="2862"/>
                    <a:pt x="10492" y="613"/>
                  </a:cubicBezTo>
                  <a:cubicBezTo>
                    <a:pt x="9393" y="191"/>
                    <a:pt x="8372" y="0"/>
                    <a:pt x="74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81"/>
            <p:cNvSpPr/>
            <p:nvPr/>
          </p:nvSpPr>
          <p:spPr>
            <a:xfrm>
              <a:off x="1011675" y="1544375"/>
              <a:ext cx="216600" cy="81500"/>
            </a:xfrm>
            <a:custGeom>
              <a:rect b="b" l="l" r="r" t="t"/>
              <a:pathLst>
                <a:path extrusionOk="0" h="3260" w="8664">
                  <a:moveTo>
                    <a:pt x="548" y="1"/>
                  </a:moveTo>
                  <a:lnTo>
                    <a:pt x="1" y="2007"/>
                  </a:lnTo>
                  <a:cubicBezTo>
                    <a:pt x="262" y="2773"/>
                    <a:pt x="1712" y="3260"/>
                    <a:pt x="3550" y="3260"/>
                  </a:cubicBezTo>
                  <a:cubicBezTo>
                    <a:pt x="5138" y="3260"/>
                    <a:pt x="7015" y="2897"/>
                    <a:pt x="8664" y="2037"/>
                  </a:cubicBezTo>
                  <a:lnTo>
                    <a:pt x="8390" y="670"/>
                  </a:lnTo>
                  <a:cubicBezTo>
                    <a:pt x="6887" y="822"/>
                    <a:pt x="5439" y="920"/>
                    <a:pt x="4203" y="920"/>
                  </a:cubicBezTo>
                  <a:cubicBezTo>
                    <a:pt x="2238" y="920"/>
                    <a:pt x="809" y="673"/>
                    <a:pt x="5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81"/>
            <p:cNvSpPr/>
            <p:nvPr/>
          </p:nvSpPr>
          <p:spPr>
            <a:xfrm>
              <a:off x="1232075" y="1279175"/>
              <a:ext cx="152750" cy="280625"/>
            </a:xfrm>
            <a:custGeom>
              <a:rect b="b" l="l" r="r" t="t"/>
              <a:pathLst>
                <a:path extrusionOk="0" h="11225" w="6110">
                  <a:moveTo>
                    <a:pt x="1003" y="1"/>
                  </a:moveTo>
                  <a:cubicBezTo>
                    <a:pt x="1003" y="1"/>
                    <a:pt x="1124" y="1034"/>
                    <a:pt x="1367" y="3040"/>
                  </a:cubicBezTo>
                  <a:cubicBezTo>
                    <a:pt x="2136" y="6427"/>
                    <a:pt x="0" y="11225"/>
                    <a:pt x="3216" y="11225"/>
                  </a:cubicBezTo>
                  <a:cubicBezTo>
                    <a:pt x="3435" y="11225"/>
                    <a:pt x="3679" y="11203"/>
                    <a:pt x="3951" y="11156"/>
                  </a:cubicBezTo>
                  <a:cubicBezTo>
                    <a:pt x="6109" y="10700"/>
                    <a:pt x="4650" y="5199"/>
                    <a:pt x="4650" y="5199"/>
                  </a:cubicBezTo>
                  <a:lnTo>
                    <a:pt x="4650" y="5199"/>
                  </a:lnTo>
                  <a:cubicBezTo>
                    <a:pt x="4076" y="5227"/>
                    <a:pt x="4153" y="6396"/>
                    <a:pt x="3650" y="6396"/>
                  </a:cubicBezTo>
                  <a:cubicBezTo>
                    <a:pt x="3620" y="6396"/>
                    <a:pt x="3589" y="6392"/>
                    <a:pt x="3556" y="6384"/>
                  </a:cubicBezTo>
                  <a:cubicBezTo>
                    <a:pt x="2948" y="6202"/>
                    <a:pt x="2006" y="578"/>
                    <a:pt x="2006" y="578"/>
                  </a:cubicBezTo>
                  <a:lnTo>
                    <a:pt x="1003"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81"/>
            <p:cNvSpPr/>
            <p:nvPr/>
          </p:nvSpPr>
          <p:spPr>
            <a:xfrm>
              <a:off x="1216850" y="1514750"/>
              <a:ext cx="9150" cy="47150"/>
            </a:xfrm>
            <a:custGeom>
              <a:rect b="b" l="l" r="r" t="t"/>
              <a:pathLst>
                <a:path extrusionOk="0" h="1886" w="366">
                  <a:moveTo>
                    <a:pt x="1" y="1"/>
                  </a:moveTo>
                  <a:lnTo>
                    <a:pt x="1" y="1885"/>
                  </a:lnTo>
                  <a:lnTo>
                    <a:pt x="365" y="1885"/>
                  </a:lnTo>
                  <a:lnTo>
                    <a:pt x="365" y="1"/>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81"/>
            <p:cNvSpPr/>
            <p:nvPr/>
          </p:nvSpPr>
          <p:spPr>
            <a:xfrm>
              <a:off x="902250" y="2952450"/>
              <a:ext cx="341975" cy="50950"/>
            </a:xfrm>
            <a:custGeom>
              <a:rect b="b" l="l" r="r" t="t"/>
              <a:pathLst>
                <a:path extrusionOk="0" h="2038" w="13679">
                  <a:moveTo>
                    <a:pt x="8968" y="1"/>
                  </a:moveTo>
                  <a:lnTo>
                    <a:pt x="8846" y="123"/>
                  </a:lnTo>
                  <a:cubicBezTo>
                    <a:pt x="7858" y="1019"/>
                    <a:pt x="6141" y="1468"/>
                    <a:pt x="4458" y="1468"/>
                  </a:cubicBezTo>
                  <a:cubicBezTo>
                    <a:pt x="2774" y="1468"/>
                    <a:pt x="1125" y="1019"/>
                    <a:pt x="274" y="123"/>
                  </a:cubicBezTo>
                  <a:lnTo>
                    <a:pt x="1" y="396"/>
                  </a:lnTo>
                  <a:cubicBezTo>
                    <a:pt x="935" y="1362"/>
                    <a:pt x="2683" y="1848"/>
                    <a:pt x="4464" y="1848"/>
                  </a:cubicBezTo>
                  <a:cubicBezTo>
                    <a:pt x="6160" y="1848"/>
                    <a:pt x="7885" y="1407"/>
                    <a:pt x="8968" y="518"/>
                  </a:cubicBezTo>
                  <a:cubicBezTo>
                    <a:pt x="10153" y="1460"/>
                    <a:pt x="11764" y="1977"/>
                    <a:pt x="13679" y="2037"/>
                  </a:cubicBezTo>
                  <a:lnTo>
                    <a:pt x="13679" y="1673"/>
                  </a:lnTo>
                  <a:cubicBezTo>
                    <a:pt x="11764" y="1642"/>
                    <a:pt x="10183" y="1126"/>
                    <a:pt x="9089" y="123"/>
                  </a:cubicBezTo>
                  <a:lnTo>
                    <a:pt x="8968" y="1"/>
                  </a:lnTo>
                  <a:close/>
                </a:path>
              </a:pathLst>
            </a:custGeom>
            <a:solidFill>
              <a:srgbClr val="3E7E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81"/>
            <p:cNvSpPr/>
            <p:nvPr/>
          </p:nvSpPr>
          <p:spPr>
            <a:xfrm>
              <a:off x="1989675" y="1602900"/>
              <a:ext cx="30400" cy="15225"/>
            </a:xfrm>
            <a:custGeom>
              <a:rect b="b" l="l" r="r" t="t"/>
              <a:pathLst>
                <a:path extrusionOk="0" h="609" w="1216">
                  <a:moveTo>
                    <a:pt x="1003" y="0"/>
                  </a:moveTo>
                  <a:cubicBezTo>
                    <a:pt x="784" y="169"/>
                    <a:pt x="527" y="207"/>
                    <a:pt x="341" y="207"/>
                  </a:cubicBezTo>
                  <a:cubicBezTo>
                    <a:pt x="193" y="207"/>
                    <a:pt x="91" y="183"/>
                    <a:pt x="91" y="183"/>
                  </a:cubicBezTo>
                  <a:lnTo>
                    <a:pt x="0" y="578"/>
                  </a:lnTo>
                  <a:cubicBezTo>
                    <a:pt x="30" y="578"/>
                    <a:pt x="152" y="608"/>
                    <a:pt x="334" y="608"/>
                  </a:cubicBezTo>
                  <a:cubicBezTo>
                    <a:pt x="608" y="608"/>
                    <a:pt x="942" y="548"/>
                    <a:pt x="1216" y="304"/>
                  </a:cubicBezTo>
                  <a:lnTo>
                    <a:pt x="1003" y="0"/>
                  </a:ln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81"/>
            <p:cNvSpPr/>
            <p:nvPr/>
          </p:nvSpPr>
          <p:spPr>
            <a:xfrm>
              <a:off x="1961550" y="1731325"/>
              <a:ext cx="17500" cy="27375"/>
            </a:xfrm>
            <a:custGeom>
              <a:rect b="b" l="l" r="r" t="t"/>
              <a:pathLst>
                <a:path extrusionOk="0" h="1095" w="700">
                  <a:moveTo>
                    <a:pt x="365" y="0"/>
                  </a:moveTo>
                  <a:lnTo>
                    <a:pt x="0" y="31"/>
                  </a:lnTo>
                  <a:cubicBezTo>
                    <a:pt x="0" y="31"/>
                    <a:pt x="92" y="639"/>
                    <a:pt x="396" y="1095"/>
                  </a:cubicBezTo>
                  <a:lnTo>
                    <a:pt x="700" y="912"/>
                  </a:lnTo>
                  <a:cubicBezTo>
                    <a:pt x="456" y="517"/>
                    <a:pt x="365" y="0"/>
                    <a:pt x="365" y="0"/>
                  </a:cubicBezTo>
                  <a:close/>
                </a:path>
              </a:pathLst>
            </a:custGeom>
            <a:solidFill>
              <a:srgbClr val="D882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0" name="Google Shape;2270;p81"/>
          <p:cNvSpPr txBox="1"/>
          <p:nvPr>
            <p:ph type="title"/>
          </p:nvPr>
        </p:nvSpPr>
        <p:spPr>
          <a:xfrm>
            <a:off x="720000" y="2554200"/>
            <a:ext cx="5864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300"/>
              <a:t>Market Timing Strategies</a:t>
            </a:r>
            <a:endParaRPr sz="3300"/>
          </a:p>
        </p:txBody>
      </p:sp>
      <p:sp>
        <p:nvSpPr>
          <p:cNvPr id="2271" name="Google Shape;2271;p81"/>
          <p:cNvSpPr txBox="1"/>
          <p:nvPr>
            <p:ph idx="2" type="title"/>
          </p:nvPr>
        </p:nvSpPr>
        <p:spPr>
          <a:xfrm>
            <a:off x="3040300" y="1149000"/>
            <a:ext cx="1223100" cy="122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272" name="Google Shape;2272;p81"/>
          <p:cNvSpPr txBox="1"/>
          <p:nvPr>
            <p:ph idx="1" type="subTitle"/>
          </p:nvPr>
        </p:nvSpPr>
        <p:spPr>
          <a:xfrm>
            <a:off x="1224550" y="3478300"/>
            <a:ext cx="4854600" cy="58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SMA VS MACD VS RSI VS GI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sp>
        <p:nvSpPr>
          <p:cNvPr id="2277" name="Google Shape;2277;p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Strategy </a:t>
            </a:r>
            <a:endParaRPr/>
          </a:p>
        </p:txBody>
      </p:sp>
      <p:sp>
        <p:nvSpPr>
          <p:cNvPr id="2278" name="Google Shape;2278;p82"/>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79" name="Google Shape;2279;p82"/>
          <p:cNvSpPr txBox="1"/>
          <p:nvPr>
            <p:ph idx="1" type="body"/>
          </p:nvPr>
        </p:nvSpPr>
        <p:spPr>
          <a:xfrm>
            <a:off x="720000" y="1307100"/>
            <a:ext cx="7704000" cy="25293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200"/>
              </a:spcBef>
              <a:spcAft>
                <a:spcPts val="0"/>
              </a:spcAft>
              <a:buSzPts val="1100"/>
              <a:buFont typeface="Albert Sans ExtraLight"/>
              <a:buChar char="●"/>
            </a:pPr>
            <a:r>
              <a:rPr lang="en" sz="1050">
                <a:solidFill>
                  <a:srgbClr val="212121"/>
                </a:solidFill>
                <a:latin typeface="Arial"/>
                <a:ea typeface="Arial"/>
                <a:cs typeface="Arial"/>
                <a:sym typeface="Arial"/>
              </a:rPr>
              <a:t>Select 5 Dow Jones Industrial component stocks </a:t>
            </a:r>
            <a:endParaRPr sz="1050">
              <a:solidFill>
                <a:srgbClr val="212121"/>
              </a:solidFill>
              <a:latin typeface="Arial"/>
              <a:ea typeface="Arial"/>
              <a:cs typeface="Arial"/>
              <a:sym typeface="Arial"/>
            </a:endParaRPr>
          </a:p>
          <a:p>
            <a:pPr indent="-295275" lvl="0" marL="4572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Build Signal Tables for market timing strategies </a:t>
            </a:r>
            <a:endParaRPr sz="1050">
              <a:solidFill>
                <a:srgbClr val="212121"/>
              </a:solidFill>
              <a:latin typeface="Arial"/>
              <a:ea typeface="Arial"/>
              <a:cs typeface="Arial"/>
              <a:sym typeface="Arial"/>
            </a:endParaRPr>
          </a:p>
          <a:p>
            <a:pPr indent="-295275" lvl="1" marL="9144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Simple Moving Average (SMA)</a:t>
            </a:r>
            <a:endParaRPr sz="1050">
              <a:solidFill>
                <a:srgbClr val="212121"/>
              </a:solidFill>
              <a:latin typeface="Arial"/>
              <a:ea typeface="Arial"/>
              <a:cs typeface="Arial"/>
              <a:sym typeface="Arial"/>
            </a:endParaRPr>
          </a:p>
          <a:p>
            <a:pPr indent="-295275" lvl="1" marL="9144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Moving Average Convergence/Divergence (MACD)</a:t>
            </a:r>
            <a:endParaRPr sz="1050">
              <a:solidFill>
                <a:srgbClr val="212121"/>
              </a:solidFill>
              <a:latin typeface="Arial"/>
              <a:ea typeface="Arial"/>
              <a:cs typeface="Arial"/>
              <a:sym typeface="Arial"/>
            </a:endParaRPr>
          </a:p>
          <a:p>
            <a:pPr indent="-295275" lvl="1" marL="9144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Relative Strength Index (RSI)</a:t>
            </a:r>
            <a:endParaRPr sz="1050">
              <a:solidFill>
                <a:srgbClr val="212121"/>
              </a:solidFill>
              <a:latin typeface="Arial"/>
              <a:ea typeface="Arial"/>
              <a:cs typeface="Arial"/>
              <a:sym typeface="Arial"/>
            </a:endParaRPr>
          </a:p>
          <a:p>
            <a:pPr indent="-295275" lvl="1" marL="9144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Goodness Indicator (GI)</a:t>
            </a:r>
            <a:endParaRPr sz="1050">
              <a:solidFill>
                <a:srgbClr val="212121"/>
              </a:solidFill>
              <a:latin typeface="Arial"/>
              <a:ea typeface="Arial"/>
              <a:cs typeface="Arial"/>
              <a:sym typeface="Arial"/>
            </a:endParaRPr>
          </a:p>
          <a:p>
            <a:pPr indent="-295275" lvl="0" marL="4572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Transaction costs: fee of 0.25% per transaction </a:t>
            </a:r>
            <a:endParaRPr sz="1050">
              <a:solidFill>
                <a:srgbClr val="212121"/>
              </a:solidFill>
              <a:latin typeface="Arial"/>
              <a:ea typeface="Arial"/>
              <a:cs typeface="Arial"/>
              <a:sym typeface="Arial"/>
            </a:endParaRPr>
          </a:p>
          <a:p>
            <a:pPr indent="-295275" lvl="0" marL="4572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Analyze strategy performance </a:t>
            </a:r>
            <a:endParaRPr sz="1050">
              <a:solidFill>
                <a:srgbClr val="21212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3" name="Shape 2283"/>
        <p:cNvGrpSpPr/>
        <p:nvPr/>
      </p:nvGrpSpPr>
      <p:grpSpPr>
        <a:xfrm>
          <a:off x="0" y="0"/>
          <a:ext cx="0" cy="0"/>
          <a:chOff x="0" y="0"/>
          <a:chExt cx="0" cy="0"/>
        </a:xfrm>
      </p:grpSpPr>
      <p:sp>
        <p:nvSpPr>
          <p:cNvPr id="2284" name="Google Shape;2284;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DJI Stocks </a:t>
            </a:r>
            <a:endParaRPr/>
          </a:p>
        </p:txBody>
      </p:sp>
      <p:sp>
        <p:nvSpPr>
          <p:cNvPr id="2285" name="Google Shape;2285;p83"/>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86" name="Google Shape;2286;p83"/>
          <p:cNvSpPr txBox="1"/>
          <p:nvPr>
            <p:ph idx="1" type="body"/>
          </p:nvPr>
        </p:nvSpPr>
        <p:spPr>
          <a:xfrm>
            <a:off x="603850" y="2073388"/>
            <a:ext cx="4796700" cy="1401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latin typeface="Albert Sans ExtraLight"/>
                <a:ea typeface="Albert Sans ExtraLight"/>
                <a:cs typeface="Albert Sans ExtraLight"/>
                <a:sym typeface="Albert Sans ExtraLight"/>
              </a:rPr>
              <a:t>AA - Alcoa Corporation </a:t>
            </a:r>
            <a:endParaRPr>
              <a:latin typeface="Albert Sans ExtraLight"/>
              <a:ea typeface="Albert Sans ExtraLight"/>
              <a:cs typeface="Albert Sans ExtraLight"/>
              <a:sym typeface="Albert Sans ExtraLight"/>
            </a:endParaRPr>
          </a:p>
          <a:p>
            <a:pPr indent="-298450" lvl="0" marL="457200" rtl="0" algn="l">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CAT - Caterpillar Inc.</a:t>
            </a:r>
            <a:endParaRPr>
              <a:latin typeface="Albert Sans ExtraLight"/>
              <a:ea typeface="Albert Sans ExtraLight"/>
              <a:cs typeface="Albert Sans ExtraLight"/>
              <a:sym typeface="Albert Sans ExtraLight"/>
            </a:endParaRPr>
          </a:p>
          <a:p>
            <a:pPr indent="-298450" lvl="0" marL="457200" rtl="0" algn="l">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IBM  - International Business Machines Corporation</a:t>
            </a:r>
            <a:endParaRPr>
              <a:latin typeface="Albert Sans ExtraLight"/>
              <a:ea typeface="Albert Sans ExtraLight"/>
              <a:cs typeface="Albert Sans ExtraLight"/>
              <a:sym typeface="Albert Sans ExtraLight"/>
            </a:endParaRPr>
          </a:p>
          <a:p>
            <a:pPr indent="-298450" lvl="0" marL="457200" rtl="0" algn="l">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JNJ - Johnson &amp; Johnson</a:t>
            </a:r>
            <a:endParaRPr>
              <a:latin typeface="Albert Sans ExtraLight"/>
              <a:ea typeface="Albert Sans ExtraLight"/>
              <a:cs typeface="Albert Sans ExtraLight"/>
              <a:sym typeface="Albert Sans ExtraLight"/>
            </a:endParaRPr>
          </a:p>
          <a:p>
            <a:pPr indent="-298450" lvl="0" marL="457200" rtl="0" algn="l">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XOM - Exxon Mobil Coporation </a:t>
            </a:r>
            <a:endParaRPr>
              <a:latin typeface="Albert Sans ExtraLight"/>
              <a:ea typeface="Albert Sans ExtraLight"/>
              <a:cs typeface="Albert Sans ExtraLight"/>
              <a:sym typeface="Albert Sans ExtraLight"/>
            </a:endParaRPr>
          </a:p>
        </p:txBody>
      </p:sp>
      <p:pic>
        <p:nvPicPr>
          <p:cNvPr id="2287" name="Google Shape;2287;p83"/>
          <p:cNvPicPr preferRelativeResize="0"/>
          <p:nvPr/>
        </p:nvPicPr>
        <p:blipFill>
          <a:blip r:embed="rId3">
            <a:alphaModFix/>
          </a:blip>
          <a:stretch>
            <a:fillRect/>
          </a:stretch>
        </p:blipFill>
        <p:spPr>
          <a:xfrm>
            <a:off x="4772275" y="1313001"/>
            <a:ext cx="3889050" cy="2922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1" name="Shape 2291"/>
        <p:cNvGrpSpPr/>
        <p:nvPr/>
      </p:nvGrpSpPr>
      <p:grpSpPr>
        <a:xfrm>
          <a:off x="0" y="0"/>
          <a:ext cx="0" cy="0"/>
          <a:chOff x="0" y="0"/>
          <a:chExt cx="0" cy="0"/>
        </a:xfrm>
      </p:grpSpPr>
      <p:sp>
        <p:nvSpPr>
          <p:cNvPr id="2292" name="Google Shape;2292;p8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Equal-weighted strategy (Benchmark) </a:t>
            </a:r>
            <a:endParaRPr/>
          </a:p>
        </p:txBody>
      </p:sp>
      <p:sp>
        <p:nvSpPr>
          <p:cNvPr id="2293" name="Google Shape;2293;p84"/>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294" name="Google Shape;2294;p84"/>
          <p:cNvSpPr txBox="1"/>
          <p:nvPr>
            <p:ph idx="1" type="body"/>
          </p:nvPr>
        </p:nvSpPr>
        <p:spPr>
          <a:xfrm>
            <a:off x="765100" y="1017725"/>
            <a:ext cx="7704000" cy="6927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800"/>
              </a:spcBef>
              <a:spcAft>
                <a:spcPts val="0"/>
              </a:spcAft>
              <a:buSzPts val="1100"/>
              <a:buFont typeface="Albert Sans ExtraLight"/>
              <a:buChar char="●"/>
            </a:pPr>
            <a:r>
              <a:rPr lang="en" sz="1050">
                <a:solidFill>
                  <a:srgbClr val="212121"/>
                </a:solidFill>
                <a:latin typeface="Arial"/>
                <a:ea typeface="Arial"/>
                <a:cs typeface="Arial"/>
                <a:sym typeface="Arial"/>
              </a:rPr>
              <a:t>In an equal-weighted strategy, each stock initially receives the same allocation, ensuring a balanced distribution across the assets regardless of individual stock performance.</a:t>
            </a:r>
            <a:endParaRPr>
              <a:latin typeface="Albert Sans ExtraLight"/>
              <a:ea typeface="Albert Sans ExtraLight"/>
              <a:cs typeface="Albert Sans ExtraLight"/>
              <a:sym typeface="Albert Sans ExtraLight"/>
            </a:endParaRPr>
          </a:p>
        </p:txBody>
      </p:sp>
      <p:pic>
        <p:nvPicPr>
          <p:cNvPr id="2295" name="Google Shape;2295;p84"/>
          <p:cNvPicPr preferRelativeResize="0"/>
          <p:nvPr/>
        </p:nvPicPr>
        <p:blipFill>
          <a:blip r:embed="rId3">
            <a:alphaModFix/>
          </a:blip>
          <a:stretch>
            <a:fillRect/>
          </a:stretch>
        </p:blipFill>
        <p:spPr>
          <a:xfrm>
            <a:off x="2749075" y="1710475"/>
            <a:ext cx="3655950" cy="2857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9" name="Shape 2299"/>
        <p:cNvGrpSpPr/>
        <p:nvPr/>
      </p:nvGrpSpPr>
      <p:grpSpPr>
        <a:xfrm>
          <a:off x="0" y="0"/>
          <a:ext cx="0" cy="0"/>
          <a:chOff x="0" y="0"/>
          <a:chExt cx="0" cy="0"/>
        </a:xfrm>
      </p:grpSpPr>
      <p:sp>
        <p:nvSpPr>
          <p:cNvPr id="2300" name="Google Shape;2300;p8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Simple Moving Average Crossover (SMA)</a:t>
            </a:r>
            <a:endParaRPr/>
          </a:p>
        </p:txBody>
      </p:sp>
      <p:sp>
        <p:nvSpPr>
          <p:cNvPr id="2301" name="Google Shape;2301;p85"/>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02" name="Google Shape;2302;p85"/>
          <p:cNvSpPr txBox="1"/>
          <p:nvPr>
            <p:ph idx="1" type="body"/>
          </p:nvPr>
        </p:nvSpPr>
        <p:spPr>
          <a:xfrm>
            <a:off x="720000" y="1307100"/>
            <a:ext cx="7704000" cy="13401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200"/>
              </a:spcBef>
              <a:spcAft>
                <a:spcPts val="0"/>
              </a:spcAft>
              <a:buSzPts val="1100"/>
              <a:buChar char="●"/>
            </a:pPr>
            <a:r>
              <a:rPr lang="en" sz="1050">
                <a:solidFill>
                  <a:srgbClr val="212121"/>
                </a:solidFill>
                <a:latin typeface="Arial"/>
                <a:ea typeface="Arial"/>
                <a:cs typeface="Arial"/>
                <a:sym typeface="Arial"/>
              </a:rPr>
              <a:t>The SMA indicator uses 5-day and 20-day simple moving averages to make buy and sell decisions. When the 5-day SMA crosses the 20-day SMA (moving upwards), then the stock is bought. When the 5-day SMA crosses below the 20-day SMA, the stock is sold.</a:t>
            </a:r>
            <a:endParaRPr sz="1050">
              <a:solidFill>
                <a:srgbClr val="212121"/>
              </a:solidFill>
              <a:latin typeface="Arial"/>
              <a:ea typeface="Arial"/>
              <a:cs typeface="Arial"/>
              <a:sym typeface="Arial"/>
            </a:endParaRPr>
          </a:p>
          <a:p>
            <a:pPr indent="-298450" lvl="0" marL="457200" rtl="0" algn="l">
              <a:lnSpc>
                <a:spcPct val="150000"/>
              </a:lnSpc>
              <a:spcBef>
                <a:spcPts val="0"/>
              </a:spcBef>
              <a:spcAft>
                <a:spcPts val="0"/>
              </a:spcAft>
              <a:buClr>
                <a:schemeClr val="dk1"/>
              </a:buClr>
              <a:buSzPts val="1100"/>
              <a:buFont typeface="Albert Sans ExtraLight"/>
              <a:buChar char="●"/>
            </a:pPr>
            <a:r>
              <a:rPr lang="en" sz="1050">
                <a:solidFill>
                  <a:srgbClr val="212121"/>
                </a:solidFill>
                <a:latin typeface="Arial"/>
                <a:ea typeface="Arial"/>
                <a:cs typeface="Arial"/>
                <a:sym typeface="Arial"/>
              </a:rPr>
              <a:t>Indicator marks 1 for buy (5-day SMA &gt; 20-day SMA) and 0 for sell (5-day SMA &lt; 20-day SMA).</a:t>
            </a:r>
            <a:endParaRPr>
              <a:latin typeface="Albert Sans ExtraLight"/>
              <a:ea typeface="Albert Sans ExtraLight"/>
              <a:cs typeface="Albert Sans ExtraLight"/>
              <a:sym typeface="Albert Sans ExtraLight"/>
            </a:endParaRPr>
          </a:p>
        </p:txBody>
      </p:sp>
      <p:pic>
        <p:nvPicPr>
          <p:cNvPr id="2303" name="Google Shape;2303;p85"/>
          <p:cNvPicPr preferRelativeResize="0"/>
          <p:nvPr/>
        </p:nvPicPr>
        <p:blipFill>
          <a:blip r:embed="rId3">
            <a:alphaModFix/>
          </a:blip>
          <a:stretch>
            <a:fillRect/>
          </a:stretch>
        </p:blipFill>
        <p:spPr>
          <a:xfrm>
            <a:off x="501625" y="2725000"/>
            <a:ext cx="2730737" cy="1952150"/>
          </a:xfrm>
          <a:prstGeom prst="rect">
            <a:avLst/>
          </a:prstGeom>
          <a:noFill/>
          <a:ln>
            <a:noFill/>
          </a:ln>
        </p:spPr>
      </p:pic>
      <p:pic>
        <p:nvPicPr>
          <p:cNvPr id="2304" name="Google Shape;2304;p85"/>
          <p:cNvPicPr preferRelativeResize="0"/>
          <p:nvPr/>
        </p:nvPicPr>
        <p:blipFill>
          <a:blip r:embed="rId4">
            <a:alphaModFix/>
          </a:blip>
          <a:stretch>
            <a:fillRect/>
          </a:stretch>
        </p:blipFill>
        <p:spPr>
          <a:xfrm>
            <a:off x="5874552" y="2725002"/>
            <a:ext cx="2762998" cy="1935326"/>
          </a:xfrm>
          <a:prstGeom prst="rect">
            <a:avLst/>
          </a:prstGeom>
          <a:noFill/>
          <a:ln>
            <a:noFill/>
          </a:ln>
        </p:spPr>
      </p:pic>
      <p:pic>
        <p:nvPicPr>
          <p:cNvPr id="2305" name="Google Shape;2305;p85"/>
          <p:cNvPicPr preferRelativeResize="0"/>
          <p:nvPr/>
        </p:nvPicPr>
        <p:blipFill rotWithShape="1">
          <a:blip r:embed="rId5">
            <a:alphaModFix/>
          </a:blip>
          <a:srcRect b="0" l="3072" r="0" t="0"/>
          <a:stretch/>
        </p:blipFill>
        <p:spPr>
          <a:xfrm>
            <a:off x="3230049" y="2733401"/>
            <a:ext cx="2646817" cy="19353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id="2310" name="Google Shape;2310;p8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Simple Moving Average Crossover (SMA)</a:t>
            </a:r>
            <a:endParaRPr/>
          </a:p>
        </p:txBody>
      </p:sp>
      <p:sp>
        <p:nvSpPr>
          <p:cNvPr id="2311" name="Google Shape;2311;p86"/>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12" name="Google Shape;2312;p86"/>
          <p:cNvSpPr txBox="1"/>
          <p:nvPr>
            <p:ph idx="1" type="body"/>
          </p:nvPr>
        </p:nvSpPr>
        <p:spPr>
          <a:xfrm>
            <a:off x="720000" y="1307100"/>
            <a:ext cx="2680500" cy="13455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800"/>
              </a:spcBef>
              <a:spcAft>
                <a:spcPts val="0"/>
              </a:spcAft>
              <a:buSzPts val="1100"/>
              <a:buFont typeface="Albert Sans ExtraLight"/>
              <a:buChar char="●"/>
            </a:pPr>
            <a:r>
              <a:rPr lang="en">
                <a:latin typeface="Albert Sans ExtraLight"/>
                <a:ea typeface="Albert Sans ExtraLight"/>
                <a:cs typeface="Albert Sans ExtraLight"/>
                <a:sym typeface="Albert Sans ExtraLight"/>
              </a:rPr>
              <a:t>Trend-following strategy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Impacted by market volatility</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Higher transaction costs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Cash as defensive position </a:t>
            </a:r>
            <a:endParaRPr>
              <a:latin typeface="Albert Sans ExtraLight"/>
              <a:ea typeface="Albert Sans ExtraLight"/>
              <a:cs typeface="Albert Sans ExtraLight"/>
              <a:sym typeface="Albert Sans ExtraLight"/>
            </a:endParaRPr>
          </a:p>
        </p:txBody>
      </p:sp>
      <p:pic>
        <p:nvPicPr>
          <p:cNvPr id="2313" name="Google Shape;2313;p86"/>
          <p:cNvPicPr preferRelativeResize="0"/>
          <p:nvPr/>
        </p:nvPicPr>
        <p:blipFill>
          <a:blip r:embed="rId3">
            <a:alphaModFix/>
          </a:blip>
          <a:stretch>
            <a:fillRect/>
          </a:stretch>
        </p:blipFill>
        <p:spPr>
          <a:xfrm>
            <a:off x="3400650" y="1017713"/>
            <a:ext cx="4429125" cy="3533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7" name="Shape 2317"/>
        <p:cNvGrpSpPr/>
        <p:nvPr/>
      </p:nvGrpSpPr>
      <p:grpSpPr>
        <a:xfrm>
          <a:off x="0" y="0"/>
          <a:ext cx="0" cy="0"/>
          <a:chOff x="0" y="0"/>
          <a:chExt cx="0" cy="0"/>
        </a:xfrm>
      </p:grpSpPr>
      <p:sp>
        <p:nvSpPr>
          <p:cNvPr id="2318" name="Google Shape;2318;p8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Moving Average Convergence/Divergence (MACD)</a:t>
            </a:r>
            <a:endParaRPr/>
          </a:p>
        </p:txBody>
      </p:sp>
      <p:sp>
        <p:nvSpPr>
          <p:cNvPr id="2319" name="Google Shape;2319;p87"/>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20" name="Google Shape;2320;p87"/>
          <p:cNvSpPr txBox="1"/>
          <p:nvPr>
            <p:ph idx="1" type="body"/>
          </p:nvPr>
        </p:nvSpPr>
        <p:spPr>
          <a:xfrm>
            <a:off x="720000" y="1307100"/>
            <a:ext cx="7704000" cy="12651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200"/>
              </a:spcBef>
              <a:spcAft>
                <a:spcPts val="0"/>
              </a:spcAft>
              <a:buSzPts val="1100"/>
              <a:buChar char="●"/>
            </a:pPr>
            <a:r>
              <a:rPr lang="en" sz="1050">
                <a:solidFill>
                  <a:srgbClr val="212121"/>
                </a:solidFill>
                <a:latin typeface="Arial"/>
                <a:ea typeface="Arial"/>
                <a:cs typeface="Arial"/>
                <a:sym typeface="Arial"/>
              </a:rPr>
              <a:t>You can use the MACD metric in a variety of ways. Often, MACD is compared to its own exponential moving average, but for this example, MACD serves as a trigger for a buy signal when the MACD rises above </a:t>
            </a:r>
            <a:r>
              <a:rPr lang="en" sz="1050">
                <a:solidFill>
                  <a:srgbClr val="212121"/>
                </a:solidFill>
                <a:latin typeface="Courier New"/>
                <a:ea typeface="Courier New"/>
                <a:cs typeface="Courier New"/>
                <a:sym typeface="Courier New"/>
              </a:rPr>
              <a:t>0</a:t>
            </a:r>
            <a:r>
              <a:rPr lang="en" sz="1050">
                <a:solidFill>
                  <a:srgbClr val="212121"/>
                </a:solidFill>
                <a:latin typeface="Arial"/>
                <a:ea typeface="Arial"/>
                <a:cs typeface="Arial"/>
                <a:sym typeface="Arial"/>
              </a:rPr>
              <a:t>. A position is sold when the MACD falls back below </a:t>
            </a:r>
            <a:r>
              <a:rPr lang="en" sz="1050">
                <a:solidFill>
                  <a:srgbClr val="212121"/>
                </a:solidFill>
                <a:latin typeface="Courier New"/>
                <a:ea typeface="Courier New"/>
                <a:cs typeface="Courier New"/>
                <a:sym typeface="Courier New"/>
              </a:rPr>
              <a:t>0</a:t>
            </a:r>
            <a:r>
              <a:rPr lang="en" sz="1050">
                <a:solidFill>
                  <a:srgbClr val="212121"/>
                </a:solidFill>
                <a:latin typeface="Arial"/>
                <a:ea typeface="Arial"/>
                <a:cs typeface="Arial"/>
                <a:sym typeface="Arial"/>
              </a:rPr>
              <a:t>.</a:t>
            </a:r>
            <a:endParaRPr sz="1050">
              <a:solidFill>
                <a:srgbClr val="212121"/>
              </a:solidFill>
              <a:latin typeface="Arial"/>
              <a:ea typeface="Arial"/>
              <a:cs typeface="Arial"/>
              <a:sym typeface="Arial"/>
            </a:endParaRPr>
          </a:p>
          <a:p>
            <a:pPr indent="-295275" lvl="0" marL="4572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Each signal has a value of </a:t>
            </a:r>
            <a:r>
              <a:rPr lang="en" sz="1050">
                <a:solidFill>
                  <a:srgbClr val="212121"/>
                </a:solidFill>
                <a:latin typeface="Courier New"/>
                <a:ea typeface="Courier New"/>
                <a:cs typeface="Courier New"/>
                <a:sym typeface="Courier New"/>
              </a:rPr>
              <a:t>1</a:t>
            </a:r>
            <a:r>
              <a:rPr lang="en" sz="1050">
                <a:solidFill>
                  <a:srgbClr val="212121"/>
                </a:solidFill>
                <a:latin typeface="Arial"/>
                <a:ea typeface="Arial"/>
                <a:cs typeface="Arial"/>
                <a:sym typeface="Arial"/>
              </a:rPr>
              <a:t>(buy) when the MACD of the stock is above </a:t>
            </a:r>
            <a:r>
              <a:rPr lang="en" sz="1050">
                <a:solidFill>
                  <a:srgbClr val="212121"/>
                </a:solidFill>
                <a:latin typeface="Courier New"/>
                <a:ea typeface="Courier New"/>
                <a:cs typeface="Courier New"/>
                <a:sym typeface="Courier New"/>
              </a:rPr>
              <a:t>0</a:t>
            </a:r>
            <a:r>
              <a:rPr lang="en" sz="1050">
                <a:solidFill>
                  <a:srgbClr val="212121"/>
                </a:solidFill>
                <a:latin typeface="Arial"/>
                <a:ea typeface="Arial"/>
                <a:cs typeface="Arial"/>
                <a:sym typeface="Arial"/>
              </a:rPr>
              <a:t>. The signal has a value of </a:t>
            </a:r>
            <a:r>
              <a:rPr lang="en" sz="1050">
                <a:solidFill>
                  <a:srgbClr val="212121"/>
                </a:solidFill>
                <a:latin typeface="Courier New"/>
                <a:ea typeface="Courier New"/>
                <a:cs typeface="Courier New"/>
                <a:sym typeface="Courier New"/>
              </a:rPr>
              <a:t>0</a:t>
            </a:r>
            <a:r>
              <a:rPr lang="en" sz="1050">
                <a:solidFill>
                  <a:srgbClr val="212121"/>
                </a:solidFill>
                <a:latin typeface="Arial"/>
                <a:ea typeface="Arial"/>
                <a:cs typeface="Arial"/>
                <a:sym typeface="Arial"/>
              </a:rPr>
              <a:t> sell when the MACD of the stock falls below </a:t>
            </a:r>
            <a:r>
              <a:rPr lang="en" sz="1050">
                <a:solidFill>
                  <a:srgbClr val="212121"/>
                </a:solidFill>
                <a:latin typeface="Courier New"/>
                <a:ea typeface="Courier New"/>
                <a:cs typeface="Courier New"/>
                <a:sym typeface="Courier New"/>
              </a:rPr>
              <a:t>0</a:t>
            </a:r>
            <a:r>
              <a:rPr lang="en" sz="1050">
                <a:solidFill>
                  <a:srgbClr val="212121"/>
                </a:solidFill>
                <a:latin typeface="Arial"/>
                <a:ea typeface="Arial"/>
                <a:cs typeface="Arial"/>
                <a:sym typeface="Arial"/>
              </a:rPr>
              <a:t>.</a:t>
            </a:r>
            <a:endParaRPr sz="1050">
              <a:solidFill>
                <a:srgbClr val="212121"/>
              </a:solidFill>
              <a:latin typeface="Arial"/>
              <a:ea typeface="Arial"/>
              <a:cs typeface="Arial"/>
              <a:sym typeface="Arial"/>
            </a:endParaRPr>
          </a:p>
          <a:p>
            <a:pPr indent="-295275" lvl="0" marL="457200" rtl="0" algn="l">
              <a:lnSpc>
                <a:spcPct val="150000"/>
              </a:lnSpc>
              <a:spcBef>
                <a:spcPts val="0"/>
              </a:spcBef>
              <a:spcAft>
                <a:spcPts val="0"/>
              </a:spcAft>
              <a:buClr>
                <a:srgbClr val="212121"/>
              </a:buClr>
              <a:buSzPts val="1050"/>
              <a:buFont typeface="Arial"/>
              <a:buChar char="●"/>
            </a:pPr>
            <a:r>
              <a:t/>
            </a:r>
            <a:endParaRPr sz="1050">
              <a:solidFill>
                <a:srgbClr val="212121"/>
              </a:solidFill>
              <a:latin typeface="Arial"/>
              <a:ea typeface="Arial"/>
              <a:cs typeface="Arial"/>
              <a:sym typeface="Arial"/>
            </a:endParaRPr>
          </a:p>
        </p:txBody>
      </p:sp>
      <p:pic>
        <p:nvPicPr>
          <p:cNvPr id="2321" name="Google Shape;2321;p87"/>
          <p:cNvPicPr preferRelativeResize="0"/>
          <p:nvPr/>
        </p:nvPicPr>
        <p:blipFill>
          <a:blip r:embed="rId3">
            <a:alphaModFix/>
          </a:blip>
          <a:stretch>
            <a:fillRect/>
          </a:stretch>
        </p:blipFill>
        <p:spPr>
          <a:xfrm>
            <a:off x="508025" y="2606975"/>
            <a:ext cx="2711587" cy="2061216"/>
          </a:xfrm>
          <a:prstGeom prst="rect">
            <a:avLst/>
          </a:prstGeom>
          <a:noFill/>
          <a:ln>
            <a:noFill/>
          </a:ln>
        </p:spPr>
      </p:pic>
      <p:pic>
        <p:nvPicPr>
          <p:cNvPr id="2322" name="Google Shape;2322;p87"/>
          <p:cNvPicPr preferRelativeResize="0"/>
          <p:nvPr/>
        </p:nvPicPr>
        <p:blipFill>
          <a:blip r:embed="rId4">
            <a:alphaModFix/>
          </a:blip>
          <a:stretch>
            <a:fillRect/>
          </a:stretch>
        </p:blipFill>
        <p:spPr>
          <a:xfrm>
            <a:off x="3125993" y="2606975"/>
            <a:ext cx="2655840" cy="2061225"/>
          </a:xfrm>
          <a:prstGeom prst="rect">
            <a:avLst/>
          </a:prstGeom>
          <a:noFill/>
          <a:ln>
            <a:noFill/>
          </a:ln>
        </p:spPr>
      </p:pic>
      <p:pic>
        <p:nvPicPr>
          <p:cNvPr id="2323" name="Google Shape;2323;p87"/>
          <p:cNvPicPr preferRelativeResize="0"/>
          <p:nvPr/>
        </p:nvPicPr>
        <p:blipFill>
          <a:blip r:embed="rId5">
            <a:alphaModFix/>
          </a:blip>
          <a:stretch>
            <a:fillRect/>
          </a:stretch>
        </p:blipFill>
        <p:spPr>
          <a:xfrm>
            <a:off x="5688221" y="2606975"/>
            <a:ext cx="2949330" cy="2061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7" name="Shape 2327"/>
        <p:cNvGrpSpPr/>
        <p:nvPr/>
      </p:nvGrpSpPr>
      <p:grpSpPr>
        <a:xfrm>
          <a:off x="0" y="0"/>
          <a:ext cx="0" cy="0"/>
          <a:chOff x="0" y="0"/>
          <a:chExt cx="0" cy="0"/>
        </a:xfrm>
      </p:grpSpPr>
      <p:sp>
        <p:nvSpPr>
          <p:cNvPr id="2328" name="Google Shape;2328;p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Moving Average Convergence/Divergence (MACD)</a:t>
            </a:r>
            <a:endParaRPr/>
          </a:p>
          <a:p>
            <a:pPr indent="0" lvl="0" marL="0" rtl="0" algn="ctr">
              <a:spcBef>
                <a:spcPts val="0"/>
              </a:spcBef>
              <a:spcAft>
                <a:spcPts val="0"/>
              </a:spcAft>
              <a:buNone/>
            </a:pPr>
            <a:r>
              <a:t/>
            </a:r>
            <a:endParaRPr/>
          </a:p>
        </p:txBody>
      </p:sp>
      <p:sp>
        <p:nvSpPr>
          <p:cNvPr id="2329" name="Google Shape;2329;p88"/>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30" name="Google Shape;2330;p88"/>
          <p:cNvSpPr txBox="1"/>
          <p:nvPr>
            <p:ph idx="1" type="body"/>
          </p:nvPr>
        </p:nvSpPr>
        <p:spPr>
          <a:xfrm>
            <a:off x="720000" y="1307100"/>
            <a:ext cx="3854700" cy="22230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800"/>
              </a:spcBef>
              <a:spcAft>
                <a:spcPts val="0"/>
              </a:spcAft>
              <a:buSzPts val="1100"/>
              <a:buFont typeface="Albert Sans ExtraLight"/>
              <a:buChar char="●"/>
            </a:pPr>
            <a:r>
              <a:rPr lang="en">
                <a:latin typeface="Albert Sans ExtraLight"/>
                <a:ea typeface="Albert Sans ExtraLight"/>
                <a:cs typeface="Albert Sans ExtraLight"/>
                <a:sym typeface="Albert Sans ExtraLight"/>
              </a:rPr>
              <a:t>Based on medium-term trend signals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Cash as defensive position </a:t>
            </a:r>
            <a:br>
              <a:rPr lang="en">
                <a:latin typeface="Albert Sans ExtraLight"/>
                <a:ea typeface="Albert Sans ExtraLight"/>
                <a:cs typeface="Albert Sans ExtraLight"/>
                <a:sym typeface="Albert Sans ExtraLight"/>
              </a:rPr>
            </a:br>
            <a:r>
              <a:rPr lang="en">
                <a:latin typeface="Albert Sans ExtraLight"/>
                <a:ea typeface="Albert Sans ExtraLight"/>
                <a:cs typeface="Albert Sans ExtraLight"/>
                <a:sym typeface="Albert Sans ExtraLight"/>
              </a:rPr>
              <a:t>Sensitive to market trends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Fewer extreme fluctuations compared to SMA</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Still high transaction costs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Risk on missing out quick gains on market</a:t>
            </a:r>
            <a:endParaRPr>
              <a:latin typeface="Albert Sans ExtraLight"/>
              <a:ea typeface="Albert Sans ExtraLight"/>
              <a:cs typeface="Albert Sans ExtraLight"/>
              <a:sym typeface="Albert Sans ExtraLight"/>
            </a:endParaRPr>
          </a:p>
          <a:p>
            <a:pPr indent="0" lvl="0" marL="457200" rtl="0" algn="l">
              <a:lnSpc>
                <a:spcPct val="150000"/>
              </a:lnSpc>
              <a:spcBef>
                <a:spcPts val="800"/>
              </a:spcBef>
              <a:spcAft>
                <a:spcPts val="700"/>
              </a:spcAft>
              <a:buNone/>
            </a:pPr>
            <a:r>
              <a:t/>
            </a:r>
            <a:endParaRPr>
              <a:latin typeface="Albert Sans ExtraLight"/>
              <a:ea typeface="Albert Sans ExtraLight"/>
              <a:cs typeface="Albert Sans ExtraLight"/>
              <a:sym typeface="Albert Sans ExtraLight"/>
            </a:endParaRPr>
          </a:p>
        </p:txBody>
      </p:sp>
      <p:pic>
        <p:nvPicPr>
          <p:cNvPr id="2331" name="Google Shape;2331;p88"/>
          <p:cNvPicPr preferRelativeResize="0"/>
          <p:nvPr/>
        </p:nvPicPr>
        <p:blipFill>
          <a:blip r:embed="rId3">
            <a:alphaModFix/>
          </a:blip>
          <a:stretch>
            <a:fillRect/>
          </a:stretch>
        </p:blipFill>
        <p:spPr>
          <a:xfrm>
            <a:off x="4574700" y="1202300"/>
            <a:ext cx="4048525" cy="31412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5" name="Shape 2335"/>
        <p:cNvGrpSpPr/>
        <p:nvPr/>
      </p:nvGrpSpPr>
      <p:grpSpPr>
        <a:xfrm>
          <a:off x="0" y="0"/>
          <a:ext cx="0" cy="0"/>
          <a:chOff x="0" y="0"/>
          <a:chExt cx="0" cy="0"/>
        </a:xfrm>
      </p:grpSpPr>
      <p:sp>
        <p:nvSpPr>
          <p:cNvPr id="2336" name="Google Shape;2336;p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Relative Strength Index(RSI)</a:t>
            </a:r>
            <a:endParaRPr/>
          </a:p>
        </p:txBody>
      </p:sp>
      <p:sp>
        <p:nvSpPr>
          <p:cNvPr id="2337" name="Google Shape;2337;p89"/>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38" name="Google Shape;2338;p89"/>
          <p:cNvSpPr txBox="1"/>
          <p:nvPr>
            <p:ph idx="1" type="body"/>
          </p:nvPr>
        </p:nvSpPr>
        <p:spPr>
          <a:xfrm>
            <a:off x="720000" y="1154700"/>
            <a:ext cx="7704000" cy="15696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200"/>
              </a:spcBef>
              <a:spcAft>
                <a:spcPts val="0"/>
              </a:spcAft>
              <a:buSzPts val="1100"/>
              <a:buChar char="●"/>
            </a:pPr>
            <a:r>
              <a:rPr lang="en" sz="1050">
                <a:solidFill>
                  <a:srgbClr val="212121"/>
                </a:solidFill>
                <a:latin typeface="Arial"/>
                <a:ea typeface="Arial"/>
                <a:cs typeface="Arial"/>
                <a:sym typeface="Arial"/>
              </a:rPr>
              <a:t>The RSI is a metric to capture momentum. A common heuristic is to buy when the RSI falls below </a:t>
            </a:r>
            <a:r>
              <a:rPr lang="en" sz="1050">
                <a:solidFill>
                  <a:srgbClr val="212121"/>
                </a:solidFill>
                <a:latin typeface="Courier New"/>
                <a:ea typeface="Courier New"/>
                <a:cs typeface="Courier New"/>
                <a:sym typeface="Courier New"/>
              </a:rPr>
              <a:t>30</a:t>
            </a:r>
            <a:r>
              <a:rPr lang="en" sz="1050">
                <a:solidFill>
                  <a:srgbClr val="212121"/>
                </a:solidFill>
                <a:latin typeface="Arial"/>
                <a:ea typeface="Arial"/>
                <a:cs typeface="Arial"/>
                <a:sym typeface="Arial"/>
              </a:rPr>
              <a:t> and to sell when the RSI rises above </a:t>
            </a:r>
            <a:r>
              <a:rPr lang="en" sz="1050">
                <a:solidFill>
                  <a:srgbClr val="212121"/>
                </a:solidFill>
                <a:latin typeface="Courier New"/>
                <a:ea typeface="Courier New"/>
                <a:cs typeface="Courier New"/>
                <a:sym typeface="Courier New"/>
              </a:rPr>
              <a:t>70</a:t>
            </a:r>
            <a:r>
              <a:rPr lang="en" sz="1050">
                <a:solidFill>
                  <a:srgbClr val="212121"/>
                </a:solidFill>
                <a:latin typeface="Arial"/>
                <a:ea typeface="Arial"/>
                <a:cs typeface="Arial"/>
                <a:sym typeface="Arial"/>
              </a:rPr>
              <a:t>.</a:t>
            </a:r>
            <a:endParaRPr sz="1050">
              <a:solidFill>
                <a:srgbClr val="212121"/>
              </a:solidFill>
              <a:latin typeface="Arial"/>
              <a:ea typeface="Arial"/>
              <a:cs typeface="Arial"/>
              <a:sym typeface="Arial"/>
            </a:endParaRPr>
          </a:p>
          <a:p>
            <a:pPr indent="-298450" lvl="0" marL="457200" rtl="0" algn="l">
              <a:lnSpc>
                <a:spcPct val="150000"/>
              </a:lnSpc>
              <a:spcBef>
                <a:spcPts val="0"/>
              </a:spcBef>
              <a:spcAft>
                <a:spcPts val="0"/>
              </a:spcAft>
              <a:buSzPts val="1100"/>
              <a:buChar char="●"/>
            </a:pPr>
            <a:r>
              <a:rPr lang="en" sz="1050">
                <a:solidFill>
                  <a:srgbClr val="212121"/>
                </a:solidFill>
                <a:latin typeface="Arial"/>
                <a:ea typeface="Arial"/>
                <a:cs typeface="Arial"/>
                <a:sym typeface="Arial"/>
              </a:rPr>
              <a:t>Window size is 14 days.</a:t>
            </a:r>
            <a:endParaRPr sz="1050">
              <a:solidFill>
                <a:srgbClr val="212121"/>
              </a:solidFill>
              <a:latin typeface="Arial"/>
              <a:ea typeface="Arial"/>
              <a:cs typeface="Arial"/>
              <a:sym typeface="Arial"/>
            </a:endParaRPr>
          </a:p>
          <a:p>
            <a:pPr indent="-295275" lvl="0" marL="457200" rtl="0" algn="l">
              <a:lnSpc>
                <a:spcPct val="150000"/>
              </a:lnSpc>
              <a:spcBef>
                <a:spcPts val="0"/>
              </a:spcBef>
              <a:spcAft>
                <a:spcPts val="0"/>
              </a:spcAft>
              <a:buClr>
                <a:srgbClr val="212121"/>
              </a:buClr>
              <a:buSzPts val="1050"/>
              <a:buFont typeface="Arial"/>
              <a:buChar char="●"/>
            </a:pPr>
            <a:r>
              <a:rPr lang="en" sz="1050">
                <a:solidFill>
                  <a:srgbClr val="212121"/>
                </a:solidFill>
                <a:latin typeface="Arial"/>
                <a:ea typeface="Arial"/>
                <a:cs typeface="Arial"/>
                <a:sym typeface="Arial"/>
              </a:rPr>
              <a:t>The RSI signal takes a value of </a:t>
            </a:r>
            <a:r>
              <a:rPr lang="en" sz="1050">
                <a:solidFill>
                  <a:srgbClr val="212121"/>
                </a:solidFill>
                <a:latin typeface="Courier New"/>
                <a:ea typeface="Courier New"/>
                <a:cs typeface="Courier New"/>
                <a:sym typeface="Courier New"/>
              </a:rPr>
              <a:t>1</a:t>
            </a:r>
            <a:r>
              <a:rPr lang="en" sz="1050">
                <a:solidFill>
                  <a:srgbClr val="212121"/>
                </a:solidFill>
                <a:latin typeface="Arial"/>
                <a:ea typeface="Arial"/>
                <a:cs typeface="Arial"/>
                <a:sym typeface="Arial"/>
              </a:rPr>
              <a:t> (indicating a buy signal) when the RSI value for the stock falls below </a:t>
            </a:r>
            <a:r>
              <a:rPr lang="en" sz="1050">
                <a:solidFill>
                  <a:srgbClr val="212121"/>
                </a:solidFill>
                <a:latin typeface="Courier New"/>
                <a:ea typeface="Courier New"/>
                <a:cs typeface="Courier New"/>
                <a:sym typeface="Courier New"/>
              </a:rPr>
              <a:t>30</a:t>
            </a:r>
            <a:r>
              <a:rPr lang="en" sz="1050">
                <a:solidFill>
                  <a:srgbClr val="212121"/>
                </a:solidFill>
                <a:latin typeface="Arial"/>
                <a:ea typeface="Arial"/>
                <a:cs typeface="Arial"/>
                <a:sym typeface="Arial"/>
              </a:rPr>
              <a:t>. The signal takes a value of </a:t>
            </a:r>
            <a:r>
              <a:rPr lang="en" sz="1050">
                <a:solidFill>
                  <a:srgbClr val="212121"/>
                </a:solidFill>
                <a:latin typeface="Courier New"/>
                <a:ea typeface="Courier New"/>
                <a:cs typeface="Courier New"/>
                <a:sym typeface="Courier New"/>
              </a:rPr>
              <a:t>-1</a:t>
            </a:r>
            <a:r>
              <a:rPr lang="en" sz="1050">
                <a:solidFill>
                  <a:srgbClr val="212121"/>
                </a:solidFill>
                <a:latin typeface="Arial"/>
                <a:ea typeface="Arial"/>
                <a:cs typeface="Arial"/>
                <a:sym typeface="Arial"/>
              </a:rPr>
              <a:t> (indicating a sell signal) when the RSI for the stock rises above </a:t>
            </a:r>
            <a:r>
              <a:rPr lang="en" sz="1050">
                <a:solidFill>
                  <a:srgbClr val="212121"/>
                </a:solidFill>
                <a:latin typeface="Courier New"/>
                <a:ea typeface="Courier New"/>
                <a:cs typeface="Courier New"/>
                <a:sym typeface="Courier New"/>
              </a:rPr>
              <a:t>70</a:t>
            </a:r>
            <a:r>
              <a:rPr lang="en" sz="1050">
                <a:solidFill>
                  <a:srgbClr val="212121"/>
                </a:solidFill>
                <a:latin typeface="Arial"/>
                <a:ea typeface="Arial"/>
                <a:cs typeface="Arial"/>
                <a:sym typeface="Arial"/>
              </a:rPr>
              <a:t>. Otherwise, the signal takes a value of </a:t>
            </a:r>
            <a:r>
              <a:rPr lang="en" sz="1050">
                <a:solidFill>
                  <a:srgbClr val="212121"/>
                </a:solidFill>
                <a:latin typeface="Courier New"/>
                <a:ea typeface="Courier New"/>
                <a:cs typeface="Courier New"/>
                <a:sym typeface="Courier New"/>
              </a:rPr>
              <a:t>0</a:t>
            </a:r>
            <a:r>
              <a:rPr lang="en" sz="1050">
                <a:solidFill>
                  <a:srgbClr val="212121"/>
                </a:solidFill>
                <a:latin typeface="Arial"/>
                <a:ea typeface="Arial"/>
                <a:cs typeface="Arial"/>
                <a:sym typeface="Arial"/>
              </a:rPr>
              <a:t>, indicating no action.</a:t>
            </a:r>
            <a:endParaRPr sz="1050">
              <a:solidFill>
                <a:srgbClr val="212121"/>
              </a:solidFill>
              <a:latin typeface="Arial"/>
              <a:ea typeface="Arial"/>
              <a:cs typeface="Arial"/>
              <a:sym typeface="Arial"/>
            </a:endParaRPr>
          </a:p>
        </p:txBody>
      </p:sp>
      <p:pic>
        <p:nvPicPr>
          <p:cNvPr id="2339" name="Google Shape;2339;p89"/>
          <p:cNvPicPr preferRelativeResize="0"/>
          <p:nvPr/>
        </p:nvPicPr>
        <p:blipFill>
          <a:blip r:embed="rId3">
            <a:alphaModFix/>
          </a:blip>
          <a:stretch>
            <a:fillRect/>
          </a:stretch>
        </p:blipFill>
        <p:spPr>
          <a:xfrm>
            <a:off x="500725" y="2787000"/>
            <a:ext cx="2684003" cy="1877550"/>
          </a:xfrm>
          <a:prstGeom prst="rect">
            <a:avLst/>
          </a:prstGeom>
          <a:noFill/>
          <a:ln>
            <a:noFill/>
          </a:ln>
        </p:spPr>
      </p:pic>
      <p:pic>
        <p:nvPicPr>
          <p:cNvPr id="2340" name="Google Shape;2340;p89"/>
          <p:cNvPicPr preferRelativeResize="0"/>
          <p:nvPr/>
        </p:nvPicPr>
        <p:blipFill>
          <a:blip r:embed="rId4">
            <a:alphaModFix/>
          </a:blip>
          <a:stretch>
            <a:fillRect/>
          </a:stretch>
        </p:blipFill>
        <p:spPr>
          <a:xfrm>
            <a:off x="3184730" y="2787000"/>
            <a:ext cx="2774543" cy="1877549"/>
          </a:xfrm>
          <a:prstGeom prst="rect">
            <a:avLst/>
          </a:prstGeom>
          <a:noFill/>
          <a:ln>
            <a:noFill/>
          </a:ln>
        </p:spPr>
      </p:pic>
      <p:pic>
        <p:nvPicPr>
          <p:cNvPr id="2341" name="Google Shape;2341;p89"/>
          <p:cNvPicPr preferRelativeResize="0"/>
          <p:nvPr/>
        </p:nvPicPr>
        <p:blipFill>
          <a:blip r:embed="rId5">
            <a:alphaModFix/>
          </a:blip>
          <a:stretch>
            <a:fillRect/>
          </a:stretch>
        </p:blipFill>
        <p:spPr>
          <a:xfrm>
            <a:off x="5959272" y="2787001"/>
            <a:ext cx="2684003" cy="187711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5" name="Shape 2345"/>
        <p:cNvGrpSpPr/>
        <p:nvPr/>
      </p:nvGrpSpPr>
      <p:grpSpPr>
        <a:xfrm>
          <a:off x="0" y="0"/>
          <a:ext cx="0" cy="0"/>
          <a:chOff x="0" y="0"/>
          <a:chExt cx="0" cy="0"/>
        </a:xfrm>
      </p:grpSpPr>
      <p:sp>
        <p:nvSpPr>
          <p:cNvPr id="2346" name="Google Shape;2346;p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Relative Strength Index(RSI)</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347" name="Google Shape;2347;p90"/>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48" name="Google Shape;2348;p90"/>
          <p:cNvSpPr txBox="1"/>
          <p:nvPr>
            <p:ph idx="1" type="body"/>
          </p:nvPr>
        </p:nvSpPr>
        <p:spPr>
          <a:xfrm>
            <a:off x="720000" y="1307100"/>
            <a:ext cx="4062000" cy="24351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800"/>
              </a:spcBef>
              <a:spcAft>
                <a:spcPts val="0"/>
              </a:spcAft>
              <a:buSzPts val="1100"/>
              <a:buFont typeface="Albert Sans ExtraLight"/>
              <a:buChar char="●"/>
            </a:pPr>
            <a:r>
              <a:rPr lang="en">
                <a:latin typeface="Albert Sans ExtraLight"/>
                <a:ea typeface="Albert Sans ExtraLight"/>
                <a:cs typeface="Albert Sans ExtraLight"/>
                <a:sym typeface="Albert Sans ExtraLight"/>
              </a:rPr>
              <a:t>More sensitive to short-term fluctuations, </a:t>
            </a:r>
            <a:br>
              <a:rPr lang="en">
                <a:latin typeface="Albert Sans ExtraLight"/>
                <a:ea typeface="Albert Sans ExtraLight"/>
                <a:cs typeface="Albert Sans ExtraLight"/>
                <a:sym typeface="Albert Sans ExtraLight"/>
              </a:rPr>
            </a:br>
            <a:r>
              <a:rPr lang="en">
                <a:latin typeface="Albert Sans ExtraLight"/>
                <a:ea typeface="Albert Sans ExtraLight"/>
                <a:cs typeface="Albert Sans ExtraLight"/>
                <a:sym typeface="Albert Sans ExtraLight"/>
              </a:rPr>
              <a:t>because it reacts to recent price momentum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 Highly sensitive to market volatility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More cash positions than SMA and MACD</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Reduced drawdown potential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Less transaction costs </a:t>
            </a:r>
            <a:endParaRPr>
              <a:latin typeface="Albert Sans ExtraLight"/>
              <a:ea typeface="Albert Sans ExtraLight"/>
              <a:cs typeface="Albert Sans ExtraLight"/>
              <a:sym typeface="Albert Sans ExtraLight"/>
            </a:endParaRPr>
          </a:p>
          <a:p>
            <a:pPr indent="0" lvl="0" marL="0" rtl="0" algn="l">
              <a:lnSpc>
                <a:spcPct val="150000"/>
              </a:lnSpc>
              <a:spcBef>
                <a:spcPts val="800"/>
              </a:spcBef>
              <a:spcAft>
                <a:spcPts val="700"/>
              </a:spcAft>
              <a:buNone/>
            </a:pPr>
            <a:r>
              <a:t/>
            </a:r>
            <a:endParaRPr>
              <a:latin typeface="Albert Sans ExtraLight"/>
              <a:ea typeface="Albert Sans ExtraLight"/>
              <a:cs typeface="Albert Sans ExtraLight"/>
              <a:sym typeface="Albert Sans ExtraLight"/>
            </a:endParaRPr>
          </a:p>
        </p:txBody>
      </p:sp>
      <p:pic>
        <p:nvPicPr>
          <p:cNvPr id="2349" name="Google Shape;2349;p90"/>
          <p:cNvPicPr preferRelativeResize="0"/>
          <p:nvPr/>
        </p:nvPicPr>
        <p:blipFill>
          <a:blip r:embed="rId3">
            <a:alphaModFix/>
          </a:blip>
          <a:stretch>
            <a:fillRect/>
          </a:stretch>
        </p:blipFill>
        <p:spPr>
          <a:xfrm>
            <a:off x="4782000" y="1236800"/>
            <a:ext cx="3833775" cy="3004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3" name="Shape 2353"/>
        <p:cNvGrpSpPr/>
        <p:nvPr/>
      </p:nvGrpSpPr>
      <p:grpSpPr>
        <a:xfrm>
          <a:off x="0" y="0"/>
          <a:ext cx="0" cy="0"/>
          <a:chOff x="0" y="0"/>
          <a:chExt cx="0" cy="0"/>
        </a:xfrm>
      </p:grpSpPr>
      <p:sp>
        <p:nvSpPr>
          <p:cNvPr id="2354" name="Google Shape;2354;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Goodness Indicator Index (GI Index)</a:t>
            </a:r>
            <a:endParaRPr/>
          </a:p>
        </p:txBody>
      </p:sp>
      <p:sp>
        <p:nvSpPr>
          <p:cNvPr id="2355" name="Google Shape;2355;p91"/>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56" name="Google Shape;2356;p91"/>
          <p:cNvSpPr txBox="1"/>
          <p:nvPr>
            <p:ph idx="1" type="body"/>
          </p:nvPr>
        </p:nvSpPr>
        <p:spPr>
          <a:xfrm>
            <a:off x="720000" y="1307100"/>
            <a:ext cx="7704000" cy="9783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200"/>
              </a:spcBef>
              <a:spcAft>
                <a:spcPts val="0"/>
              </a:spcAft>
              <a:buSzPts val="1100"/>
              <a:buChar char="●"/>
            </a:pPr>
            <a:r>
              <a:rPr lang="en" sz="1050">
                <a:solidFill>
                  <a:srgbClr val="212121"/>
                </a:solidFill>
                <a:latin typeface="Arial"/>
                <a:ea typeface="Arial"/>
                <a:cs typeface="Arial"/>
                <a:sym typeface="Arial"/>
              </a:rPr>
              <a:t>The GI indicator uses Sharpe Ratio/sigma to make buy and sell decisions. When SR/sigma is above 0.5, then the stock is bought. When SR/sigma is below 0.5 the stock is sold.</a:t>
            </a:r>
            <a:endParaRPr sz="1050">
              <a:solidFill>
                <a:srgbClr val="212121"/>
              </a:solidFill>
              <a:latin typeface="Arial"/>
              <a:ea typeface="Arial"/>
              <a:cs typeface="Arial"/>
              <a:sym typeface="Arial"/>
            </a:endParaRPr>
          </a:p>
          <a:p>
            <a:pPr indent="-298450" lvl="0" marL="457200" rtl="0" algn="l">
              <a:lnSpc>
                <a:spcPct val="150000"/>
              </a:lnSpc>
              <a:spcBef>
                <a:spcPts val="0"/>
              </a:spcBef>
              <a:spcAft>
                <a:spcPts val="0"/>
              </a:spcAft>
              <a:buClr>
                <a:schemeClr val="dk1"/>
              </a:buClr>
              <a:buSzPts val="1100"/>
              <a:buChar char="●"/>
            </a:pPr>
            <a:r>
              <a:rPr lang="en" sz="1050">
                <a:solidFill>
                  <a:srgbClr val="212121"/>
                </a:solidFill>
                <a:latin typeface="Arial"/>
                <a:ea typeface="Arial"/>
                <a:cs typeface="Arial"/>
                <a:sym typeface="Arial"/>
              </a:rPr>
              <a:t>The GI signal timetable contains an indicator with a value of </a:t>
            </a:r>
            <a:r>
              <a:rPr lang="en" sz="1050">
                <a:solidFill>
                  <a:srgbClr val="212121"/>
                </a:solidFill>
                <a:latin typeface="Courier New"/>
                <a:ea typeface="Courier New"/>
                <a:cs typeface="Courier New"/>
                <a:sym typeface="Courier New"/>
              </a:rPr>
              <a:t>1</a:t>
            </a:r>
            <a:r>
              <a:rPr lang="en" sz="1050">
                <a:solidFill>
                  <a:srgbClr val="212121"/>
                </a:solidFill>
                <a:latin typeface="Arial"/>
                <a:ea typeface="Arial"/>
                <a:cs typeface="Arial"/>
                <a:sym typeface="Arial"/>
              </a:rPr>
              <a:t> (buy) when SR/sigma is above 0.5, and a </a:t>
            </a:r>
            <a:r>
              <a:rPr lang="en" sz="1050">
                <a:solidFill>
                  <a:srgbClr val="212121"/>
                </a:solidFill>
                <a:latin typeface="Courier New"/>
                <a:ea typeface="Courier New"/>
                <a:cs typeface="Courier New"/>
                <a:sym typeface="Courier New"/>
              </a:rPr>
              <a:t>0</a:t>
            </a:r>
            <a:r>
              <a:rPr lang="en" sz="1050">
                <a:solidFill>
                  <a:srgbClr val="212121"/>
                </a:solidFill>
                <a:latin typeface="Arial"/>
                <a:ea typeface="Arial"/>
                <a:cs typeface="Arial"/>
                <a:sym typeface="Arial"/>
              </a:rPr>
              <a:t> (sell) otherwise.</a:t>
            </a:r>
            <a:endParaRPr sz="1050">
              <a:solidFill>
                <a:srgbClr val="212121"/>
              </a:solidFill>
              <a:latin typeface="Arial"/>
              <a:ea typeface="Arial"/>
              <a:cs typeface="Arial"/>
              <a:sym typeface="Arial"/>
            </a:endParaRPr>
          </a:p>
        </p:txBody>
      </p:sp>
      <p:pic>
        <p:nvPicPr>
          <p:cNvPr id="2357" name="Google Shape;2357;p91"/>
          <p:cNvPicPr preferRelativeResize="0"/>
          <p:nvPr/>
        </p:nvPicPr>
        <p:blipFill rotWithShape="1">
          <a:blip r:embed="rId3">
            <a:alphaModFix/>
          </a:blip>
          <a:srcRect b="0" l="3372" r="0" t="0"/>
          <a:stretch/>
        </p:blipFill>
        <p:spPr>
          <a:xfrm>
            <a:off x="508175" y="2431750"/>
            <a:ext cx="2643422" cy="2221650"/>
          </a:xfrm>
          <a:prstGeom prst="rect">
            <a:avLst/>
          </a:prstGeom>
          <a:noFill/>
          <a:ln>
            <a:noFill/>
          </a:ln>
        </p:spPr>
      </p:pic>
      <p:pic>
        <p:nvPicPr>
          <p:cNvPr id="2358" name="Google Shape;2358;p91"/>
          <p:cNvPicPr preferRelativeResize="0"/>
          <p:nvPr/>
        </p:nvPicPr>
        <p:blipFill>
          <a:blip r:embed="rId4">
            <a:alphaModFix/>
          </a:blip>
          <a:stretch>
            <a:fillRect/>
          </a:stretch>
        </p:blipFill>
        <p:spPr>
          <a:xfrm>
            <a:off x="3151597" y="2431750"/>
            <a:ext cx="2756761" cy="2221650"/>
          </a:xfrm>
          <a:prstGeom prst="rect">
            <a:avLst/>
          </a:prstGeom>
          <a:noFill/>
          <a:ln>
            <a:noFill/>
          </a:ln>
        </p:spPr>
      </p:pic>
      <p:pic>
        <p:nvPicPr>
          <p:cNvPr id="2359" name="Google Shape;2359;p91"/>
          <p:cNvPicPr preferRelativeResize="0"/>
          <p:nvPr/>
        </p:nvPicPr>
        <p:blipFill>
          <a:blip r:embed="rId5">
            <a:alphaModFix/>
          </a:blip>
          <a:stretch>
            <a:fillRect/>
          </a:stretch>
        </p:blipFill>
        <p:spPr>
          <a:xfrm>
            <a:off x="5908357" y="2431750"/>
            <a:ext cx="2735768" cy="22216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3" name="Shape 2363"/>
        <p:cNvGrpSpPr/>
        <p:nvPr/>
      </p:nvGrpSpPr>
      <p:grpSpPr>
        <a:xfrm>
          <a:off x="0" y="0"/>
          <a:ext cx="0" cy="0"/>
          <a:chOff x="0" y="0"/>
          <a:chExt cx="0" cy="0"/>
        </a:xfrm>
      </p:grpSpPr>
      <p:sp>
        <p:nvSpPr>
          <p:cNvPr id="2364" name="Google Shape;2364;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Goodness Indicator Index (GI Index)</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365" name="Google Shape;2365;p92"/>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66" name="Google Shape;2366;p92"/>
          <p:cNvSpPr txBox="1"/>
          <p:nvPr>
            <p:ph idx="1" type="body"/>
          </p:nvPr>
        </p:nvSpPr>
        <p:spPr>
          <a:xfrm>
            <a:off x="720000" y="1307100"/>
            <a:ext cx="4543500" cy="25293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800"/>
              </a:spcBef>
              <a:spcAft>
                <a:spcPts val="0"/>
              </a:spcAft>
              <a:buSzPts val="1100"/>
              <a:buFont typeface="Albert Sans ExtraLight"/>
              <a:buChar char="●"/>
            </a:pPr>
            <a:r>
              <a:rPr lang="en">
                <a:latin typeface="Albert Sans ExtraLight"/>
                <a:ea typeface="Albert Sans ExtraLight"/>
                <a:cs typeface="Albert Sans ExtraLight"/>
                <a:sym typeface="Albert Sans ExtraLight"/>
              </a:rPr>
              <a:t>Frequent adjustments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Sensitive to both price movements and volatility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High cash allocation in volatile periods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IBM and CAT shift more frequently, indicating that these stocks might have exhibited more fluctuating risk-adjusted performance</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Frequent rebalancing </a:t>
            </a:r>
            <a:endParaRPr>
              <a:latin typeface="Albert Sans ExtraLight"/>
              <a:ea typeface="Albert Sans ExtraLight"/>
              <a:cs typeface="Albert Sans ExtraLight"/>
              <a:sym typeface="Albert Sans ExtraLight"/>
            </a:endParaRPr>
          </a:p>
          <a:p>
            <a:pPr indent="-298450" lvl="0" marL="45720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Offers a balanced approach between capturing returns from high-performing stocks and mitigating risk by maintaining flexibility to move to cash during uncertain times.</a:t>
            </a:r>
            <a:endParaRPr>
              <a:latin typeface="Albert Sans ExtraLight"/>
              <a:ea typeface="Albert Sans ExtraLight"/>
              <a:cs typeface="Albert Sans ExtraLight"/>
              <a:sym typeface="Albert Sans ExtraLight"/>
            </a:endParaRPr>
          </a:p>
        </p:txBody>
      </p:sp>
      <p:pic>
        <p:nvPicPr>
          <p:cNvPr id="2367" name="Google Shape;2367;p92"/>
          <p:cNvPicPr preferRelativeResize="0"/>
          <p:nvPr/>
        </p:nvPicPr>
        <p:blipFill>
          <a:blip r:embed="rId3">
            <a:alphaModFix/>
          </a:blip>
          <a:stretch>
            <a:fillRect/>
          </a:stretch>
        </p:blipFill>
        <p:spPr>
          <a:xfrm>
            <a:off x="5263500" y="1202300"/>
            <a:ext cx="3347975" cy="28294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1" name="Shape 2371"/>
        <p:cNvGrpSpPr/>
        <p:nvPr/>
      </p:nvGrpSpPr>
      <p:grpSpPr>
        <a:xfrm>
          <a:off x="0" y="0"/>
          <a:ext cx="0" cy="0"/>
          <a:chOff x="0" y="0"/>
          <a:chExt cx="0" cy="0"/>
        </a:xfrm>
      </p:grpSpPr>
      <p:sp>
        <p:nvSpPr>
          <p:cNvPr id="2372" name="Google Shape;2372;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Backtest Results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373" name="Google Shape;2373;p93"/>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74" name="Google Shape;2374;p93"/>
          <p:cNvSpPr txBox="1"/>
          <p:nvPr>
            <p:ph idx="1" type="body"/>
          </p:nvPr>
        </p:nvSpPr>
        <p:spPr>
          <a:xfrm>
            <a:off x="720000" y="1170125"/>
            <a:ext cx="7704000" cy="3176700"/>
          </a:xfrm>
          <a:prstGeom prst="rect">
            <a:avLst/>
          </a:prstGeom>
        </p:spPr>
        <p:txBody>
          <a:bodyPr anchorCtr="0" anchor="t" bIns="91425" lIns="91425" spcFirstLastPara="1" rIns="91425" wrap="square" tIns="91425">
            <a:noAutofit/>
          </a:bodyPr>
          <a:lstStyle/>
          <a:p>
            <a:pPr indent="-298450" lvl="0" marL="457200" marR="0" rtl="0" algn="l">
              <a:lnSpc>
                <a:spcPct val="150000"/>
              </a:lnSpc>
              <a:spcBef>
                <a:spcPts val="800"/>
              </a:spcBef>
              <a:spcAft>
                <a:spcPts val="0"/>
              </a:spcAft>
              <a:buSzPts val="1100"/>
              <a:buFont typeface="Albert Sans ExtraLight"/>
              <a:buChar char="●"/>
            </a:pPr>
            <a:r>
              <a:rPr lang="en">
                <a:latin typeface="Albert Sans ExtraLight"/>
                <a:ea typeface="Albert Sans ExtraLight"/>
                <a:cs typeface="Albert Sans ExtraLight"/>
                <a:sym typeface="Albert Sans ExtraLight"/>
              </a:rPr>
              <a:t>Benchmark vs. Active Strategies: The benchmark consistently outperforms most of the active strategies, ending the year at a higher portfolio value. </a:t>
            </a:r>
            <a:br>
              <a:rPr lang="en">
                <a:latin typeface="Albert Sans ExtraLight"/>
                <a:ea typeface="Albert Sans ExtraLight"/>
                <a:cs typeface="Albert Sans ExtraLight"/>
                <a:sym typeface="Albert Sans ExtraLight"/>
              </a:rPr>
            </a:br>
            <a:r>
              <a:rPr lang="en">
                <a:latin typeface="Albert Sans ExtraLight"/>
                <a:ea typeface="Albert Sans ExtraLight"/>
                <a:cs typeface="Albert Sans ExtraLight"/>
                <a:sym typeface="Albert Sans ExtraLight"/>
              </a:rPr>
              <a:t>This suggests that in 2006, a passive approach outperformed the trend-following and momentum-based strategies, which experienced challenges with market volatility and false signals.</a:t>
            </a:r>
            <a:endParaRPr>
              <a:latin typeface="Albert Sans ExtraLight"/>
              <a:ea typeface="Albert Sans ExtraLight"/>
              <a:cs typeface="Albert Sans ExtraLight"/>
              <a:sym typeface="Albert Sans ExtraLight"/>
            </a:endParaRPr>
          </a:p>
          <a:p>
            <a:pPr indent="-298450" lvl="0" marL="457200" marR="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Performance of RSI Strategy: The RSI strategy stands out as the best-performing active strategy, indicating that its approach to balancing between overbought and oversold signals helped capture some gains while avoiding large drawdowns.</a:t>
            </a:r>
            <a:endParaRPr>
              <a:latin typeface="Albert Sans ExtraLight"/>
              <a:ea typeface="Albert Sans ExtraLight"/>
              <a:cs typeface="Albert Sans ExtraLight"/>
              <a:sym typeface="Albert Sans ExtraLight"/>
            </a:endParaRPr>
          </a:p>
          <a:p>
            <a:pPr indent="-298450" lvl="0" marL="457200" marR="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Underperformance of GI and SMA: The GI and SMA strategies struggled significantly, with GI ending the year with substantial losses. These strategies may have been poorly suited to the specific market conditions, particularly if the year involved frequent reversals and lacked sustained trends.</a:t>
            </a:r>
            <a:endParaRPr>
              <a:latin typeface="Albert Sans ExtraLight"/>
              <a:ea typeface="Albert Sans ExtraLight"/>
              <a:cs typeface="Albert Sans ExtraLight"/>
              <a:sym typeface="Albert Sans Extra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94"/>
          <p:cNvSpPr txBox="1"/>
          <p:nvPr>
            <p:ph type="title"/>
          </p:nvPr>
        </p:nvSpPr>
        <p:spPr>
          <a:xfrm>
            <a:off x="720000" y="5111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t>
            </a:r>
            <a:endParaRPr/>
          </a:p>
        </p:txBody>
      </p:sp>
      <p:pic>
        <p:nvPicPr>
          <p:cNvPr id="2380" name="Google Shape;2380;p94"/>
          <p:cNvPicPr preferRelativeResize="0"/>
          <p:nvPr/>
        </p:nvPicPr>
        <p:blipFill>
          <a:blip r:embed="rId3">
            <a:alphaModFix/>
          </a:blip>
          <a:stretch>
            <a:fillRect/>
          </a:stretch>
        </p:blipFill>
        <p:spPr>
          <a:xfrm>
            <a:off x="2453102" y="1083874"/>
            <a:ext cx="4237800" cy="3274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4" name="Shape 2384"/>
        <p:cNvGrpSpPr/>
        <p:nvPr/>
      </p:nvGrpSpPr>
      <p:grpSpPr>
        <a:xfrm>
          <a:off x="0" y="0"/>
          <a:ext cx="0" cy="0"/>
          <a:chOff x="0" y="0"/>
          <a:chExt cx="0" cy="0"/>
        </a:xfrm>
      </p:grpSpPr>
      <p:sp>
        <p:nvSpPr>
          <p:cNvPr id="2385" name="Google Shape;2385;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Performance measures strategies </a:t>
            </a:r>
            <a:endParaRPr/>
          </a:p>
        </p:txBody>
      </p:sp>
      <p:graphicFrame>
        <p:nvGraphicFramePr>
          <p:cNvPr id="2386" name="Google Shape;2386;p95"/>
          <p:cNvGraphicFramePr/>
          <p:nvPr/>
        </p:nvGraphicFramePr>
        <p:xfrm>
          <a:off x="1275738" y="1306950"/>
          <a:ext cx="3000000" cy="3000000"/>
        </p:xfrm>
        <a:graphic>
          <a:graphicData uri="http://schemas.openxmlformats.org/drawingml/2006/table">
            <a:tbl>
              <a:tblPr>
                <a:noFill/>
                <a:tableStyleId>{3DD91C83-5C06-48FC-BFA2-74F5C8E401EC}</a:tableStyleId>
              </a:tblPr>
              <a:tblGrid>
                <a:gridCol w="1098750"/>
                <a:gridCol w="1098750"/>
                <a:gridCol w="1098750"/>
                <a:gridCol w="1098750"/>
                <a:gridCol w="1098750"/>
                <a:gridCol w="1098750"/>
              </a:tblGrid>
              <a:tr h="356500">
                <a:tc>
                  <a:txBody>
                    <a:bodyPr/>
                    <a:lstStyle/>
                    <a:p>
                      <a:pPr indent="0" lvl="0" marL="0" marR="0" rtl="0" algn="ctr">
                        <a:lnSpc>
                          <a:spcPct val="100000"/>
                        </a:lnSpc>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Strategy</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Total Return</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Mean </a:t>
                      </a:r>
                      <a:br>
                        <a:rPr lang="en" sz="1200">
                          <a:solidFill>
                            <a:schemeClr val="accent3"/>
                          </a:solidFill>
                          <a:latin typeface="Fira Sans Condensed ExtraBold"/>
                          <a:ea typeface="Fira Sans Condensed ExtraBold"/>
                          <a:cs typeface="Fira Sans Condensed ExtraBold"/>
                          <a:sym typeface="Fira Sans Condensed ExtraBold"/>
                        </a:rPr>
                      </a:br>
                      <a:r>
                        <a:rPr lang="en" sz="1200">
                          <a:solidFill>
                            <a:schemeClr val="accent3"/>
                          </a:solidFill>
                          <a:latin typeface="Fira Sans Condensed ExtraBold"/>
                          <a:ea typeface="Fira Sans Condensed ExtraBold"/>
                          <a:cs typeface="Fira Sans Condensed ExtraBold"/>
                          <a:sym typeface="Fira Sans Condensed ExtraBold"/>
                        </a:rPr>
                        <a:t>Annual Return</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Std </a:t>
                      </a:r>
                      <a:br>
                        <a:rPr lang="en" sz="1200">
                          <a:solidFill>
                            <a:schemeClr val="accent3"/>
                          </a:solidFill>
                          <a:latin typeface="Fira Sans Condensed ExtraBold"/>
                          <a:ea typeface="Fira Sans Condensed ExtraBold"/>
                          <a:cs typeface="Fira Sans Condensed ExtraBold"/>
                          <a:sym typeface="Fira Sans Condensed ExtraBold"/>
                        </a:rPr>
                      </a:br>
                      <a:r>
                        <a:rPr lang="en" sz="1200">
                          <a:solidFill>
                            <a:schemeClr val="accent3"/>
                          </a:solidFill>
                          <a:latin typeface="Fira Sans Condensed ExtraBold"/>
                          <a:ea typeface="Fira Sans Condensed ExtraBold"/>
                          <a:cs typeface="Fira Sans Condensed ExtraBold"/>
                          <a:sym typeface="Fira Sans Condensed ExtraBold"/>
                        </a:rPr>
                        <a:t>Annual Return</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Sharpe Ratio</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p-value</a:t>
                      </a:r>
                      <a:endParaRPr sz="1200">
                        <a:solidFill>
                          <a:schemeClr val="accent3"/>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356500">
                <a:tc>
                  <a:txBody>
                    <a:bodyPr/>
                    <a:lstStyle/>
                    <a:p>
                      <a:pPr indent="0" lvl="0" marL="0" rtl="0" algn="l">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Benchmark</a:t>
                      </a:r>
                      <a:endParaRPr sz="12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a:t>0.1</a:t>
                      </a:r>
                      <a:r>
                        <a:rPr lang="en"/>
                        <a:t>0338</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0.11489</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0.12307</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0.93354</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500">
                <a:tc>
                  <a:txBody>
                    <a:bodyPr/>
                    <a:lstStyle/>
                    <a:p>
                      <a:pPr indent="0" lvl="0" marL="0" rtl="0" algn="l">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SMA</a:t>
                      </a:r>
                      <a:endParaRPr sz="12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a:t>-0.010407</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-0.0076884</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0.086421</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-0.088964</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0.17766</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500">
                <a:tc>
                  <a:txBody>
                    <a:bodyPr/>
                    <a:lstStyle/>
                    <a:p>
                      <a:pPr indent="0" lvl="0" marL="0" rtl="0" algn="l">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MACD</a:t>
                      </a:r>
                      <a:endParaRPr sz="12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
                        <a:t>0.011095</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0.015433</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0.082506</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0.18705</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0.0048717</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500">
                <a:tc>
                  <a:txBody>
                    <a:bodyPr/>
                    <a:lstStyle/>
                    <a:p>
                      <a:pPr indent="0" lvl="0" marL="0" rtl="0" algn="l">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RSI</a:t>
                      </a:r>
                      <a:endParaRPr sz="12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
                        <a:t>0.050102</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0.056719</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0.082394</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0.68839</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6500">
                <a:tc>
                  <a:txBody>
                    <a:bodyPr/>
                    <a:lstStyle/>
                    <a:p>
                      <a:pPr indent="0" lvl="0" marL="0" rtl="0" algn="l">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GI</a:t>
                      </a:r>
                      <a:endParaRPr sz="1200">
                        <a:solidFill>
                          <a:schemeClr val="dk1"/>
                        </a:solidFill>
                        <a:latin typeface="Fira Sans Condensed ExtraBold"/>
                        <a:ea typeface="Fira Sans Condensed ExtraBold"/>
                        <a:cs typeface="Fira Sans Condensed ExtraBold"/>
                        <a:sym typeface="Fira Sans Condensed ExtraBold"/>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
                        <a:t>-0.060102</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-0064052</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0.084433</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-0.75861</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0" name="Shape 2390"/>
        <p:cNvGrpSpPr/>
        <p:nvPr/>
      </p:nvGrpSpPr>
      <p:grpSpPr>
        <a:xfrm>
          <a:off x="0" y="0"/>
          <a:ext cx="0" cy="0"/>
          <a:chOff x="0" y="0"/>
          <a:chExt cx="0" cy="0"/>
        </a:xfrm>
      </p:grpSpPr>
      <p:sp>
        <p:nvSpPr>
          <p:cNvPr id="2391" name="Google Shape;2391;p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392" name="Google Shape;2392;p96"/>
          <p:cNvSpPr/>
          <p:nvPr/>
        </p:nvSpPr>
        <p:spPr>
          <a:xfrm>
            <a:off x="3970750" y="1202300"/>
            <a:ext cx="1292700" cy="1107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2393" name="Google Shape;2393;p96"/>
          <p:cNvSpPr txBox="1"/>
          <p:nvPr>
            <p:ph idx="1" type="body"/>
          </p:nvPr>
        </p:nvSpPr>
        <p:spPr>
          <a:xfrm>
            <a:off x="720000" y="1307100"/>
            <a:ext cx="7704000" cy="2529300"/>
          </a:xfrm>
          <a:prstGeom prst="rect">
            <a:avLst/>
          </a:prstGeom>
        </p:spPr>
        <p:txBody>
          <a:bodyPr anchorCtr="0" anchor="t" bIns="91425" lIns="91425" spcFirstLastPara="1" rIns="91425" wrap="square" tIns="91425">
            <a:noAutofit/>
          </a:bodyPr>
          <a:lstStyle/>
          <a:p>
            <a:pPr indent="-298450" lvl="0" marL="457200" marR="0" rtl="0" algn="l">
              <a:lnSpc>
                <a:spcPct val="150000"/>
              </a:lnSpc>
              <a:spcBef>
                <a:spcPts val="800"/>
              </a:spcBef>
              <a:spcAft>
                <a:spcPts val="0"/>
              </a:spcAft>
              <a:buSzPts val="1100"/>
              <a:buFont typeface="Albert Sans ExtraLight"/>
              <a:buChar char="●"/>
            </a:pPr>
            <a:r>
              <a:rPr lang="en">
                <a:latin typeface="Albert Sans ExtraLight"/>
                <a:ea typeface="Albert Sans ExtraLight"/>
                <a:cs typeface="Albert Sans ExtraLight"/>
                <a:sym typeface="Albert Sans ExtraLight"/>
              </a:rPr>
              <a:t>This backtest demonstrates that while the benchmark and RSI strategies achieved relatively stable performance, the other strategies, particularly SMA, MACD, and GI, faced difficulties with market timing</a:t>
            </a:r>
            <a:endParaRPr>
              <a:latin typeface="Albert Sans ExtraLight"/>
              <a:ea typeface="Albert Sans ExtraLight"/>
              <a:cs typeface="Albert Sans ExtraLight"/>
              <a:sym typeface="Albert Sans ExtraLight"/>
            </a:endParaRPr>
          </a:p>
          <a:p>
            <a:pPr indent="-298450" lvl="0" marL="457200" marR="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The benchmark's steady rise suggests that a passive, buy-and-hold strategy may have been more effective in 2006. </a:t>
            </a:r>
            <a:endParaRPr>
              <a:latin typeface="Albert Sans ExtraLight"/>
              <a:ea typeface="Albert Sans ExtraLight"/>
              <a:cs typeface="Albert Sans ExtraLight"/>
              <a:sym typeface="Albert Sans ExtraLight"/>
            </a:endParaRPr>
          </a:p>
          <a:p>
            <a:pPr indent="-298450" lvl="0" marL="457200" marR="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The RSI strategy’s ability to outperform other active strategies highlights its relative strength in managing volatility and avoiding market noise. </a:t>
            </a:r>
            <a:endParaRPr>
              <a:latin typeface="Albert Sans ExtraLight"/>
              <a:ea typeface="Albert Sans ExtraLight"/>
              <a:cs typeface="Albert Sans ExtraLight"/>
              <a:sym typeface="Albert Sans ExtraLight"/>
            </a:endParaRPr>
          </a:p>
          <a:p>
            <a:pPr indent="-298450" lvl="0" marL="457200" marR="0" rtl="0" algn="l">
              <a:lnSpc>
                <a:spcPct val="150000"/>
              </a:lnSpc>
              <a:spcBef>
                <a:spcPts val="0"/>
              </a:spcBef>
              <a:spcAft>
                <a:spcPts val="0"/>
              </a:spcAft>
              <a:buSzPts val="1100"/>
              <a:buFont typeface="Albert Sans ExtraLight"/>
              <a:buChar char="●"/>
            </a:pPr>
            <a:r>
              <a:rPr lang="en">
                <a:latin typeface="Albert Sans ExtraLight"/>
                <a:ea typeface="Albert Sans ExtraLight"/>
                <a:cs typeface="Albert Sans ExtraLight"/>
                <a:sym typeface="Albert Sans ExtraLight"/>
              </a:rPr>
              <a:t>This analysis underscores the importance of aligning strategy selection with prevailing market conditions and transaction costs).</a:t>
            </a:r>
            <a:endParaRPr>
              <a:latin typeface="Albert Sans ExtraLight"/>
              <a:ea typeface="Albert Sans ExtraLight"/>
              <a:cs typeface="Albert Sans ExtraLight"/>
              <a:sym typeface="Albert Sans Extra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7" name="Shape 2397"/>
        <p:cNvGrpSpPr/>
        <p:nvPr/>
      </p:nvGrpSpPr>
      <p:grpSpPr>
        <a:xfrm>
          <a:off x="0" y="0"/>
          <a:ext cx="0" cy="0"/>
          <a:chOff x="0" y="0"/>
          <a:chExt cx="0" cy="0"/>
        </a:xfrm>
      </p:grpSpPr>
      <p:sp>
        <p:nvSpPr>
          <p:cNvPr id="2398" name="Google Shape;2398;p97"/>
          <p:cNvSpPr txBox="1"/>
          <p:nvPr>
            <p:ph type="ctrTitle"/>
          </p:nvPr>
        </p:nvSpPr>
        <p:spPr>
          <a:xfrm>
            <a:off x="3538475" y="768600"/>
            <a:ext cx="4892400" cy="134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2399" name="Google Shape;2399;p97"/>
          <p:cNvSpPr txBox="1"/>
          <p:nvPr>
            <p:ph idx="1" type="subTitle"/>
          </p:nvPr>
        </p:nvSpPr>
        <p:spPr>
          <a:xfrm>
            <a:off x="3538475" y="2110794"/>
            <a:ext cx="4892400" cy="39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Do you have an</a:t>
            </a:r>
            <a:r>
              <a:rPr lang="en"/>
              <a:t>y questions?</a:t>
            </a:r>
            <a:endParaRPr/>
          </a:p>
        </p:txBody>
      </p:sp>
      <p:sp>
        <p:nvSpPr>
          <p:cNvPr id="2400" name="Google Shape;2400;p97"/>
          <p:cNvSpPr txBox="1"/>
          <p:nvPr>
            <p:ph idx="2" type="subTitle"/>
          </p:nvPr>
        </p:nvSpPr>
        <p:spPr>
          <a:xfrm>
            <a:off x="3538475" y="2526169"/>
            <a:ext cx="4892400" cy="1428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latin typeface="Albert Sans Light"/>
              <a:ea typeface="Albert Sans Light"/>
              <a:cs typeface="Albert Sans Light"/>
              <a:sym typeface="Albert Sans Light"/>
            </a:endParaRPr>
          </a:p>
          <a:p>
            <a:pPr indent="0" lvl="0" marL="0" rtl="0" algn="l">
              <a:spcBef>
                <a:spcPts val="0"/>
              </a:spcBef>
              <a:spcAft>
                <a:spcPts val="0"/>
              </a:spcAft>
              <a:buNone/>
            </a:pPr>
            <a:r>
              <a:t/>
            </a:r>
            <a:endParaRPr>
              <a:solidFill>
                <a:srgbClr val="000000"/>
              </a:solidFill>
              <a:latin typeface="Albert Sans Light"/>
              <a:ea typeface="Albert Sans Light"/>
              <a:cs typeface="Albert Sans Light"/>
              <a:sym typeface="Albert Sans Light"/>
            </a:endParaRPr>
          </a:p>
          <a:p>
            <a:pPr indent="0" lvl="0" marL="0" rtl="0" algn="ctr">
              <a:spcBef>
                <a:spcPts val="0"/>
              </a:spcBef>
              <a:spcAft>
                <a:spcPts val="0"/>
              </a:spcAft>
              <a:buNone/>
            </a:pPr>
            <a:r>
              <a:rPr lang="en">
                <a:solidFill>
                  <a:srgbClr val="000000"/>
                </a:solidFill>
                <a:latin typeface="Albert Sans Light"/>
                <a:ea typeface="Albert Sans Light"/>
                <a:cs typeface="Albert Sans Light"/>
                <a:sym typeface="Albert Sans Light"/>
              </a:rPr>
              <a:t>Miguel Ángel González Álvarez</a:t>
            </a:r>
            <a:endParaRPr>
              <a:solidFill>
                <a:srgbClr val="000000"/>
              </a:solidFill>
              <a:latin typeface="Albert Sans Light"/>
              <a:ea typeface="Albert Sans Light"/>
              <a:cs typeface="Albert Sans Light"/>
              <a:sym typeface="Albert Sans Light"/>
            </a:endParaRPr>
          </a:p>
          <a:p>
            <a:pPr indent="0" lvl="0" marL="0" rtl="0" algn="ctr">
              <a:spcBef>
                <a:spcPts val="0"/>
              </a:spcBef>
              <a:spcAft>
                <a:spcPts val="0"/>
              </a:spcAft>
              <a:buNone/>
            </a:pPr>
            <a:r>
              <a:rPr lang="en">
                <a:solidFill>
                  <a:srgbClr val="000000"/>
                </a:solidFill>
                <a:latin typeface="Albert Sans Light"/>
                <a:ea typeface="Albert Sans Light"/>
                <a:cs typeface="Albert Sans Light"/>
                <a:sym typeface="Albert Sans Light"/>
              </a:rPr>
              <a:t>Emilly Noelia Villacís Recalde</a:t>
            </a:r>
            <a:endParaRPr>
              <a:solidFill>
                <a:srgbClr val="000000"/>
              </a:solidFill>
              <a:latin typeface="Albert Sans Light"/>
              <a:ea typeface="Albert Sans Light"/>
              <a:cs typeface="Albert Sans Light"/>
              <a:sym typeface="Albert Sans Light"/>
            </a:endParaRPr>
          </a:p>
          <a:p>
            <a:pPr indent="0" lvl="0" marL="0" rtl="0" algn="ctr">
              <a:spcBef>
                <a:spcPts val="0"/>
              </a:spcBef>
              <a:spcAft>
                <a:spcPts val="0"/>
              </a:spcAft>
              <a:buNone/>
            </a:pPr>
            <a:r>
              <a:rPr lang="en">
                <a:solidFill>
                  <a:srgbClr val="000000"/>
                </a:solidFill>
                <a:latin typeface="Albert Sans Light"/>
                <a:ea typeface="Albert Sans Light"/>
                <a:cs typeface="Albert Sans Light"/>
                <a:sym typeface="Albert Sans Light"/>
              </a:rPr>
              <a:t>Quinten Woumans</a:t>
            </a:r>
            <a:endParaRPr>
              <a:solidFill>
                <a:srgbClr val="000000"/>
              </a:solidFill>
              <a:latin typeface="Albert Sans Light"/>
              <a:ea typeface="Albert Sans Light"/>
              <a:cs typeface="Albert Sans Light"/>
              <a:sym typeface="Albert Sans Light"/>
            </a:endParaRPr>
          </a:p>
          <a:p>
            <a:pPr indent="0" lvl="0" marL="0" rtl="0" algn="ctr">
              <a:spcBef>
                <a:spcPts val="0"/>
              </a:spcBef>
              <a:spcAft>
                <a:spcPts val="0"/>
              </a:spcAft>
              <a:buNone/>
            </a:pPr>
            <a:r>
              <a:rPr lang="en">
                <a:solidFill>
                  <a:srgbClr val="000000"/>
                </a:solidFill>
                <a:latin typeface="Albert Sans Light"/>
                <a:ea typeface="Albert Sans Light"/>
                <a:cs typeface="Albert Sans Light"/>
                <a:sym typeface="Albert Sans Light"/>
              </a:rPr>
              <a:t>Edoardo Anfelli</a:t>
            </a:r>
            <a:endParaRPr>
              <a:solidFill>
                <a:srgbClr val="000000"/>
              </a:solidFill>
              <a:latin typeface="Albert Sans Light"/>
              <a:ea typeface="Albert Sans Light"/>
              <a:cs typeface="Albert Sans Light"/>
              <a:sym typeface="Albert Sans Light"/>
            </a:endParaRPr>
          </a:p>
          <a:p>
            <a:pPr indent="0" lvl="0" marL="0" rtl="0" algn="ctr">
              <a:spcBef>
                <a:spcPts val="0"/>
              </a:spcBef>
              <a:spcAft>
                <a:spcPts val="0"/>
              </a:spcAft>
              <a:buNone/>
            </a:pPr>
            <a:r>
              <a:rPr lang="en">
                <a:solidFill>
                  <a:srgbClr val="000000"/>
                </a:solidFill>
                <a:latin typeface="Albert Sans Light"/>
                <a:ea typeface="Albert Sans Light"/>
                <a:cs typeface="Albert Sans Light"/>
                <a:sym typeface="Albert Sans Light"/>
              </a:rPr>
              <a:t>Stokely Ross</a:t>
            </a:r>
            <a:endParaRPr b="1"/>
          </a:p>
        </p:txBody>
      </p:sp>
      <p:grpSp>
        <p:nvGrpSpPr>
          <p:cNvPr id="2401" name="Google Shape;2401;p97"/>
          <p:cNvGrpSpPr/>
          <p:nvPr/>
        </p:nvGrpSpPr>
        <p:grpSpPr>
          <a:xfrm>
            <a:off x="791685" y="2286651"/>
            <a:ext cx="2360906" cy="2240406"/>
            <a:chOff x="3916300" y="2959225"/>
            <a:chExt cx="2175750" cy="2064700"/>
          </a:xfrm>
        </p:grpSpPr>
        <p:sp>
          <p:nvSpPr>
            <p:cNvPr id="2402" name="Google Shape;2402;p97"/>
            <p:cNvSpPr/>
            <p:nvPr/>
          </p:nvSpPr>
          <p:spPr>
            <a:xfrm>
              <a:off x="4247375" y="3082975"/>
              <a:ext cx="744725" cy="644800"/>
            </a:xfrm>
            <a:custGeom>
              <a:rect b="b" l="l" r="r" t="t"/>
              <a:pathLst>
                <a:path extrusionOk="0" h="25792" w="29789">
                  <a:moveTo>
                    <a:pt x="15302" y="1"/>
                  </a:moveTo>
                  <a:cubicBezTo>
                    <a:pt x="9652" y="1"/>
                    <a:pt x="4092" y="2910"/>
                    <a:pt x="2335" y="8927"/>
                  </a:cubicBezTo>
                  <a:cubicBezTo>
                    <a:pt x="0" y="16900"/>
                    <a:pt x="5671" y="25339"/>
                    <a:pt x="13743" y="25773"/>
                  </a:cubicBezTo>
                  <a:cubicBezTo>
                    <a:pt x="14016" y="25785"/>
                    <a:pt x="14290" y="25791"/>
                    <a:pt x="14566" y="25791"/>
                  </a:cubicBezTo>
                  <a:cubicBezTo>
                    <a:pt x="18750" y="25791"/>
                    <a:pt x="23271" y="24353"/>
                    <a:pt x="26119" y="21036"/>
                  </a:cubicBezTo>
                  <a:cubicBezTo>
                    <a:pt x="29121" y="17633"/>
                    <a:pt x="29788" y="12563"/>
                    <a:pt x="28321" y="8327"/>
                  </a:cubicBezTo>
                  <a:cubicBezTo>
                    <a:pt x="27487" y="5892"/>
                    <a:pt x="25919" y="3690"/>
                    <a:pt x="23651" y="2322"/>
                  </a:cubicBezTo>
                  <a:cubicBezTo>
                    <a:pt x="21189" y="784"/>
                    <a:pt x="18233" y="1"/>
                    <a:pt x="15302"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97"/>
            <p:cNvSpPr/>
            <p:nvPr/>
          </p:nvSpPr>
          <p:spPr>
            <a:xfrm>
              <a:off x="4309925" y="3136550"/>
              <a:ext cx="622950" cy="537775"/>
            </a:xfrm>
            <a:custGeom>
              <a:rect b="b" l="l" r="r" t="t"/>
              <a:pathLst>
                <a:path extrusionOk="0" h="21511" w="24918">
                  <a:moveTo>
                    <a:pt x="12792" y="0"/>
                  </a:moveTo>
                  <a:cubicBezTo>
                    <a:pt x="8084" y="0"/>
                    <a:pt x="3460" y="2427"/>
                    <a:pt x="1968" y="7451"/>
                  </a:cubicBezTo>
                  <a:cubicBezTo>
                    <a:pt x="0" y="14123"/>
                    <a:pt x="4737" y="21161"/>
                    <a:pt x="11475" y="21495"/>
                  </a:cubicBezTo>
                  <a:cubicBezTo>
                    <a:pt x="11704" y="21505"/>
                    <a:pt x="11935" y="21510"/>
                    <a:pt x="12167" y="21510"/>
                  </a:cubicBezTo>
                  <a:cubicBezTo>
                    <a:pt x="15680" y="21510"/>
                    <a:pt x="19438" y="20314"/>
                    <a:pt x="21816" y="17592"/>
                  </a:cubicBezTo>
                  <a:cubicBezTo>
                    <a:pt x="24351" y="14690"/>
                    <a:pt x="24918" y="10487"/>
                    <a:pt x="23684" y="6951"/>
                  </a:cubicBezTo>
                  <a:cubicBezTo>
                    <a:pt x="22983" y="4916"/>
                    <a:pt x="21682" y="3115"/>
                    <a:pt x="19781" y="1947"/>
                  </a:cubicBezTo>
                  <a:cubicBezTo>
                    <a:pt x="17714" y="657"/>
                    <a:pt x="15242" y="0"/>
                    <a:pt x="12792"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97"/>
            <p:cNvSpPr/>
            <p:nvPr/>
          </p:nvSpPr>
          <p:spPr>
            <a:xfrm>
              <a:off x="4275725" y="3057625"/>
              <a:ext cx="121775" cy="118450"/>
            </a:xfrm>
            <a:custGeom>
              <a:rect b="b" l="l" r="r" t="t"/>
              <a:pathLst>
                <a:path extrusionOk="0" h="4738" w="4871">
                  <a:moveTo>
                    <a:pt x="2102" y="1"/>
                  </a:moveTo>
                  <a:lnTo>
                    <a:pt x="1502" y="2102"/>
                  </a:lnTo>
                  <a:lnTo>
                    <a:pt x="0" y="2636"/>
                  </a:lnTo>
                  <a:lnTo>
                    <a:pt x="1502" y="3170"/>
                  </a:lnTo>
                  <a:lnTo>
                    <a:pt x="2102" y="4737"/>
                  </a:lnTo>
                  <a:lnTo>
                    <a:pt x="2636" y="3170"/>
                  </a:lnTo>
                  <a:lnTo>
                    <a:pt x="4871" y="2636"/>
                  </a:lnTo>
                  <a:lnTo>
                    <a:pt x="2636" y="2102"/>
                  </a:lnTo>
                  <a:lnTo>
                    <a:pt x="2102" y="1"/>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97"/>
            <p:cNvSpPr/>
            <p:nvPr/>
          </p:nvSpPr>
          <p:spPr>
            <a:xfrm>
              <a:off x="4796925" y="3536300"/>
              <a:ext cx="95100" cy="91775"/>
            </a:xfrm>
            <a:custGeom>
              <a:rect b="b" l="l" r="r" t="t"/>
              <a:pathLst>
                <a:path extrusionOk="0" h="3671" w="3804">
                  <a:moveTo>
                    <a:pt x="1635" y="1"/>
                  </a:moveTo>
                  <a:lnTo>
                    <a:pt x="1168" y="1635"/>
                  </a:lnTo>
                  <a:lnTo>
                    <a:pt x="1" y="2036"/>
                  </a:lnTo>
                  <a:lnTo>
                    <a:pt x="1168" y="2503"/>
                  </a:lnTo>
                  <a:lnTo>
                    <a:pt x="1635" y="3670"/>
                  </a:lnTo>
                  <a:lnTo>
                    <a:pt x="2035" y="2503"/>
                  </a:lnTo>
                  <a:lnTo>
                    <a:pt x="3803" y="2036"/>
                  </a:lnTo>
                  <a:lnTo>
                    <a:pt x="2035" y="1635"/>
                  </a:lnTo>
                  <a:lnTo>
                    <a:pt x="1635" y="1"/>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97"/>
            <p:cNvSpPr/>
            <p:nvPr/>
          </p:nvSpPr>
          <p:spPr>
            <a:xfrm>
              <a:off x="4417500" y="3294475"/>
              <a:ext cx="57550" cy="56725"/>
            </a:xfrm>
            <a:custGeom>
              <a:rect b="b" l="l" r="r" t="t"/>
              <a:pathLst>
                <a:path extrusionOk="0" h="2269" w="2302">
                  <a:moveTo>
                    <a:pt x="968" y="0"/>
                  </a:moveTo>
                  <a:lnTo>
                    <a:pt x="701" y="1001"/>
                  </a:lnTo>
                  <a:lnTo>
                    <a:pt x="0" y="1268"/>
                  </a:lnTo>
                  <a:lnTo>
                    <a:pt x="701" y="1501"/>
                  </a:lnTo>
                  <a:lnTo>
                    <a:pt x="968" y="2268"/>
                  </a:lnTo>
                  <a:lnTo>
                    <a:pt x="1268" y="1501"/>
                  </a:lnTo>
                  <a:lnTo>
                    <a:pt x="2302" y="1268"/>
                  </a:lnTo>
                  <a:lnTo>
                    <a:pt x="1268" y="1001"/>
                  </a:lnTo>
                  <a:lnTo>
                    <a:pt x="968" y="0"/>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97"/>
            <p:cNvSpPr/>
            <p:nvPr/>
          </p:nvSpPr>
          <p:spPr>
            <a:xfrm>
              <a:off x="5001250" y="3394550"/>
              <a:ext cx="58400" cy="55050"/>
            </a:xfrm>
            <a:custGeom>
              <a:rect b="b" l="l" r="r" t="t"/>
              <a:pathLst>
                <a:path extrusionOk="0" h="2202" w="2336">
                  <a:moveTo>
                    <a:pt x="1001" y="0"/>
                  </a:moveTo>
                  <a:lnTo>
                    <a:pt x="767" y="967"/>
                  </a:lnTo>
                  <a:lnTo>
                    <a:pt x="0" y="1201"/>
                  </a:lnTo>
                  <a:lnTo>
                    <a:pt x="767" y="1501"/>
                  </a:lnTo>
                  <a:lnTo>
                    <a:pt x="1001" y="2202"/>
                  </a:lnTo>
                  <a:lnTo>
                    <a:pt x="1268" y="1501"/>
                  </a:lnTo>
                  <a:lnTo>
                    <a:pt x="2335" y="1201"/>
                  </a:lnTo>
                  <a:lnTo>
                    <a:pt x="1268" y="967"/>
                  </a:lnTo>
                  <a:lnTo>
                    <a:pt x="1001" y="0"/>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97"/>
            <p:cNvSpPr/>
            <p:nvPr/>
          </p:nvSpPr>
          <p:spPr>
            <a:xfrm>
              <a:off x="4246525" y="3197725"/>
              <a:ext cx="58400" cy="55075"/>
            </a:xfrm>
            <a:custGeom>
              <a:rect b="b" l="l" r="r" t="t"/>
              <a:pathLst>
                <a:path extrusionOk="0" h="2203" w="2336">
                  <a:moveTo>
                    <a:pt x="1002" y="1"/>
                  </a:moveTo>
                  <a:lnTo>
                    <a:pt x="701" y="968"/>
                  </a:lnTo>
                  <a:lnTo>
                    <a:pt x="1" y="1235"/>
                  </a:lnTo>
                  <a:lnTo>
                    <a:pt x="701" y="1502"/>
                  </a:lnTo>
                  <a:lnTo>
                    <a:pt x="1002" y="2202"/>
                  </a:lnTo>
                  <a:lnTo>
                    <a:pt x="1269" y="1502"/>
                  </a:lnTo>
                  <a:lnTo>
                    <a:pt x="2336" y="1235"/>
                  </a:lnTo>
                  <a:lnTo>
                    <a:pt x="1269" y="968"/>
                  </a:lnTo>
                  <a:lnTo>
                    <a:pt x="1002" y="1"/>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97"/>
            <p:cNvSpPr/>
            <p:nvPr/>
          </p:nvSpPr>
          <p:spPr>
            <a:xfrm>
              <a:off x="4558425" y="2959225"/>
              <a:ext cx="20875" cy="92600"/>
            </a:xfrm>
            <a:custGeom>
              <a:rect b="b" l="l" r="r" t="t"/>
              <a:pathLst>
                <a:path extrusionOk="0" h="3704" w="835">
                  <a:moveTo>
                    <a:pt x="401" y="1"/>
                  </a:moveTo>
                  <a:cubicBezTo>
                    <a:pt x="167" y="1"/>
                    <a:pt x="1" y="134"/>
                    <a:pt x="1" y="401"/>
                  </a:cubicBezTo>
                  <a:lnTo>
                    <a:pt x="1" y="3270"/>
                  </a:lnTo>
                  <a:cubicBezTo>
                    <a:pt x="1" y="3536"/>
                    <a:pt x="167" y="3703"/>
                    <a:pt x="401" y="3703"/>
                  </a:cubicBezTo>
                  <a:cubicBezTo>
                    <a:pt x="668" y="3703"/>
                    <a:pt x="834" y="3470"/>
                    <a:pt x="834" y="3270"/>
                  </a:cubicBezTo>
                  <a:lnTo>
                    <a:pt x="834" y="401"/>
                  </a:lnTo>
                  <a:cubicBezTo>
                    <a:pt x="834" y="134"/>
                    <a:pt x="668" y="1"/>
                    <a:pt x="4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97"/>
            <p:cNvSpPr/>
            <p:nvPr/>
          </p:nvSpPr>
          <p:spPr>
            <a:xfrm>
              <a:off x="5143000" y="3030950"/>
              <a:ext cx="57575" cy="55050"/>
            </a:xfrm>
            <a:custGeom>
              <a:rect b="b" l="l" r="r" t="t"/>
              <a:pathLst>
                <a:path extrusionOk="0" h="2202" w="2303">
                  <a:moveTo>
                    <a:pt x="1002" y="0"/>
                  </a:moveTo>
                  <a:lnTo>
                    <a:pt x="701" y="1001"/>
                  </a:lnTo>
                  <a:lnTo>
                    <a:pt x="1" y="1235"/>
                  </a:lnTo>
                  <a:lnTo>
                    <a:pt x="701" y="1501"/>
                  </a:lnTo>
                  <a:lnTo>
                    <a:pt x="1002" y="2202"/>
                  </a:lnTo>
                  <a:lnTo>
                    <a:pt x="1268" y="1501"/>
                  </a:lnTo>
                  <a:lnTo>
                    <a:pt x="2303" y="1235"/>
                  </a:lnTo>
                  <a:lnTo>
                    <a:pt x="1268" y="1001"/>
                  </a:lnTo>
                  <a:lnTo>
                    <a:pt x="1002" y="0"/>
                  </a:lnTo>
                  <a:close/>
                </a:path>
              </a:pathLst>
            </a:custGeom>
            <a:solidFill>
              <a:srgbClr val="FCC7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97"/>
            <p:cNvSpPr/>
            <p:nvPr/>
          </p:nvSpPr>
          <p:spPr>
            <a:xfrm>
              <a:off x="3916300" y="3359075"/>
              <a:ext cx="2119050" cy="1664850"/>
            </a:xfrm>
            <a:custGeom>
              <a:rect b="b" l="l" r="r" t="t"/>
              <a:pathLst>
                <a:path extrusionOk="0" h="66594" w="84762">
                  <a:moveTo>
                    <a:pt x="40494" y="0"/>
                  </a:moveTo>
                  <a:cubicBezTo>
                    <a:pt x="22378" y="0"/>
                    <a:pt x="4671" y="1029"/>
                    <a:pt x="3069" y="3320"/>
                  </a:cubicBezTo>
                  <a:cubicBezTo>
                    <a:pt x="1168" y="6389"/>
                    <a:pt x="1" y="61162"/>
                    <a:pt x="3069" y="64164"/>
                  </a:cubicBezTo>
                  <a:cubicBezTo>
                    <a:pt x="4676" y="65719"/>
                    <a:pt x="24433" y="66594"/>
                    <a:pt x="43653" y="66594"/>
                  </a:cubicBezTo>
                  <a:cubicBezTo>
                    <a:pt x="61539" y="66594"/>
                    <a:pt x="78961" y="65836"/>
                    <a:pt x="80858" y="64164"/>
                  </a:cubicBezTo>
                  <a:cubicBezTo>
                    <a:pt x="84761" y="60728"/>
                    <a:pt x="82593" y="6956"/>
                    <a:pt x="80858" y="3320"/>
                  </a:cubicBezTo>
                  <a:cubicBezTo>
                    <a:pt x="80182" y="1205"/>
                    <a:pt x="60098" y="0"/>
                    <a:pt x="404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97"/>
            <p:cNvSpPr/>
            <p:nvPr/>
          </p:nvSpPr>
          <p:spPr>
            <a:xfrm>
              <a:off x="3975500" y="3395375"/>
              <a:ext cx="1987275" cy="1605350"/>
            </a:xfrm>
            <a:custGeom>
              <a:rect b="b" l="l" r="r" t="t"/>
              <a:pathLst>
                <a:path extrusionOk="0" h="64214" w="79491">
                  <a:moveTo>
                    <a:pt x="30189" y="0"/>
                  </a:moveTo>
                  <a:lnTo>
                    <a:pt x="30189" y="434"/>
                  </a:lnTo>
                  <a:lnTo>
                    <a:pt x="31857" y="434"/>
                  </a:lnTo>
                  <a:lnTo>
                    <a:pt x="31857" y="0"/>
                  </a:lnTo>
                  <a:close/>
                  <a:moveTo>
                    <a:pt x="33525" y="0"/>
                  </a:moveTo>
                  <a:lnTo>
                    <a:pt x="33525" y="434"/>
                  </a:lnTo>
                  <a:lnTo>
                    <a:pt x="35193" y="434"/>
                  </a:lnTo>
                  <a:lnTo>
                    <a:pt x="35193" y="0"/>
                  </a:lnTo>
                  <a:close/>
                  <a:moveTo>
                    <a:pt x="36861" y="0"/>
                  </a:moveTo>
                  <a:lnTo>
                    <a:pt x="36861" y="434"/>
                  </a:lnTo>
                  <a:lnTo>
                    <a:pt x="38528" y="434"/>
                  </a:lnTo>
                  <a:lnTo>
                    <a:pt x="38528" y="0"/>
                  </a:lnTo>
                  <a:close/>
                  <a:moveTo>
                    <a:pt x="40196" y="0"/>
                  </a:moveTo>
                  <a:lnTo>
                    <a:pt x="40196" y="434"/>
                  </a:lnTo>
                  <a:lnTo>
                    <a:pt x="41864" y="434"/>
                  </a:lnTo>
                  <a:lnTo>
                    <a:pt x="41864" y="0"/>
                  </a:lnTo>
                  <a:close/>
                  <a:moveTo>
                    <a:pt x="43532" y="0"/>
                  </a:moveTo>
                  <a:lnTo>
                    <a:pt x="43532" y="434"/>
                  </a:lnTo>
                  <a:cubicBezTo>
                    <a:pt x="44066" y="467"/>
                    <a:pt x="44666" y="467"/>
                    <a:pt x="45200" y="467"/>
                  </a:cubicBezTo>
                  <a:lnTo>
                    <a:pt x="45200" y="67"/>
                  </a:lnTo>
                  <a:cubicBezTo>
                    <a:pt x="44666" y="0"/>
                    <a:pt x="44066" y="0"/>
                    <a:pt x="43532" y="0"/>
                  </a:cubicBezTo>
                  <a:close/>
                  <a:moveTo>
                    <a:pt x="28555" y="67"/>
                  </a:moveTo>
                  <a:cubicBezTo>
                    <a:pt x="28021" y="100"/>
                    <a:pt x="27454" y="100"/>
                    <a:pt x="26887" y="100"/>
                  </a:cubicBezTo>
                  <a:lnTo>
                    <a:pt x="26887" y="501"/>
                  </a:lnTo>
                  <a:cubicBezTo>
                    <a:pt x="27454" y="467"/>
                    <a:pt x="27988" y="467"/>
                    <a:pt x="28555" y="467"/>
                  </a:cubicBezTo>
                  <a:lnTo>
                    <a:pt x="28555" y="67"/>
                  </a:lnTo>
                  <a:close/>
                  <a:moveTo>
                    <a:pt x="46834" y="67"/>
                  </a:moveTo>
                  <a:lnTo>
                    <a:pt x="46834" y="467"/>
                  </a:lnTo>
                  <a:cubicBezTo>
                    <a:pt x="47368" y="467"/>
                    <a:pt x="47968" y="501"/>
                    <a:pt x="48502" y="501"/>
                  </a:cubicBezTo>
                  <a:lnTo>
                    <a:pt x="48502" y="100"/>
                  </a:lnTo>
                  <a:cubicBezTo>
                    <a:pt x="47968" y="67"/>
                    <a:pt x="47368" y="67"/>
                    <a:pt x="46834" y="67"/>
                  </a:cubicBezTo>
                  <a:close/>
                  <a:moveTo>
                    <a:pt x="25219" y="134"/>
                  </a:moveTo>
                  <a:cubicBezTo>
                    <a:pt x="24652" y="134"/>
                    <a:pt x="24118" y="167"/>
                    <a:pt x="23551" y="167"/>
                  </a:cubicBezTo>
                  <a:lnTo>
                    <a:pt x="23551" y="601"/>
                  </a:lnTo>
                  <a:cubicBezTo>
                    <a:pt x="24118" y="567"/>
                    <a:pt x="24652" y="567"/>
                    <a:pt x="25219" y="567"/>
                  </a:cubicBezTo>
                  <a:lnTo>
                    <a:pt x="25219" y="134"/>
                  </a:lnTo>
                  <a:close/>
                  <a:moveTo>
                    <a:pt x="50170" y="134"/>
                  </a:moveTo>
                  <a:lnTo>
                    <a:pt x="50170" y="567"/>
                  </a:lnTo>
                  <a:cubicBezTo>
                    <a:pt x="50704" y="567"/>
                    <a:pt x="51304" y="601"/>
                    <a:pt x="51838" y="601"/>
                  </a:cubicBezTo>
                  <a:lnTo>
                    <a:pt x="51838" y="167"/>
                  </a:lnTo>
                  <a:cubicBezTo>
                    <a:pt x="51304" y="167"/>
                    <a:pt x="50704" y="134"/>
                    <a:pt x="50170" y="134"/>
                  </a:cubicBezTo>
                  <a:close/>
                  <a:moveTo>
                    <a:pt x="21883" y="201"/>
                  </a:moveTo>
                  <a:cubicBezTo>
                    <a:pt x="21316" y="201"/>
                    <a:pt x="20782" y="267"/>
                    <a:pt x="20215" y="267"/>
                  </a:cubicBezTo>
                  <a:lnTo>
                    <a:pt x="20215" y="668"/>
                  </a:lnTo>
                  <a:cubicBezTo>
                    <a:pt x="20782" y="668"/>
                    <a:pt x="21316" y="634"/>
                    <a:pt x="21883" y="634"/>
                  </a:cubicBezTo>
                  <a:lnTo>
                    <a:pt x="21883" y="201"/>
                  </a:lnTo>
                  <a:close/>
                  <a:moveTo>
                    <a:pt x="53506" y="267"/>
                  </a:moveTo>
                  <a:lnTo>
                    <a:pt x="53506" y="668"/>
                  </a:lnTo>
                  <a:cubicBezTo>
                    <a:pt x="54073" y="668"/>
                    <a:pt x="54640" y="734"/>
                    <a:pt x="55174" y="734"/>
                  </a:cubicBezTo>
                  <a:lnTo>
                    <a:pt x="55174" y="301"/>
                  </a:lnTo>
                  <a:cubicBezTo>
                    <a:pt x="54640" y="301"/>
                    <a:pt x="54039" y="267"/>
                    <a:pt x="53506" y="267"/>
                  </a:cubicBezTo>
                  <a:close/>
                  <a:moveTo>
                    <a:pt x="18547" y="334"/>
                  </a:moveTo>
                  <a:cubicBezTo>
                    <a:pt x="17980" y="367"/>
                    <a:pt x="17447" y="367"/>
                    <a:pt x="16880" y="434"/>
                  </a:cubicBezTo>
                  <a:lnTo>
                    <a:pt x="16880" y="834"/>
                  </a:lnTo>
                  <a:cubicBezTo>
                    <a:pt x="17447" y="801"/>
                    <a:pt x="18014" y="768"/>
                    <a:pt x="18547" y="768"/>
                  </a:cubicBezTo>
                  <a:lnTo>
                    <a:pt x="18547" y="334"/>
                  </a:lnTo>
                  <a:close/>
                  <a:moveTo>
                    <a:pt x="56841" y="334"/>
                  </a:moveTo>
                  <a:lnTo>
                    <a:pt x="56841" y="768"/>
                  </a:lnTo>
                  <a:cubicBezTo>
                    <a:pt x="57409" y="801"/>
                    <a:pt x="57976" y="801"/>
                    <a:pt x="58509" y="834"/>
                  </a:cubicBezTo>
                  <a:lnTo>
                    <a:pt x="58509" y="434"/>
                  </a:lnTo>
                  <a:cubicBezTo>
                    <a:pt x="57976" y="401"/>
                    <a:pt x="57375" y="401"/>
                    <a:pt x="56841" y="334"/>
                  </a:cubicBezTo>
                  <a:close/>
                  <a:moveTo>
                    <a:pt x="15212" y="501"/>
                  </a:moveTo>
                  <a:cubicBezTo>
                    <a:pt x="14645" y="501"/>
                    <a:pt x="14111" y="567"/>
                    <a:pt x="13544" y="601"/>
                  </a:cubicBezTo>
                  <a:lnTo>
                    <a:pt x="13611" y="1001"/>
                  </a:lnTo>
                  <a:cubicBezTo>
                    <a:pt x="14144" y="968"/>
                    <a:pt x="14678" y="968"/>
                    <a:pt x="15278" y="934"/>
                  </a:cubicBezTo>
                  <a:lnTo>
                    <a:pt x="15212" y="501"/>
                  </a:lnTo>
                  <a:close/>
                  <a:moveTo>
                    <a:pt x="60144" y="501"/>
                  </a:moveTo>
                  <a:lnTo>
                    <a:pt x="60144" y="934"/>
                  </a:lnTo>
                  <a:cubicBezTo>
                    <a:pt x="60711" y="968"/>
                    <a:pt x="61245" y="968"/>
                    <a:pt x="61812" y="1001"/>
                  </a:cubicBezTo>
                  <a:lnTo>
                    <a:pt x="61812" y="601"/>
                  </a:lnTo>
                  <a:cubicBezTo>
                    <a:pt x="61245" y="567"/>
                    <a:pt x="60711" y="567"/>
                    <a:pt x="60144" y="501"/>
                  </a:cubicBezTo>
                  <a:close/>
                  <a:moveTo>
                    <a:pt x="63513" y="668"/>
                  </a:moveTo>
                  <a:lnTo>
                    <a:pt x="63480" y="1101"/>
                  </a:lnTo>
                  <a:cubicBezTo>
                    <a:pt x="64047" y="1101"/>
                    <a:pt x="64580" y="1135"/>
                    <a:pt x="65147" y="1168"/>
                  </a:cubicBezTo>
                  <a:lnTo>
                    <a:pt x="65181" y="768"/>
                  </a:lnTo>
                  <a:cubicBezTo>
                    <a:pt x="64647" y="768"/>
                    <a:pt x="64080" y="734"/>
                    <a:pt x="63513" y="668"/>
                  </a:cubicBezTo>
                  <a:close/>
                  <a:moveTo>
                    <a:pt x="11876" y="701"/>
                  </a:moveTo>
                  <a:cubicBezTo>
                    <a:pt x="11309" y="768"/>
                    <a:pt x="10775" y="801"/>
                    <a:pt x="10208" y="834"/>
                  </a:cubicBezTo>
                  <a:lnTo>
                    <a:pt x="10275" y="1268"/>
                  </a:lnTo>
                  <a:cubicBezTo>
                    <a:pt x="10809" y="1235"/>
                    <a:pt x="11342" y="1168"/>
                    <a:pt x="11943" y="1135"/>
                  </a:cubicBezTo>
                  <a:lnTo>
                    <a:pt x="11876" y="701"/>
                  </a:lnTo>
                  <a:close/>
                  <a:moveTo>
                    <a:pt x="66849" y="901"/>
                  </a:moveTo>
                  <a:lnTo>
                    <a:pt x="66815" y="1301"/>
                  </a:lnTo>
                  <a:cubicBezTo>
                    <a:pt x="67382" y="1335"/>
                    <a:pt x="67916" y="1401"/>
                    <a:pt x="68483" y="1435"/>
                  </a:cubicBezTo>
                  <a:lnTo>
                    <a:pt x="68516" y="1001"/>
                  </a:lnTo>
                  <a:cubicBezTo>
                    <a:pt x="67983" y="968"/>
                    <a:pt x="67416" y="934"/>
                    <a:pt x="66849" y="901"/>
                  </a:cubicBezTo>
                  <a:close/>
                  <a:moveTo>
                    <a:pt x="8574" y="1001"/>
                  </a:moveTo>
                  <a:cubicBezTo>
                    <a:pt x="8007" y="1101"/>
                    <a:pt x="7406" y="1135"/>
                    <a:pt x="6906" y="1235"/>
                  </a:cubicBezTo>
                  <a:lnTo>
                    <a:pt x="6973" y="1635"/>
                  </a:lnTo>
                  <a:cubicBezTo>
                    <a:pt x="7473" y="1568"/>
                    <a:pt x="8007" y="1501"/>
                    <a:pt x="8640" y="1435"/>
                  </a:cubicBezTo>
                  <a:lnTo>
                    <a:pt x="8574" y="1001"/>
                  </a:lnTo>
                  <a:close/>
                  <a:moveTo>
                    <a:pt x="70151" y="1168"/>
                  </a:moveTo>
                  <a:lnTo>
                    <a:pt x="70084" y="1602"/>
                  </a:lnTo>
                  <a:cubicBezTo>
                    <a:pt x="70685" y="1635"/>
                    <a:pt x="71252" y="1735"/>
                    <a:pt x="71752" y="1768"/>
                  </a:cubicBezTo>
                  <a:lnTo>
                    <a:pt x="71819" y="1335"/>
                  </a:lnTo>
                  <a:cubicBezTo>
                    <a:pt x="71252" y="1301"/>
                    <a:pt x="70718" y="1235"/>
                    <a:pt x="70151" y="1168"/>
                  </a:cubicBezTo>
                  <a:close/>
                  <a:moveTo>
                    <a:pt x="5205" y="1435"/>
                  </a:moveTo>
                  <a:cubicBezTo>
                    <a:pt x="4604" y="1535"/>
                    <a:pt x="4037" y="1668"/>
                    <a:pt x="3603" y="1802"/>
                  </a:cubicBezTo>
                  <a:lnTo>
                    <a:pt x="3704" y="2235"/>
                  </a:lnTo>
                  <a:cubicBezTo>
                    <a:pt x="4171" y="2135"/>
                    <a:pt x="4704" y="2002"/>
                    <a:pt x="5305" y="1835"/>
                  </a:cubicBezTo>
                  <a:lnTo>
                    <a:pt x="5205" y="1435"/>
                  </a:lnTo>
                  <a:close/>
                  <a:moveTo>
                    <a:pt x="73420" y="1568"/>
                  </a:moveTo>
                  <a:lnTo>
                    <a:pt x="73387" y="1968"/>
                  </a:lnTo>
                  <a:cubicBezTo>
                    <a:pt x="74020" y="2069"/>
                    <a:pt x="74554" y="2169"/>
                    <a:pt x="75021" y="2269"/>
                  </a:cubicBezTo>
                  <a:lnTo>
                    <a:pt x="75088" y="1835"/>
                  </a:lnTo>
                  <a:cubicBezTo>
                    <a:pt x="74587" y="1735"/>
                    <a:pt x="74054" y="1635"/>
                    <a:pt x="73420" y="1568"/>
                  </a:cubicBezTo>
                  <a:close/>
                  <a:moveTo>
                    <a:pt x="76756" y="2335"/>
                  </a:moveTo>
                  <a:lnTo>
                    <a:pt x="76589" y="2702"/>
                  </a:lnTo>
                  <a:cubicBezTo>
                    <a:pt x="76923" y="2836"/>
                    <a:pt x="76956" y="2936"/>
                    <a:pt x="76956" y="2969"/>
                  </a:cubicBezTo>
                  <a:cubicBezTo>
                    <a:pt x="77023" y="3103"/>
                    <a:pt x="77089" y="3336"/>
                    <a:pt x="77223" y="3937"/>
                  </a:cubicBezTo>
                  <a:lnTo>
                    <a:pt x="77623" y="3903"/>
                  </a:lnTo>
                  <a:cubicBezTo>
                    <a:pt x="77556" y="3403"/>
                    <a:pt x="77423" y="3069"/>
                    <a:pt x="77356" y="2836"/>
                  </a:cubicBezTo>
                  <a:cubicBezTo>
                    <a:pt x="77256" y="2636"/>
                    <a:pt x="77089" y="2502"/>
                    <a:pt x="76756" y="2335"/>
                  </a:cubicBezTo>
                  <a:close/>
                  <a:moveTo>
                    <a:pt x="2002" y="2569"/>
                  </a:moveTo>
                  <a:cubicBezTo>
                    <a:pt x="1936" y="2636"/>
                    <a:pt x="1869" y="2702"/>
                    <a:pt x="1836" y="2769"/>
                  </a:cubicBezTo>
                  <a:cubicBezTo>
                    <a:pt x="1669" y="3003"/>
                    <a:pt x="1535" y="3470"/>
                    <a:pt x="1435" y="4237"/>
                  </a:cubicBezTo>
                  <a:lnTo>
                    <a:pt x="1836" y="4303"/>
                  </a:lnTo>
                  <a:cubicBezTo>
                    <a:pt x="2002" y="3436"/>
                    <a:pt x="2136" y="3103"/>
                    <a:pt x="2202" y="2969"/>
                  </a:cubicBezTo>
                  <a:cubicBezTo>
                    <a:pt x="2202" y="2936"/>
                    <a:pt x="2236" y="2902"/>
                    <a:pt x="2303" y="2836"/>
                  </a:cubicBezTo>
                  <a:lnTo>
                    <a:pt x="2002" y="2569"/>
                  </a:lnTo>
                  <a:close/>
                  <a:moveTo>
                    <a:pt x="77890" y="5504"/>
                  </a:moveTo>
                  <a:lnTo>
                    <a:pt x="77490" y="5571"/>
                  </a:lnTo>
                  <a:cubicBezTo>
                    <a:pt x="77556" y="6038"/>
                    <a:pt x="77590" y="6638"/>
                    <a:pt x="77690" y="7239"/>
                  </a:cubicBezTo>
                  <a:lnTo>
                    <a:pt x="78090" y="7172"/>
                  </a:lnTo>
                  <a:cubicBezTo>
                    <a:pt x="78023" y="6538"/>
                    <a:pt x="77990" y="6005"/>
                    <a:pt x="77890" y="5504"/>
                  </a:cubicBezTo>
                  <a:close/>
                  <a:moveTo>
                    <a:pt x="1168" y="5838"/>
                  </a:moveTo>
                  <a:cubicBezTo>
                    <a:pt x="1135" y="6338"/>
                    <a:pt x="1035" y="6939"/>
                    <a:pt x="1002" y="7506"/>
                  </a:cubicBezTo>
                  <a:lnTo>
                    <a:pt x="1435" y="7572"/>
                  </a:lnTo>
                  <a:cubicBezTo>
                    <a:pt x="1502" y="6972"/>
                    <a:pt x="1535" y="6438"/>
                    <a:pt x="1602" y="5905"/>
                  </a:cubicBezTo>
                  <a:lnTo>
                    <a:pt x="1168" y="5838"/>
                  </a:lnTo>
                  <a:close/>
                  <a:moveTo>
                    <a:pt x="78257" y="8807"/>
                  </a:moveTo>
                  <a:lnTo>
                    <a:pt x="77857" y="8840"/>
                  </a:lnTo>
                  <a:cubicBezTo>
                    <a:pt x="77890" y="9407"/>
                    <a:pt x="77923" y="9941"/>
                    <a:pt x="77990" y="10508"/>
                  </a:cubicBezTo>
                  <a:lnTo>
                    <a:pt x="78390" y="10475"/>
                  </a:lnTo>
                  <a:cubicBezTo>
                    <a:pt x="78357" y="9908"/>
                    <a:pt x="78324" y="9340"/>
                    <a:pt x="78257" y="8807"/>
                  </a:cubicBezTo>
                  <a:close/>
                  <a:moveTo>
                    <a:pt x="868" y="9174"/>
                  </a:moveTo>
                  <a:cubicBezTo>
                    <a:pt x="835" y="9741"/>
                    <a:pt x="801" y="10274"/>
                    <a:pt x="768" y="10842"/>
                  </a:cubicBezTo>
                  <a:lnTo>
                    <a:pt x="1168" y="10908"/>
                  </a:lnTo>
                  <a:cubicBezTo>
                    <a:pt x="1202" y="10308"/>
                    <a:pt x="1268" y="9774"/>
                    <a:pt x="1302" y="9240"/>
                  </a:cubicBezTo>
                  <a:lnTo>
                    <a:pt x="868" y="9174"/>
                  </a:lnTo>
                  <a:close/>
                  <a:moveTo>
                    <a:pt x="78524" y="12142"/>
                  </a:moveTo>
                  <a:lnTo>
                    <a:pt x="78090" y="12176"/>
                  </a:lnTo>
                  <a:cubicBezTo>
                    <a:pt x="78157" y="12743"/>
                    <a:pt x="78190" y="13277"/>
                    <a:pt x="78223" y="13844"/>
                  </a:cubicBezTo>
                  <a:lnTo>
                    <a:pt x="78657" y="13810"/>
                  </a:lnTo>
                  <a:cubicBezTo>
                    <a:pt x="78590" y="13243"/>
                    <a:pt x="78557" y="12676"/>
                    <a:pt x="78524" y="12142"/>
                  </a:cubicBezTo>
                  <a:close/>
                  <a:moveTo>
                    <a:pt x="635" y="12509"/>
                  </a:moveTo>
                  <a:cubicBezTo>
                    <a:pt x="601" y="13076"/>
                    <a:pt x="601" y="13610"/>
                    <a:pt x="535" y="14177"/>
                  </a:cubicBezTo>
                  <a:lnTo>
                    <a:pt x="968" y="14244"/>
                  </a:lnTo>
                  <a:cubicBezTo>
                    <a:pt x="1002" y="13644"/>
                    <a:pt x="1035" y="13110"/>
                    <a:pt x="1035" y="12576"/>
                  </a:cubicBezTo>
                  <a:lnTo>
                    <a:pt x="635" y="12509"/>
                  </a:lnTo>
                  <a:close/>
                  <a:moveTo>
                    <a:pt x="78757" y="15445"/>
                  </a:moveTo>
                  <a:lnTo>
                    <a:pt x="78357" y="15478"/>
                  </a:lnTo>
                  <a:cubicBezTo>
                    <a:pt x="78357" y="16012"/>
                    <a:pt x="78390" y="16579"/>
                    <a:pt x="78424" y="17146"/>
                  </a:cubicBezTo>
                  <a:lnTo>
                    <a:pt x="78857" y="17113"/>
                  </a:lnTo>
                  <a:cubicBezTo>
                    <a:pt x="78857" y="16512"/>
                    <a:pt x="78824" y="15979"/>
                    <a:pt x="78757" y="15445"/>
                  </a:cubicBezTo>
                  <a:close/>
                  <a:moveTo>
                    <a:pt x="468" y="15845"/>
                  </a:moveTo>
                  <a:cubicBezTo>
                    <a:pt x="435" y="16412"/>
                    <a:pt x="435" y="16946"/>
                    <a:pt x="368" y="17513"/>
                  </a:cubicBezTo>
                  <a:lnTo>
                    <a:pt x="801" y="17513"/>
                  </a:lnTo>
                  <a:cubicBezTo>
                    <a:pt x="835" y="16979"/>
                    <a:pt x="835" y="16446"/>
                    <a:pt x="868" y="15845"/>
                  </a:cubicBezTo>
                  <a:close/>
                  <a:moveTo>
                    <a:pt x="78924" y="18781"/>
                  </a:moveTo>
                  <a:lnTo>
                    <a:pt x="78524" y="18814"/>
                  </a:lnTo>
                  <a:cubicBezTo>
                    <a:pt x="78557" y="19348"/>
                    <a:pt x="78557" y="19948"/>
                    <a:pt x="78590" y="20482"/>
                  </a:cubicBezTo>
                  <a:lnTo>
                    <a:pt x="79024" y="20448"/>
                  </a:lnTo>
                  <a:cubicBezTo>
                    <a:pt x="78991" y="19848"/>
                    <a:pt x="78991" y="19314"/>
                    <a:pt x="78924" y="18781"/>
                  </a:cubicBezTo>
                  <a:close/>
                  <a:moveTo>
                    <a:pt x="301" y="19181"/>
                  </a:moveTo>
                  <a:cubicBezTo>
                    <a:pt x="301" y="19748"/>
                    <a:pt x="268" y="20315"/>
                    <a:pt x="268" y="20849"/>
                  </a:cubicBezTo>
                  <a:lnTo>
                    <a:pt x="668" y="20849"/>
                  </a:lnTo>
                  <a:cubicBezTo>
                    <a:pt x="701" y="20315"/>
                    <a:pt x="701" y="19748"/>
                    <a:pt x="701" y="19181"/>
                  </a:cubicBezTo>
                  <a:close/>
                  <a:moveTo>
                    <a:pt x="78690" y="22150"/>
                  </a:moveTo>
                  <a:cubicBezTo>
                    <a:pt x="78724" y="22683"/>
                    <a:pt x="78724" y="23284"/>
                    <a:pt x="78757" y="23817"/>
                  </a:cubicBezTo>
                  <a:lnTo>
                    <a:pt x="79191" y="23817"/>
                  </a:lnTo>
                  <a:cubicBezTo>
                    <a:pt x="79157" y="23250"/>
                    <a:pt x="79157" y="22683"/>
                    <a:pt x="79091" y="22150"/>
                  </a:cubicBezTo>
                  <a:close/>
                  <a:moveTo>
                    <a:pt x="201" y="22517"/>
                  </a:moveTo>
                  <a:cubicBezTo>
                    <a:pt x="201" y="23084"/>
                    <a:pt x="168" y="23651"/>
                    <a:pt x="168" y="24184"/>
                  </a:cubicBezTo>
                  <a:lnTo>
                    <a:pt x="601" y="24184"/>
                  </a:lnTo>
                  <a:cubicBezTo>
                    <a:pt x="601" y="23617"/>
                    <a:pt x="635" y="23084"/>
                    <a:pt x="635" y="22517"/>
                  </a:cubicBezTo>
                  <a:close/>
                  <a:moveTo>
                    <a:pt x="78824" y="25485"/>
                  </a:moveTo>
                  <a:cubicBezTo>
                    <a:pt x="78824" y="26019"/>
                    <a:pt x="78857" y="26619"/>
                    <a:pt x="78857" y="27153"/>
                  </a:cubicBezTo>
                  <a:lnTo>
                    <a:pt x="79258" y="27153"/>
                  </a:lnTo>
                  <a:cubicBezTo>
                    <a:pt x="79258" y="26619"/>
                    <a:pt x="79224" y="26019"/>
                    <a:pt x="79224" y="25485"/>
                  </a:cubicBezTo>
                  <a:close/>
                  <a:moveTo>
                    <a:pt x="134" y="25852"/>
                  </a:moveTo>
                  <a:cubicBezTo>
                    <a:pt x="134" y="26419"/>
                    <a:pt x="68" y="26986"/>
                    <a:pt x="68" y="27520"/>
                  </a:cubicBezTo>
                  <a:lnTo>
                    <a:pt x="501" y="27520"/>
                  </a:lnTo>
                  <a:cubicBezTo>
                    <a:pt x="501" y="26953"/>
                    <a:pt x="535" y="26419"/>
                    <a:pt x="535" y="25852"/>
                  </a:cubicBezTo>
                  <a:close/>
                  <a:moveTo>
                    <a:pt x="78924" y="28788"/>
                  </a:moveTo>
                  <a:cubicBezTo>
                    <a:pt x="78924" y="29321"/>
                    <a:pt x="78991" y="29922"/>
                    <a:pt x="78991" y="30456"/>
                  </a:cubicBezTo>
                  <a:lnTo>
                    <a:pt x="79391" y="30456"/>
                  </a:lnTo>
                  <a:cubicBezTo>
                    <a:pt x="79391" y="29922"/>
                    <a:pt x="79358" y="29321"/>
                    <a:pt x="79358" y="28788"/>
                  </a:cubicBezTo>
                  <a:close/>
                  <a:moveTo>
                    <a:pt x="101" y="29188"/>
                  </a:moveTo>
                  <a:cubicBezTo>
                    <a:pt x="34" y="29755"/>
                    <a:pt x="34" y="30322"/>
                    <a:pt x="34" y="30856"/>
                  </a:cubicBezTo>
                  <a:lnTo>
                    <a:pt x="468" y="30856"/>
                  </a:lnTo>
                  <a:cubicBezTo>
                    <a:pt x="468" y="30289"/>
                    <a:pt x="468" y="29755"/>
                    <a:pt x="501" y="29188"/>
                  </a:cubicBezTo>
                  <a:close/>
                  <a:moveTo>
                    <a:pt x="78991" y="32123"/>
                  </a:moveTo>
                  <a:cubicBezTo>
                    <a:pt x="79024" y="32657"/>
                    <a:pt x="79024" y="33258"/>
                    <a:pt x="79024" y="33791"/>
                  </a:cubicBezTo>
                  <a:lnTo>
                    <a:pt x="79424" y="33791"/>
                  </a:lnTo>
                  <a:cubicBezTo>
                    <a:pt x="79391" y="33258"/>
                    <a:pt x="79391" y="32657"/>
                    <a:pt x="79391" y="32123"/>
                  </a:cubicBezTo>
                  <a:close/>
                  <a:moveTo>
                    <a:pt x="1" y="32490"/>
                  </a:moveTo>
                  <a:lnTo>
                    <a:pt x="1" y="34158"/>
                  </a:lnTo>
                  <a:lnTo>
                    <a:pt x="435" y="34158"/>
                  </a:lnTo>
                  <a:lnTo>
                    <a:pt x="435" y="32490"/>
                  </a:lnTo>
                  <a:close/>
                  <a:moveTo>
                    <a:pt x="79057" y="35459"/>
                  </a:moveTo>
                  <a:lnTo>
                    <a:pt x="79057" y="37127"/>
                  </a:lnTo>
                  <a:lnTo>
                    <a:pt x="79491" y="37127"/>
                  </a:lnTo>
                  <a:lnTo>
                    <a:pt x="79491" y="35459"/>
                  </a:lnTo>
                  <a:close/>
                  <a:moveTo>
                    <a:pt x="1" y="35826"/>
                  </a:moveTo>
                  <a:lnTo>
                    <a:pt x="1" y="37494"/>
                  </a:lnTo>
                  <a:lnTo>
                    <a:pt x="435" y="37494"/>
                  </a:lnTo>
                  <a:lnTo>
                    <a:pt x="435" y="35826"/>
                  </a:lnTo>
                  <a:close/>
                  <a:moveTo>
                    <a:pt x="79057" y="38795"/>
                  </a:moveTo>
                  <a:lnTo>
                    <a:pt x="79057" y="39362"/>
                  </a:lnTo>
                  <a:lnTo>
                    <a:pt x="79057" y="40463"/>
                  </a:lnTo>
                  <a:lnTo>
                    <a:pt x="79491" y="40463"/>
                  </a:lnTo>
                  <a:lnTo>
                    <a:pt x="79491" y="39362"/>
                  </a:lnTo>
                  <a:lnTo>
                    <a:pt x="79491" y="38795"/>
                  </a:lnTo>
                  <a:close/>
                  <a:moveTo>
                    <a:pt x="1" y="39162"/>
                  </a:moveTo>
                  <a:lnTo>
                    <a:pt x="1" y="40830"/>
                  </a:lnTo>
                  <a:lnTo>
                    <a:pt x="435" y="40830"/>
                  </a:lnTo>
                  <a:lnTo>
                    <a:pt x="435" y="39162"/>
                  </a:lnTo>
                  <a:close/>
                  <a:moveTo>
                    <a:pt x="79024" y="42131"/>
                  </a:moveTo>
                  <a:lnTo>
                    <a:pt x="79024" y="43798"/>
                  </a:lnTo>
                  <a:lnTo>
                    <a:pt x="79424" y="43798"/>
                  </a:lnTo>
                  <a:cubicBezTo>
                    <a:pt x="79491" y="43265"/>
                    <a:pt x="79491" y="42664"/>
                    <a:pt x="79424" y="42131"/>
                  </a:cubicBezTo>
                  <a:close/>
                  <a:moveTo>
                    <a:pt x="1" y="42497"/>
                  </a:moveTo>
                  <a:cubicBezTo>
                    <a:pt x="34" y="43098"/>
                    <a:pt x="34" y="43632"/>
                    <a:pt x="34" y="44165"/>
                  </a:cubicBezTo>
                  <a:lnTo>
                    <a:pt x="468" y="44165"/>
                  </a:lnTo>
                  <a:cubicBezTo>
                    <a:pt x="435" y="43632"/>
                    <a:pt x="435" y="43031"/>
                    <a:pt x="435" y="42497"/>
                  </a:cubicBezTo>
                  <a:close/>
                  <a:moveTo>
                    <a:pt x="79024" y="45466"/>
                  </a:moveTo>
                  <a:cubicBezTo>
                    <a:pt x="79024" y="46033"/>
                    <a:pt x="78991" y="46600"/>
                    <a:pt x="78991" y="47134"/>
                  </a:cubicBezTo>
                  <a:lnTo>
                    <a:pt x="79391" y="47134"/>
                  </a:lnTo>
                  <a:cubicBezTo>
                    <a:pt x="79391" y="46534"/>
                    <a:pt x="79391" y="46000"/>
                    <a:pt x="79424" y="45466"/>
                  </a:cubicBezTo>
                  <a:close/>
                  <a:moveTo>
                    <a:pt x="68" y="45833"/>
                  </a:moveTo>
                  <a:cubicBezTo>
                    <a:pt x="68" y="46434"/>
                    <a:pt x="134" y="46967"/>
                    <a:pt x="134" y="47501"/>
                  </a:cubicBezTo>
                  <a:lnTo>
                    <a:pt x="535" y="47501"/>
                  </a:lnTo>
                  <a:cubicBezTo>
                    <a:pt x="535" y="46967"/>
                    <a:pt x="501" y="46434"/>
                    <a:pt x="501" y="45833"/>
                  </a:cubicBezTo>
                  <a:close/>
                  <a:moveTo>
                    <a:pt x="78891" y="48769"/>
                  </a:moveTo>
                  <a:cubicBezTo>
                    <a:pt x="78857" y="49336"/>
                    <a:pt x="78857" y="49869"/>
                    <a:pt x="78824" y="50437"/>
                  </a:cubicBezTo>
                  <a:lnTo>
                    <a:pt x="79224" y="50437"/>
                  </a:lnTo>
                  <a:cubicBezTo>
                    <a:pt x="79258" y="49869"/>
                    <a:pt x="79324" y="49336"/>
                    <a:pt x="79324" y="48769"/>
                  </a:cubicBezTo>
                  <a:close/>
                  <a:moveTo>
                    <a:pt x="168" y="49169"/>
                  </a:moveTo>
                  <a:cubicBezTo>
                    <a:pt x="201" y="49769"/>
                    <a:pt x="201" y="50303"/>
                    <a:pt x="268" y="50837"/>
                  </a:cubicBezTo>
                  <a:lnTo>
                    <a:pt x="668" y="50837"/>
                  </a:lnTo>
                  <a:cubicBezTo>
                    <a:pt x="635" y="50303"/>
                    <a:pt x="635" y="49769"/>
                    <a:pt x="601" y="49169"/>
                  </a:cubicBezTo>
                  <a:close/>
                  <a:moveTo>
                    <a:pt x="78724" y="52038"/>
                  </a:moveTo>
                  <a:cubicBezTo>
                    <a:pt x="78690" y="52638"/>
                    <a:pt x="78657" y="53172"/>
                    <a:pt x="78590" y="53706"/>
                  </a:cubicBezTo>
                  <a:lnTo>
                    <a:pt x="79024" y="53772"/>
                  </a:lnTo>
                  <a:cubicBezTo>
                    <a:pt x="79057" y="53205"/>
                    <a:pt x="79091" y="52671"/>
                    <a:pt x="79157" y="52104"/>
                  </a:cubicBezTo>
                  <a:lnTo>
                    <a:pt x="78724" y="52038"/>
                  </a:lnTo>
                  <a:close/>
                  <a:moveTo>
                    <a:pt x="768" y="52438"/>
                  </a:moveTo>
                  <a:lnTo>
                    <a:pt x="334" y="52471"/>
                  </a:lnTo>
                  <a:cubicBezTo>
                    <a:pt x="368" y="53038"/>
                    <a:pt x="435" y="53605"/>
                    <a:pt x="468" y="54139"/>
                  </a:cubicBezTo>
                  <a:lnTo>
                    <a:pt x="868" y="54106"/>
                  </a:lnTo>
                  <a:cubicBezTo>
                    <a:pt x="835" y="53539"/>
                    <a:pt x="801" y="53005"/>
                    <a:pt x="768" y="52438"/>
                  </a:cubicBezTo>
                  <a:close/>
                  <a:moveTo>
                    <a:pt x="78490" y="55440"/>
                  </a:moveTo>
                  <a:cubicBezTo>
                    <a:pt x="78390" y="55974"/>
                    <a:pt x="78357" y="56541"/>
                    <a:pt x="78257" y="57041"/>
                  </a:cubicBezTo>
                  <a:lnTo>
                    <a:pt x="78690" y="57108"/>
                  </a:lnTo>
                  <a:cubicBezTo>
                    <a:pt x="78757" y="56608"/>
                    <a:pt x="78824" y="56007"/>
                    <a:pt x="78891" y="55473"/>
                  </a:cubicBezTo>
                  <a:lnTo>
                    <a:pt x="78490" y="55440"/>
                  </a:lnTo>
                  <a:close/>
                  <a:moveTo>
                    <a:pt x="1002" y="55774"/>
                  </a:moveTo>
                  <a:lnTo>
                    <a:pt x="601" y="55807"/>
                  </a:lnTo>
                  <a:cubicBezTo>
                    <a:pt x="635" y="56374"/>
                    <a:pt x="701" y="56975"/>
                    <a:pt x="768" y="57475"/>
                  </a:cubicBezTo>
                  <a:lnTo>
                    <a:pt x="1168" y="57442"/>
                  </a:lnTo>
                  <a:cubicBezTo>
                    <a:pt x="1135" y="56874"/>
                    <a:pt x="1035" y="56341"/>
                    <a:pt x="1002" y="55774"/>
                  </a:cubicBezTo>
                  <a:close/>
                  <a:moveTo>
                    <a:pt x="77990" y="58676"/>
                  </a:moveTo>
                  <a:cubicBezTo>
                    <a:pt x="77857" y="59310"/>
                    <a:pt x="77723" y="59843"/>
                    <a:pt x="77590" y="60277"/>
                  </a:cubicBezTo>
                  <a:lnTo>
                    <a:pt x="78023" y="60377"/>
                  </a:lnTo>
                  <a:cubicBezTo>
                    <a:pt x="78190" y="59943"/>
                    <a:pt x="78324" y="59376"/>
                    <a:pt x="78390" y="58742"/>
                  </a:cubicBezTo>
                  <a:lnTo>
                    <a:pt x="77990" y="58676"/>
                  </a:lnTo>
                  <a:close/>
                  <a:moveTo>
                    <a:pt x="1435" y="59009"/>
                  </a:moveTo>
                  <a:lnTo>
                    <a:pt x="1002" y="59109"/>
                  </a:lnTo>
                  <a:cubicBezTo>
                    <a:pt x="1135" y="59777"/>
                    <a:pt x="1268" y="60344"/>
                    <a:pt x="1369" y="60777"/>
                  </a:cubicBezTo>
                  <a:lnTo>
                    <a:pt x="1802" y="60610"/>
                  </a:lnTo>
                  <a:cubicBezTo>
                    <a:pt x="1669" y="60177"/>
                    <a:pt x="1535" y="59676"/>
                    <a:pt x="1435" y="59009"/>
                  </a:cubicBezTo>
                  <a:close/>
                  <a:moveTo>
                    <a:pt x="78390" y="60277"/>
                  </a:moveTo>
                  <a:lnTo>
                    <a:pt x="77156" y="61378"/>
                  </a:lnTo>
                  <a:lnTo>
                    <a:pt x="77023" y="61478"/>
                  </a:lnTo>
                  <a:cubicBezTo>
                    <a:pt x="76856" y="61645"/>
                    <a:pt x="76489" y="61845"/>
                    <a:pt x="75555" y="62045"/>
                  </a:cubicBezTo>
                  <a:lnTo>
                    <a:pt x="75655" y="62478"/>
                  </a:lnTo>
                  <a:cubicBezTo>
                    <a:pt x="76489" y="62278"/>
                    <a:pt x="77023" y="62045"/>
                    <a:pt x="77323" y="61778"/>
                  </a:cubicBezTo>
                  <a:lnTo>
                    <a:pt x="78690" y="60544"/>
                  </a:lnTo>
                  <a:lnTo>
                    <a:pt x="78390" y="60277"/>
                  </a:lnTo>
                  <a:close/>
                  <a:moveTo>
                    <a:pt x="2636" y="61778"/>
                  </a:moveTo>
                  <a:lnTo>
                    <a:pt x="2469" y="62145"/>
                  </a:lnTo>
                  <a:cubicBezTo>
                    <a:pt x="2870" y="62278"/>
                    <a:pt x="3437" y="62445"/>
                    <a:pt x="4137" y="62545"/>
                  </a:cubicBezTo>
                  <a:lnTo>
                    <a:pt x="4204" y="62178"/>
                  </a:lnTo>
                  <a:cubicBezTo>
                    <a:pt x="3503" y="62011"/>
                    <a:pt x="3003" y="61878"/>
                    <a:pt x="2636" y="61778"/>
                  </a:cubicBezTo>
                  <a:close/>
                  <a:moveTo>
                    <a:pt x="5838" y="62378"/>
                  </a:moveTo>
                  <a:lnTo>
                    <a:pt x="5805" y="62812"/>
                  </a:lnTo>
                  <a:cubicBezTo>
                    <a:pt x="6305" y="62879"/>
                    <a:pt x="6872" y="62945"/>
                    <a:pt x="7473" y="63012"/>
                  </a:cubicBezTo>
                  <a:lnTo>
                    <a:pt x="7506" y="62612"/>
                  </a:lnTo>
                  <a:cubicBezTo>
                    <a:pt x="6872" y="62512"/>
                    <a:pt x="6339" y="62478"/>
                    <a:pt x="5838" y="62378"/>
                  </a:cubicBezTo>
                  <a:close/>
                  <a:moveTo>
                    <a:pt x="73920" y="62345"/>
                  </a:moveTo>
                  <a:cubicBezTo>
                    <a:pt x="73487" y="62445"/>
                    <a:pt x="72886" y="62512"/>
                    <a:pt x="72319" y="62612"/>
                  </a:cubicBezTo>
                  <a:lnTo>
                    <a:pt x="72353" y="63012"/>
                  </a:lnTo>
                  <a:cubicBezTo>
                    <a:pt x="72986" y="62945"/>
                    <a:pt x="73520" y="62879"/>
                    <a:pt x="74020" y="62779"/>
                  </a:cubicBezTo>
                  <a:lnTo>
                    <a:pt x="73920" y="62345"/>
                  </a:lnTo>
                  <a:close/>
                  <a:moveTo>
                    <a:pt x="9141" y="62779"/>
                  </a:moveTo>
                  <a:lnTo>
                    <a:pt x="9107" y="63179"/>
                  </a:lnTo>
                  <a:cubicBezTo>
                    <a:pt x="9641" y="63212"/>
                    <a:pt x="10175" y="63279"/>
                    <a:pt x="10775" y="63312"/>
                  </a:cubicBezTo>
                  <a:lnTo>
                    <a:pt x="10809" y="62879"/>
                  </a:lnTo>
                  <a:cubicBezTo>
                    <a:pt x="10208" y="62845"/>
                    <a:pt x="9674" y="62812"/>
                    <a:pt x="9141" y="62779"/>
                  </a:cubicBezTo>
                  <a:close/>
                  <a:moveTo>
                    <a:pt x="70651" y="62779"/>
                  </a:moveTo>
                  <a:cubicBezTo>
                    <a:pt x="70084" y="62845"/>
                    <a:pt x="69551" y="62879"/>
                    <a:pt x="68983" y="62945"/>
                  </a:cubicBezTo>
                  <a:lnTo>
                    <a:pt x="69017" y="63346"/>
                  </a:lnTo>
                  <a:cubicBezTo>
                    <a:pt x="69584" y="63312"/>
                    <a:pt x="70184" y="63279"/>
                    <a:pt x="70685" y="63179"/>
                  </a:cubicBezTo>
                  <a:lnTo>
                    <a:pt x="70651" y="62779"/>
                  </a:lnTo>
                  <a:close/>
                  <a:moveTo>
                    <a:pt x="12476" y="63012"/>
                  </a:moveTo>
                  <a:lnTo>
                    <a:pt x="12443" y="63446"/>
                  </a:lnTo>
                  <a:cubicBezTo>
                    <a:pt x="12977" y="63479"/>
                    <a:pt x="13511" y="63513"/>
                    <a:pt x="14111" y="63546"/>
                  </a:cubicBezTo>
                  <a:lnTo>
                    <a:pt x="14144" y="63146"/>
                  </a:lnTo>
                  <a:cubicBezTo>
                    <a:pt x="13544" y="63112"/>
                    <a:pt x="13010" y="63046"/>
                    <a:pt x="12476" y="63012"/>
                  </a:cubicBezTo>
                  <a:close/>
                  <a:moveTo>
                    <a:pt x="67349" y="63046"/>
                  </a:moveTo>
                  <a:cubicBezTo>
                    <a:pt x="66815" y="63112"/>
                    <a:pt x="66248" y="63146"/>
                    <a:pt x="65681" y="63179"/>
                  </a:cubicBezTo>
                  <a:lnTo>
                    <a:pt x="65714" y="63613"/>
                  </a:lnTo>
                  <a:cubicBezTo>
                    <a:pt x="66248" y="63546"/>
                    <a:pt x="66849" y="63513"/>
                    <a:pt x="67382" y="63479"/>
                  </a:cubicBezTo>
                  <a:lnTo>
                    <a:pt x="67349" y="63046"/>
                  </a:lnTo>
                  <a:close/>
                  <a:moveTo>
                    <a:pt x="15812" y="63212"/>
                  </a:moveTo>
                  <a:lnTo>
                    <a:pt x="15779" y="63646"/>
                  </a:lnTo>
                  <a:cubicBezTo>
                    <a:pt x="16313" y="63679"/>
                    <a:pt x="16846" y="63679"/>
                    <a:pt x="17447" y="63713"/>
                  </a:cubicBezTo>
                  <a:lnTo>
                    <a:pt x="17480" y="63312"/>
                  </a:lnTo>
                  <a:cubicBezTo>
                    <a:pt x="16880" y="63279"/>
                    <a:pt x="16346" y="63279"/>
                    <a:pt x="15812" y="63212"/>
                  </a:cubicBezTo>
                  <a:close/>
                  <a:moveTo>
                    <a:pt x="64047" y="63279"/>
                  </a:moveTo>
                  <a:cubicBezTo>
                    <a:pt x="63513" y="63312"/>
                    <a:pt x="62979" y="63312"/>
                    <a:pt x="62379" y="63346"/>
                  </a:cubicBezTo>
                  <a:lnTo>
                    <a:pt x="62379" y="63779"/>
                  </a:lnTo>
                  <a:cubicBezTo>
                    <a:pt x="62912" y="63779"/>
                    <a:pt x="63513" y="63713"/>
                    <a:pt x="64080" y="63679"/>
                  </a:cubicBezTo>
                  <a:lnTo>
                    <a:pt x="64047" y="63279"/>
                  </a:lnTo>
                  <a:close/>
                  <a:moveTo>
                    <a:pt x="19115" y="63346"/>
                  </a:moveTo>
                  <a:lnTo>
                    <a:pt x="19115" y="63779"/>
                  </a:lnTo>
                  <a:cubicBezTo>
                    <a:pt x="19648" y="63813"/>
                    <a:pt x="20215" y="63813"/>
                    <a:pt x="20782" y="63846"/>
                  </a:cubicBezTo>
                  <a:lnTo>
                    <a:pt x="20782" y="63446"/>
                  </a:lnTo>
                  <a:cubicBezTo>
                    <a:pt x="20182" y="63379"/>
                    <a:pt x="19648" y="63379"/>
                    <a:pt x="19115" y="63346"/>
                  </a:cubicBezTo>
                  <a:close/>
                  <a:moveTo>
                    <a:pt x="60711" y="63446"/>
                  </a:moveTo>
                  <a:cubicBezTo>
                    <a:pt x="60177" y="63479"/>
                    <a:pt x="59577" y="63513"/>
                    <a:pt x="59043" y="63513"/>
                  </a:cubicBezTo>
                  <a:lnTo>
                    <a:pt x="59043" y="63946"/>
                  </a:lnTo>
                  <a:cubicBezTo>
                    <a:pt x="59643" y="63879"/>
                    <a:pt x="60177" y="63879"/>
                    <a:pt x="60711" y="63846"/>
                  </a:cubicBezTo>
                  <a:lnTo>
                    <a:pt x="60711" y="63446"/>
                  </a:lnTo>
                  <a:close/>
                  <a:moveTo>
                    <a:pt x="22384" y="63513"/>
                  </a:moveTo>
                  <a:lnTo>
                    <a:pt x="22384" y="63946"/>
                  </a:lnTo>
                  <a:cubicBezTo>
                    <a:pt x="22951" y="63946"/>
                    <a:pt x="23518" y="63980"/>
                    <a:pt x="24051" y="63980"/>
                  </a:cubicBezTo>
                  <a:lnTo>
                    <a:pt x="24051" y="63546"/>
                  </a:lnTo>
                  <a:cubicBezTo>
                    <a:pt x="23484" y="63546"/>
                    <a:pt x="22951" y="63513"/>
                    <a:pt x="22384" y="63513"/>
                  </a:cubicBezTo>
                  <a:close/>
                  <a:moveTo>
                    <a:pt x="57375" y="63546"/>
                  </a:moveTo>
                  <a:cubicBezTo>
                    <a:pt x="56841" y="63546"/>
                    <a:pt x="56241" y="63613"/>
                    <a:pt x="55707" y="63613"/>
                  </a:cubicBezTo>
                  <a:lnTo>
                    <a:pt x="55707" y="64013"/>
                  </a:lnTo>
                  <a:cubicBezTo>
                    <a:pt x="56308" y="64013"/>
                    <a:pt x="56841" y="64013"/>
                    <a:pt x="57375" y="63980"/>
                  </a:cubicBezTo>
                  <a:lnTo>
                    <a:pt x="57375" y="63546"/>
                  </a:lnTo>
                  <a:close/>
                  <a:moveTo>
                    <a:pt x="25719" y="63613"/>
                  </a:moveTo>
                  <a:lnTo>
                    <a:pt x="25719" y="64013"/>
                  </a:lnTo>
                  <a:cubicBezTo>
                    <a:pt x="26286" y="64013"/>
                    <a:pt x="26853" y="64046"/>
                    <a:pt x="27387" y="64046"/>
                  </a:cubicBezTo>
                  <a:lnTo>
                    <a:pt x="27387" y="63646"/>
                  </a:lnTo>
                  <a:cubicBezTo>
                    <a:pt x="26820" y="63646"/>
                    <a:pt x="26286" y="63613"/>
                    <a:pt x="25719" y="63613"/>
                  </a:cubicBezTo>
                  <a:close/>
                  <a:moveTo>
                    <a:pt x="54039" y="63646"/>
                  </a:moveTo>
                  <a:cubicBezTo>
                    <a:pt x="53506" y="63646"/>
                    <a:pt x="52905" y="63679"/>
                    <a:pt x="52372" y="63679"/>
                  </a:cubicBezTo>
                  <a:lnTo>
                    <a:pt x="52372" y="64113"/>
                  </a:lnTo>
                  <a:cubicBezTo>
                    <a:pt x="52972" y="64113"/>
                    <a:pt x="53506" y="64113"/>
                    <a:pt x="54039" y="64046"/>
                  </a:cubicBezTo>
                  <a:lnTo>
                    <a:pt x="54039" y="63646"/>
                  </a:lnTo>
                  <a:close/>
                  <a:moveTo>
                    <a:pt x="29055" y="63679"/>
                  </a:moveTo>
                  <a:lnTo>
                    <a:pt x="29055" y="64113"/>
                  </a:lnTo>
                  <a:cubicBezTo>
                    <a:pt x="29622" y="64146"/>
                    <a:pt x="30189" y="64146"/>
                    <a:pt x="30723" y="64146"/>
                  </a:cubicBezTo>
                  <a:lnTo>
                    <a:pt x="30723" y="63713"/>
                  </a:lnTo>
                  <a:cubicBezTo>
                    <a:pt x="30189" y="63713"/>
                    <a:pt x="29622" y="63679"/>
                    <a:pt x="29055" y="63679"/>
                  </a:cubicBezTo>
                  <a:close/>
                  <a:moveTo>
                    <a:pt x="32391" y="63713"/>
                  </a:moveTo>
                  <a:lnTo>
                    <a:pt x="32391" y="64146"/>
                  </a:lnTo>
                  <a:cubicBezTo>
                    <a:pt x="32958" y="64180"/>
                    <a:pt x="33525" y="64180"/>
                    <a:pt x="34059" y="64180"/>
                  </a:cubicBezTo>
                  <a:lnTo>
                    <a:pt x="34059" y="63779"/>
                  </a:lnTo>
                  <a:cubicBezTo>
                    <a:pt x="33525" y="63713"/>
                    <a:pt x="32958" y="63713"/>
                    <a:pt x="32391" y="63713"/>
                  </a:cubicBezTo>
                  <a:close/>
                  <a:moveTo>
                    <a:pt x="45734" y="63779"/>
                  </a:moveTo>
                  <a:lnTo>
                    <a:pt x="45734" y="64180"/>
                  </a:lnTo>
                  <a:lnTo>
                    <a:pt x="47401" y="64180"/>
                  </a:lnTo>
                  <a:lnTo>
                    <a:pt x="47401" y="63779"/>
                  </a:lnTo>
                  <a:close/>
                  <a:moveTo>
                    <a:pt x="50704" y="63713"/>
                  </a:moveTo>
                  <a:cubicBezTo>
                    <a:pt x="50170" y="63779"/>
                    <a:pt x="49570" y="63779"/>
                    <a:pt x="49036" y="63779"/>
                  </a:cubicBezTo>
                  <a:lnTo>
                    <a:pt x="49036" y="64180"/>
                  </a:lnTo>
                  <a:cubicBezTo>
                    <a:pt x="49636" y="64146"/>
                    <a:pt x="50170" y="64146"/>
                    <a:pt x="50704" y="64146"/>
                  </a:cubicBezTo>
                  <a:lnTo>
                    <a:pt x="50704" y="63713"/>
                  </a:lnTo>
                  <a:close/>
                  <a:moveTo>
                    <a:pt x="35726" y="63813"/>
                  </a:moveTo>
                  <a:lnTo>
                    <a:pt x="35726" y="64213"/>
                  </a:lnTo>
                  <a:lnTo>
                    <a:pt x="37394" y="64213"/>
                  </a:lnTo>
                  <a:lnTo>
                    <a:pt x="37394" y="63813"/>
                  </a:lnTo>
                  <a:close/>
                  <a:moveTo>
                    <a:pt x="39062" y="63813"/>
                  </a:moveTo>
                  <a:lnTo>
                    <a:pt x="39062" y="64213"/>
                  </a:lnTo>
                  <a:lnTo>
                    <a:pt x="40730" y="64213"/>
                  </a:lnTo>
                  <a:lnTo>
                    <a:pt x="40730" y="63813"/>
                  </a:lnTo>
                  <a:close/>
                  <a:moveTo>
                    <a:pt x="42398" y="63813"/>
                  </a:moveTo>
                  <a:lnTo>
                    <a:pt x="42398" y="64213"/>
                  </a:lnTo>
                  <a:lnTo>
                    <a:pt x="44066" y="64213"/>
                  </a:lnTo>
                  <a:lnTo>
                    <a:pt x="44066" y="63813"/>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97"/>
            <p:cNvSpPr/>
            <p:nvPr/>
          </p:nvSpPr>
          <p:spPr>
            <a:xfrm>
              <a:off x="5463250" y="3999650"/>
              <a:ext cx="628800" cy="416300"/>
            </a:xfrm>
            <a:custGeom>
              <a:rect b="b" l="l" r="r" t="t"/>
              <a:pathLst>
                <a:path extrusionOk="0" h="16652" w="25152">
                  <a:moveTo>
                    <a:pt x="12583" y="1"/>
                  </a:moveTo>
                  <a:cubicBezTo>
                    <a:pt x="6957" y="1"/>
                    <a:pt x="1289" y="176"/>
                    <a:pt x="901" y="514"/>
                  </a:cubicBezTo>
                  <a:cubicBezTo>
                    <a:pt x="167" y="1181"/>
                    <a:pt x="0" y="15291"/>
                    <a:pt x="901" y="16025"/>
                  </a:cubicBezTo>
                  <a:cubicBezTo>
                    <a:pt x="1386" y="16424"/>
                    <a:pt x="7291" y="16651"/>
                    <a:pt x="13012" y="16651"/>
                  </a:cubicBezTo>
                  <a:cubicBezTo>
                    <a:pt x="18296" y="16651"/>
                    <a:pt x="23423" y="16457"/>
                    <a:pt x="23984" y="16025"/>
                  </a:cubicBezTo>
                  <a:cubicBezTo>
                    <a:pt x="25151" y="15158"/>
                    <a:pt x="24851" y="1248"/>
                    <a:pt x="23984" y="514"/>
                  </a:cubicBezTo>
                  <a:cubicBezTo>
                    <a:pt x="23523" y="168"/>
                    <a:pt x="18073" y="1"/>
                    <a:pt x="125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97"/>
            <p:cNvSpPr/>
            <p:nvPr/>
          </p:nvSpPr>
          <p:spPr>
            <a:xfrm>
              <a:off x="5464900" y="3994325"/>
              <a:ext cx="537925" cy="426800"/>
            </a:xfrm>
            <a:custGeom>
              <a:rect b="b" l="l" r="r" t="t"/>
              <a:pathLst>
                <a:path extrusionOk="0" h="17072" w="21517">
                  <a:moveTo>
                    <a:pt x="12006" y="0"/>
                  </a:moveTo>
                  <a:cubicBezTo>
                    <a:pt x="6592" y="0"/>
                    <a:pt x="1154" y="161"/>
                    <a:pt x="735" y="560"/>
                  </a:cubicBezTo>
                  <a:cubicBezTo>
                    <a:pt x="101" y="1127"/>
                    <a:pt x="1" y="7632"/>
                    <a:pt x="67" y="10500"/>
                  </a:cubicBezTo>
                  <a:cubicBezTo>
                    <a:pt x="101" y="14070"/>
                    <a:pt x="334" y="16071"/>
                    <a:pt x="735" y="16405"/>
                  </a:cubicBezTo>
                  <a:cubicBezTo>
                    <a:pt x="1235" y="16872"/>
                    <a:pt x="7106" y="17072"/>
                    <a:pt x="12743" y="17072"/>
                  </a:cubicBezTo>
                  <a:cubicBezTo>
                    <a:pt x="16146" y="17072"/>
                    <a:pt x="19481" y="17005"/>
                    <a:pt x="21516" y="16838"/>
                  </a:cubicBezTo>
                  <a:lnTo>
                    <a:pt x="21483" y="16405"/>
                  </a:lnTo>
                  <a:cubicBezTo>
                    <a:pt x="19280" y="16577"/>
                    <a:pt x="16014" y="16654"/>
                    <a:pt x="12731" y="16654"/>
                  </a:cubicBezTo>
                  <a:cubicBezTo>
                    <a:pt x="7116" y="16654"/>
                    <a:pt x="1452" y="16429"/>
                    <a:pt x="968" y="16071"/>
                  </a:cubicBezTo>
                  <a:cubicBezTo>
                    <a:pt x="234" y="15404"/>
                    <a:pt x="234" y="1794"/>
                    <a:pt x="968" y="894"/>
                  </a:cubicBezTo>
                  <a:cubicBezTo>
                    <a:pt x="1416" y="616"/>
                    <a:pt x="7040" y="421"/>
                    <a:pt x="12684" y="421"/>
                  </a:cubicBezTo>
                  <a:cubicBezTo>
                    <a:pt x="15862" y="421"/>
                    <a:pt x="19045" y="483"/>
                    <a:pt x="21316" y="627"/>
                  </a:cubicBezTo>
                  <a:lnTo>
                    <a:pt x="21349" y="193"/>
                  </a:lnTo>
                  <a:cubicBezTo>
                    <a:pt x="19260" y="72"/>
                    <a:pt x="15638" y="0"/>
                    <a:pt x="12006"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97"/>
            <p:cNvSpPr/>
            <p:nvPr/>
          </p:nvSpPr>
          <p:spPr>
            <a:xfrm>
              <a:off x="5573325" y="4112150"/>
              <a:ext cx="227675" cy="191725"/>
            </a:xfrm>
            <a:custGeom>
              <a:rect b="b" l="l" r="r" t="t"/>
              <a:pathLst>
                <a:path extrusionOk="0" h="7669" w="9107">
                  <a:moveTo>
                    <a:pt x="4678" y="0"/>
                  </a:moveTo>
                  <a:cubicBezTo>
                    <a:pt x="2939" y="0"/>
                    <a:pt x="1241" y="868"/>
                    <a:pt x="734" y="2652"/>
                  </a:cubicBezTo>
                  <a:cubicBezTo>
                    <a:pt x="0" y="5020"/>
                    <a:pt x="1735" y="7522"/>
                    <a:pt x="4237" y="7655"/>
                  </a:cubicBezTo>
                  <a:cubicBezTo>
                    <a:pt x="4358" y="7664"/>
                    <a:pt x="4479" y="7669"/>
                    <a:pt x="4601" y="7669"/>
                  </a:cubicBezTo>
                  <a:cubicBezTo>
                    <a:pt x="5860" y="7669"/>
                    <a:pt x="7155" y="7200"/>
                    <a:pt x="8006" y="6288"/>
                  </a:cubicBezTo>
                  <a:cubicBezTo>
                    <a:pt x="8907" y="5254"/>
                    <a:pt x="9107" y="3753"/>
                    <a:pt x="8640" y="2485"/>
                  </a:cubicBezTo>
                  <a:cubicBezTo>
                    <a:pt x="8406" y="1785"/>
                    <a:pt x="7906" y="1117"/>
                    <a:pt x="7239" y="684"/>
                  </a:cubicBezTo>
                  <a:cubicBezTo>
                    <a:pt x="6479" y="230"/>
                    <a:pt x="5573" y="0"/>
                    <a:pt x="46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97"/>
            <p:cNvSpPr/>
            <p:nvPr/>
          </p:nvSpPr>
          <p:spPr>
            <a:xfrm>
              <a:off x="5576650" y="4108375"/>
              <a:ext cx="224350" cy="200175"/>
            </a:xfrm>
            <a:custGeom>
              <a:rect b="b" l="l" r="r" t="t"/>
              <a:pathLst>
                <a:path extrusionOk="0" h="8007" w="8974">
                  <a:moveTo>
                    <a:pt x="4003" y="1"/>
                  </a:moveTo>
                  <a:cubicBezTo>
                    <a:pt x="2202" y="168"/>
                    <a:pt x="835" y="1235"/>
                    <a:pt x="368" y="2769"/>
                  </a:cubicBezTo>
                  <a:cubicBezTo>
                    <a:pt x="1" y="3970"/>
                    <a:pt x="201" y="5271"/>
                    <a:pt x="968" y="6305"/>
                  </a:cubicBezTo>
                  <a:cubicBezTo>
                    <a:pt x="1702" y="7339"/>
                    <a:pt x="2836" y="7973"/>
                    <a:pt x="4037" y="8007"/>
                  </a:cubicBezTo>
                  <a:lnTo>
                    <a:pt x="4337" y="8007"/>
                  </a:lnTo>
                  <a:cubicBezTo>
                    <a:pt x="5805" y="8007"/>
                    <a:pt x="7172" y="7473"/>
                    <a:pt x="8006" y="6572"/>
                  </a:cubicBezTo>
                  <a:cubicBezTo>
                    <a:pt x="8607" y="5938"/>
                    <a:pt x="8940" y="5104"/>
                    <a:pt x="8974" y="4237"/>
                  </a:cubicBezTo>
                  <a:lnTo>
                    <a:pt x="8540" y="4170"/>
                  </a:lnTo>
                  <a:cubicBezTo>
                    <a:pt x="8507" y="4971"/>
                    <a:pt x="8206" y="5705"/>
                    <a:pt x="7706" y="6272"/>
                  </a:cubicBezTo>
                  <a:cubicBezTo>
                    <a:pt x="6922" y="7119"/>
                    <a:pt x="5695" y="7612"/>
                    <a:pt x="4358" y="7612"/>
                  </a:cubicBezTo>
                  <a:cubicBezTo>
                    <a:pt x="4273" y="7612"/>
                    <a:pt x="4189" y="7610"/>
                    <a:pt x="4104" y="7606"/>
                  </a:cubicBezTo>
                  <a:cubicBezTo>
                    <a:pt x="3003" y="7573"/>
                    <a:pt x="2002" y="6972"/>
                    <a:pt x="1335" y="6038"/>
                  </a:cubicBezTo>
                  <a:cubicBezTo>
                    <a:pt x="668" y="5138"/>
                    <a:pt x="468" y="3970"/>
                    <a:pt x="801" y="2870"/>
                  </a:cubicBezTo>
                  <a:cubicBezTo>
                    <a:pt x="1201" y="1502"/>
                    <a:pt x="2436" y="601"/>
                    <a:pt x="4037" y="434"/>
                  </a:cubicBezTo>
                  <a:lnTo>
                    <a:pt x="4003" y="1"/>
                  </a:ln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97"/>
            <p:cNvSpPr/>
            <p:nvPr/>
          </p:nvSpPr>
          <p:spPr>
            <a:xfrm>
              <a:off x="4053900" y="4759150"/>
              <a:ext cx="492050" cy="169000"/>
            </a:xfrm>
            <a:custGeom>
              <a:rect b="b" l="l" r="r" t="t"/>
              <a:pathLst>
                <a:path extrusionOk="0" h="6760" w="19682">
                  <a:moveTo>
                    <a:pt x="2592" y="395"/>
                  </a:moveTo>
                  <a:cubicBezTo>
                    <a:pt x="6999" y="395"/>
                    <a:pt x="18046" y="1000"/>
                    <a:pt x="18814" y="1356"/>
                  </a:cubicBezTo>
                  <a:cubicBezTo>
                    <a:pt x="19181" y="1656"/>
                    <a:pt x="19214" y="5459"/>
                    <a:pt x="18747" y="6160"/>
                  </a:cubicBezTo>
                  <a:cubicBezTo>
                    <a:pt x="18565" y="6254"/>
                    <a:pt x="17855" y="6295"/>
                    <a:pt x="16818" y="6295"/>
                  </a:cubicBezTo>
                  <a:cubicBezTo>
                    <a:pt x="12366" y="6295"/>
                    <a:pt x="1884" y="5539"/>
                    <a:pt x="1235" y="5025"/>
                  </a:cubicBezTo>
                  <a:cubicBezTo>
                    <a:pt x="701" y="4392"/>
                    <a:pt x="501" y="989"/>
                    <a:pt x="834" y="489"/>
                  </a:cubicBezTo>
                  <a:cubicBezTo>
                    <a:pt x="995" y="424"/>
                    <a:pt x="1638" y="395"/>
                    <a:pt x="2592" y="395"/>
                  </a:cubicBezTo>
                  <a:close/>
                  <a:moveTo>
                    <a:pt x="2824" y="0"/>
                  </a:moveTo>
                  <a:cubicBezTo>
                    <a:pt x="2062" y="0"/>
                    <a:pt x="1474" y="17"/>
                    <a:pt x="1135" y="55"/>
                  </a:cubicBezTo>
                  <a:cubicBezTo>
                    <a:pt x="701" y="89"/>
                    <a:pt x="568" y="155"/>
                    <a:pt x="501" y="255"/>
                  </a:cubicBezTo>
                  <a:cubicBezTo>
                    <a:pt x="0" y="889"/>
                    <a:pt x="234" y="4558"/>
                    <a:pt x="868" y="5326"/>
                  </a:cubicBezTo>
                  <a:cubicBezTo>
                    <a:pt x="1468" y="6093"/>
                    <a:pt x="12643" y="6760"/>
                    <a:pt x="16679" y="6760"/>
                  </a:cubicBezTo>
                  <a:lnTo>
                    <a:pt x="17246" y="6760"/>
                  </a:lnTo>
                  <a:cubicBezTo>
                    <a:pt x="18747" y="6727"/>
                    <a:pt x="18981" y="6593"/>
                    <a:pt x="19047" y="6460"/>
                  </a:cubicBezTo>
                  <a:cubicBezTo>
                    <a:pt x="19548" y="5759"/>
                    <a:pt x="19681" y="1623"/>
                    <a:pt x="19047" y="1089"/>
                  </a:cubicBezTo>
                  <a:cubicBezTo>
                    <a:pt x="18503" y="631"/>
                    <a:pt x="7455" y="0"/>
                    <a:pt x="2824" y="0"/>
                  </a:cubicBezTo>
                  <a:close/>
                </a:path>
              </a:pathLst>
            </a:custGeom>
            <a:solidFill>
              <a:srgbClr val="162E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8" name="Google Shape;2418;p97"/>
          <p:cNvGrpSpPr/>
          <p:nvPr/>
        </p:nvGrpSpPr>
        <p:grpSpPr>
          <a:xfrm>
            <a:off x="1796617" y="1456200"/>
            <a:ext cx="712368" cy="825899"/>
            <a:chOff x="5815634" y="1650855"/>
            <a:chExt cx="452039" cy="524114"/>
          </a:xfrm>
        </p:grpSpPr>
        <p:sp>
          <p:nvSpPr>
            <p:cNvPr id="2419" name="Google Shape;2419;p9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9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9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9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9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9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5" name="Google Shape;2425;p97"/>
          <p:cNvGrpSpPr/>
          <p:nvPr/>
        </p:nvGrpSpPr>
        <p:grpSpPr>
          <a:xfrm>
            <a:off x="941742" y="798000"/>
            <a:ext cx="712368" cy="825899"/>
            <a:chOff x="5815634" y="1650855"/>
            <a:chExt cx="452039" cy="524114"/>
          </a:xfrm>
        </p:grpSpPr>
        <p:sp>
          <p:nvSpPr>
            <p:cNvPr id="2426" name="Google Shape;2426;p9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9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9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9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9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9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2" name="Google Shape;2432;p97"/>
          <p:cNvGrpSpPr/>
          <p:nvPr/>
        </p:nvGrpSpPr>
        <p:grpSpPr>
          <a:xfrm>
            <a:off x="1615954" y="67925"/>
            <a:ext cx="712368" cy="825899"/>
            <a:chOff x="5815634" y="1650855"/>
            <a:chExt cx="452039" cy="524114"/>
          </a:xfrm>
        </p:grpSpPr>
        <p:sp>
          <p:nvSpPr>
            <p:cNvPr id="2433" name="Google Shape;2433;p9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9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9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9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9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9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9" name="Google Shape;2439;p97"/>
          <p:cNvGrpSpPr/>
          <p:nvPr/>
        </p:nvGrpSpPr>
        <p:grpSpPr>
          <a:xfrm>
            <a:off x="8229879" y="1731225"/>
            <a:ext cx="712368" cy="825899"/>
            <a:chOff x="5815634" y="1650855"/>
            <a:chExt cx="452039" cy="524114"/>
          </a:xfrm>
        </p:grpSpPr>
        <p:sp>
          <p:nvSpPr>
            <p:cNvPr id="2440" name="Google Shape;2440;p97"/>
            <p:cNvSpPr/>
            <p:nvPr/>
          </p:nvSpPr>
          <p:spPr>
            <a:xfrm>
              <a:off x="5815634" y="1795189"/>
              <a:ext cx="452039" cy="379780"/>
            </a:xfrm>
            <a:custGeom>
              <a:rect b="b" l="l" r="r" t="t"/>
              <a:pathLst>
                <a:path extrusionOk="0" h="18553" w="22083">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97"/>
            <p:cNvSpPr/>
            <p:nvPr/>
          </p:nvSpPr>
          <p:spPr>
            <a:xfrm>
              <a:off x="5864107" y="1834430"/>
              <a:ext cx="357816" cy="300745"/>
            </a:xfrm>
            <a:custGeom>
              <a:rect b="b" l="l" r="r" t="t"/>
              <a:pathLst>
                <a:path extrusionOk="0" h="14692" w="1748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97"/>
            <p:cNvSpPr/>
            <p:nvPr/>
          </p:nvSpPr>
          <p:spPr>
            <a:xfrm>
              <a:off x="5974051" y="1860488"/>
              <a:ext cx="138623" cy="248567"/>
            </a:xfrm>
            <a:custGeom>
              <a:rect b="b" l="l" r="r" t="t"/>
              <a:pathLst>
                <a:path extrusionOk="0" h="12143" w="6772">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97"/>
            <p:cNvSpPr/>
            <p:nvPr/>
          </p:nvSpPr>
          <p:spPr>
            <a:xfrm>
              <a:off x="6040272" y="1650855"/>
              <a:ext cx="8229" cy="59424"/>
            </a:xfrm>
            <a:custGeom>
              <a:rect b="b" l="l" r="r" t="t"/>
              <a:pathLst>
                <a:path extrusionOk="0" h="2903" w="402">
                  <a:moveTo>
                    <a:pt x="1" y="1"/>
                  </a:moveTo>
                  <a:lnTo>
                    <a:pt x="1" y="2903"/>
                  </a:lnTo>
                  <a:lnTo>
                    <a:pt x="401" y="2903"/>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97"/>
            <p:cNvSpPr/>
            <p:nvPr/>
          </p:nvSpPr>
          <p:spPr>
            <a:xfrm>
              <a:off x="5989752" y="1681580"/>
              <a:ext cx="8208" cy="84009"/>
            </a:xfrm>
            <a:custGeom>
              <a:rect b="b" l="l" r="r" t="t"/>
              <a:pathLst>
                <a:path extrusionOk="0" h="4104" w="401">
                  <a:moveTo>
                    <a:pt x="1" y="1"/>
                  </a:moveTo>
                  <a:lnTo>
                    <a:pt x="1" y="4104"/>
                  </a:lnTo>
                  <a:lnTo>
                    <a:pt x="401" y="4104"/>
                  </a:lnTo>
                  <a:lnTo>
                    <a:pt x="4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97"/>
            <p:cNvSpPr/>
            <p:nvPr/>
          </p:nvSpPr>
          <p:spPr>
            <a:xfrm>
              <a:off x="6082624" y="1691836"/>
              <a:ext cx="8208" cy="73078"/>
            </a:xfrm>
            <a:custGeom>
              <a:rect b="b" l="l" r="r" t="t"/>
              <a:pathLst>
                <a:path extrusionOk="0" h="3570" w="401">
                  <a:moveTo>
                    <a:pt x="0" y="0"/>
                  </a:moveTo>
                  <a:lnTo>
                    <a:pt x="0" y="3569"/>
                  </a:lnTo>
                  <a:lnTo>
                    <a:pt x="400" y="3569"/>
                  </a:lnTo>
                  <a:lnTo>
                    <a:pt x="40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6" name="Google Shape;2446;p97"/>
          <p:cNvSpPr/>
          <p:nvPr/>
        </p:nvSpPr>
        <p:spPr>
          <a:xfrm>
            <a:off x="3527500" y="3667850"/>
            <a:ext cx="4892400" cy="489300"/>
          </a:xfrm>
          <a:prstGeom prst="rect">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Tree>
  </p:cSld>
  <p:clrMapOvr>
    <a:masterClrMapping/>
  </p:clrMapOvr>
</p:sld>
</file>

<file path=ppt/theme/theme1.xml><?xml version="1.0" encoding="utf-8"?>
<a:theme xmlns:a="http://schemas.openxmlformats.org/drawingml/2006/main" xmlns:r="http://schemas.openxmlformats.org/officeDocument/2006/relationships" name="Financial Markets Consulting Services by Slidesgo">
  <a:themeElements>
    <a:clrScheme name="Simple Light">
      <a:dk1>
        <a:srgbClr val="162E4C"/>
      </a:dk1>
      <a:lt1>
        <a:srgbClr val="476B9E"/>
      </a:lt1>
      <a:dk2>
        <a:srgbClr val="5982B2"/>
      </a:dk2>
      <a:lt2>
        <a:srgbClr val="2F4A7F"/>
      </a:lt2>
      <a:accent1>
        <a:srgbClr val="7DB6F9"/>
      </a:accent1>
      <a:accent2>
        <a:srgbClr val="EFAC37"/>
      </a:accent2>
      <a:accent3>
        <a:srgbClr val="E8615B"/>
      </a:accent3>
      <a:accent4>
        <a:srgbClr val="D9EBFF"/>
      </a:accent4>
      <a:accent5>
        <a:srgbClr val="E5931C"/>
      </a:accent5>
      <a:accent6>
        <a:srgbClr val="FFFFFF"/>
      </a:accent6>
      <a:hlink>
        <a:srgbClr val="162E4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inancial Markets Consulting Services by Slidesgo">
  <a:themeElements>
    <a:clrScheme name="Simple Light">
      <a:dk1>
        <a:srgbClr val="162E4C"/>
      </a:dk1>
      <a:lt1>
        <a:srgbClr val="476B9E"/>
      </a:lt1>
      <a:dk2>
        <a:srgbClr val="5982B2"/>
      </a:dk2>
      <a:lt2>
        <a:srgbClr val="2F4A7F"/>
      </a:lt2>
      <a:accent1>
        <a:srgbClr val="7DB6F9"/>
      </a:accent1>
      <a:accent2>
        <a:srgbClr val="EFAC37"/>
      </a:accent2>
      <a:accent3>
        <a:srgbClr val="E8615B"/>
      </a:accent3>
      <a:accent4>
        <a:srgbClr val="D9EBFF"/>
      </a:accent4>
      <a:accent5>
        <a:srgbClr val="E5931C"/>
      </a:accent5>
      <a:accent6>
        <a:srgbClr val="FFFFFF"/>
      </a:accent6>
      <a:hlink>
        <a:srgbClr val="162E4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